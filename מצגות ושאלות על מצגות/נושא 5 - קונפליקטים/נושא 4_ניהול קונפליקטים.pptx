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4160" r:id="rId1"/>
    <p:sldMasterId id="2147484173" r:id="rId2"/>
    <p:sldMasterId id="2147484198" r:id="rId3"/>
    <p:sldMasterId id="2147484210" r:id="rId4"/>
    <p:sldMasterId id="2147484222" r:id="rId5"/>
    <p:sldMasterId id="2147484246" r:id="rId6"/>
  </p:sldMasterIdLst>
  <p:notesMasterIdLst>
    <p:notesMasterId r:id="rId15"/>
  </p:notesMasterIdLst>
  <p:sldIdLst>
    <p:sldId id="395" r:id="rId7"/>
    <p:sldId id="394" r:id="rId8"/>
    <p:sldId id="363" r:id="rId9"/>
    <p:sldId id="365" r:id="rId10"/>
    <p:sldId id="366" r:id="rId11"/>
    <p:sldId id="367" r:id="rId12"/>
    <p:sldId id="368" r:id="rId13"/>
    <p:sldId id="369" r:id="rId14"/>
  </p:sldIdLst>
  <p:sldSz cx="9144000" cy="6858000" type="screen4x3"/>
  <p:notesSz cx="6858000" cy="9144000"/>
  <p:defaultTextStyle>
    <a:defPPr>
      <a:defRPr lang="he-I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529" autoAdjust="0"/>
    <p:restoredTop sz="82209" autoAdjust="0"/>
  </p:normalViewPr>
  <p:slideViewPr>
    <p:cSldViewPr>
      <p:cViewPr varScale="1">
        <p:scale>
          <a:sx n="60" d="100"/>
          <a:sy n="60" d="100"/>
        </p:scale>
        <p:origin x="1517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6B1DCB2-90B7-473C-8360-F281219F93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261D944-B8BF-477F-A4DF-F5C140AAB60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BC054D1B-D2BA-4FC2-A7D8-0B79A099254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5A29121A-C6DB-4441-99A0-3128342B47C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en-US" noProof="0"/>
              <a:t>לחץ כדי לערוך סגנונות טקסט של תבנית בסיס</a:t>
            </a:r>
            <a:endParaRPr lang="en-US" altLang="en-US" noProof="0"/>
          </a:p>
          <a:p>
            <a:pPr lvl="1"/>
            <a:r>
              <a:rPr lang="he-IL" altLang="en-US" noProof="0"/>
              <a:t>רמה שנייה</a:t>
            </a:r>
            <a:endParaRPr lang="en-US" altLang="en-US" noProof="0"/>
          </a:p>
          <a:p>
            <a:pPr lvl="2"/>
            <a:r>
              <a:rPr lang="he-IL" altLang="en-US" noProof="0"/>
              <a:t>רמה שלישית</a:t>
            </a:r>
            <a:endParaRPr lang="en-US" altLang="en-US" noProof="0"/>
          </a:p>
          <a:p>
            <a:pPr lvl="3"/>
            <a:r>
              <a:rPr lang="he-IL" altLang="en-US" noProof="0"/>
              <a:t>רמה רביעית</a:t>
            </a:r>
            <a:endParaRPr lang="en-US" altLang="en-US" noProof="0"/>
          </a:p>
          <a:p>
            <a:pPr lvl="4"/>
            <a:r>
              <a:rPr lang="he-IL" altLang="en-US" noProof="0"/>
              <a:t>רמה חמישית</a:t>
            </a:r>
            <a:endParaRPr lang="en-US" altLang="en-US" noProof="0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F3C8C015-12FF-4B93-884C-CA1C3B1B599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91C9B344-ADAA-40D9-812D-5F91ED5AF5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 smtClean="0"/>
            </a:lvl1pPr>
          </a:lstStyle>
          <a:p>
            <a:pPr>
              <a:defRPr/>
            </a:pPr>
            <a:fld id="{A35EC671-495B-42DD-9DCB-B082EC790E2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207AA027-6A0F-4C32-B5D6-B404DB8465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30ABD7-2A8C-4294-8C2A-D4690AA26BEB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25E1C9B9-B05E-44E5-ACB7-1C5AAA9AF1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00F5FBB-EDC1-4046-9175-A590CE658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 algn="r"/>
            <a:endParaRPr lang="en-US" altLang="en-US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CAD5ACFD-A02E-4427-B520-2F0B4D967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8EAD6A-7AB0-450C-B6A8-8887AD291A9B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9560DEE-DF28-4D58-8C0F-190FF322AD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CE6F3E5-5A93-4F88-8338-69FB5A359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>
                <a:cs typeface="Times New Roman" panose="02020603050405020304" pitchFamily="18" charset="0"/>
              </a:rPr>
              <a:t>.</a:t>
            </a:r>
            <a:br>
              <a:rPr lang="en-US" altLang="en-US">
                <a:cs typeface="Times New Roman" panose="02020603050405020304" pitchFamily="18" charset="0"/>
              </a:rPr>
            </a:br>
            <a:br>
              <a:rPr lang="en-US" altLang="en-US">
                <a:cs typeface="Times New Roman" panose="02020603050405020304" pitchFamily="18" charset="0"/>
              </a:rPr>
            </a:br>
            <a:endParaRPr lang="en-US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A6FE1569-0CEE-4CF0-B9CC-C3A16A42EF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C0BF05-04C5-474E-9C92-915CC31E6474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2A7E1E8C-B27F-4566-8376-AF6E881AD0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4D5F5816-372C-47D5-9BC4-58D3FB74E2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>
                <a:cs typeface="Times New Roman" panose="02020603050405020304" pitchFamily="18" charset="0"/>
              </a:rPr>
              <a:t>.</a:t>
            </a:r>
            <a:br>
              <a:rPr lang="en-US" altLang="en-US">
                <a:cs typeface="Times New Roman" panose="02020603050405020304" pitchFamily="18" charset="0"/>
              </a:rPr>
            </a:br>
            <a:br>
              <a:rPr lang="en-US" altLang="en-US">
                <a:cs typeface="Times New Roman" panose="02020603050405020304" pitchFamily="18" charset="0"/>
              </a:rPr>
            </a:br>
            <a:endParaRPr lang="en-US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0626A03A-F6FF-43DF-8A58-69F5C944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201FB5-293E-4EB6-8004-889B6E7F0B13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A6012D60-5450-452B-90B4-B524F06514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1E4E058D-54CE-4563-8D17-1F11B14814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8EB21C6-3B86-45A6-BD0B-626D1655F4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B80032-A22A-4EE8-BF21-63FA6CBF37CD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2BFF7D2-B45F-40A5-945F-1008CCB0C8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C290938E-818A-424F-A59A-4A3B9FD81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>
                <a:cs typeface="Times New Roman" panose="02020603050405020304" pitchFamily="18" charset="0"/>
              </a:rPr>
              <a:t>.</a:t>
            </a:r>
            <a:br>
              <a:rPr lang="en-US" altLang="en-US">
                <a:cs typeface="Times New Roman" panose="02020603050405020304" pitchFamily="18" charset="0"/>
              </a:rPr>
            </a:br>
            <a:br>
              <a:rPr lang="en-US" altLang="en-US">
                <a:cs typeface="Times New Roman" panose="02020603050405020304" pitchFamily="18" charset="0"/>
              </a:rPr>
            </a:br>
            <a:endParaRPr lang="en-US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693C2462-D08F-4301-97EC-52B2BA957B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B97025-DD0E-4655-A681-0640DFEDAB05}" type="slidenum">
              <a:rPr kumimoji="0" lang="he-IL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1CBFF74-ACDC-473C-BFF7-E764C1B300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651BE0B4-7B31-402F-AC55-2052C0AB6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476FD26A-2E23-4B30-A71D-0F997D259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9D0F87F-06D3-40F7-BD41-A40E9FC9D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he-IL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E0C0FF9-DFBD-43BD-84F8-1A0476763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BF3DFB-167C-45C7-8C2F-5720280850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5DE06D-0313-45C6-B0C4-E89C414DCE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B879DF-3196-486F-8EB0-436BB792F8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DB5D8F-E3C2-4863-A500-2ACF3C4B39F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848574"/>
      </p:ext>
    </p:extLst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1FB254E-519B-428A-8CFC-63C82AA654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DEA9956-E11B-432F-AF01-54570CDBED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439D7BC-462A-4470-90A3-26628329F1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018F2-932C-4BEB-B08E-A401A7494DA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8516"/>
      </p:ext>
    </p:extLst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ADCE90A-EB6F-490B-A802-41DEE803A6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D7965F-3DEB-43C7-831B-65AC3A5B9D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00D7D88-095A-4C82-802B-1BF7952DE1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2DAD5-9A3B-4E71-BF5F-1F03249A0E0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969864"/>
      </p:ext>
    </p:extLst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8C4385-543A-4594-8C38-E19B6709FD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727034-D918-4FCD-9F21-2E7DEDE578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0B9F060-8D9F-4239-8F02-F69F95D27F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1CEC6E-7D3A-456A-8130-2A86D58F96A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2539029"/>
      </p:ext>
    </p:extLst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E49603F-F321-4AD7-A456-0B7573F090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E9994AB-C4E8-481E-BDC0-A683FCFEC5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C9A2C31-C9E1-46D9-AF2D-D962F49F2A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57341E-936D-4654-8289-11041DF350C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0994559"/>
      </p:ext>
    </p:extLst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F099B0-5FAB-46FA-8BDD-1FFE0C44E2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D77F2F2-6C96-4DA3-BE1F-36B7793C4E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B7443BF-789D-4805-9680-60260BB9D6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849B51-3742-4D8A-9B6A-5362E7975AA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3452533"/>
      </p:ext>
    </p:extLst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C6E848A-2059-43E3-BF6A-2064C64C2B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A4AF54E-DD34-445B-A49C-EBF33AB208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846E0AA-0732-4AF4-87F5-84F0D761B7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7CDCC6-3982-42CA-87A0-316839856B1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0703206"/>
      </p:ext>
    </p:extLst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684BC1-E49B-48AA-9A07-FACD2A156F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E8721F-5745-45F3-8E4C-AE21F706AC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0B68C50-DFEE-4211-BB1B-C086296EC0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B0F1F-8A55-47EF-9B34-74E2B30F527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0873561"/>
      </p:ext>
    </p:extLst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1A0981-6491-4B00-850F-F769D9A969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0164EF-A8D2-44F0-9629-187FAA8508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AE3D0DB-8C33-4B85-9CAC-D93134EFD0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0684D-97FA-4DDE-A075-74C47C332E1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527810"/>
      </p:ext>
    </p:extLst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BFDB543-59B4-4673-BE30-29EAB57083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95DDCC7-C620-4D19-824D-D0A665D57D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24E7C92-2B23-4166-8CB4-EC1C1B9382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CF943-E63C-4C42-BDDC-6A762B8B688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8429693"/>
      </p:ext>
    </p:extLst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8C1D11E-2619-4AB3-B880-12466C81A6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DE56F62-D651-4DB6-946B-32E6B574A0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3BC2E23-6104-475E-B190-DCA9174F2D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4CA337-4CF2-49AA-B643-C70C1505FFA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1278219"/>
      </p:ext>
    </p:extLst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88913"/>
            <a:ext cx="8353425" cy="71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908050"/>
            <a:ext cx="8713787" cy="5651500"/>
          </a:xfrm>
        </p:spPr>
        <p:txBody>
          <a:bodyPr/>
          <a:lstStyle/>
          <a:p>
            <a:pPr lvl="0"/>
            <a:endParaRPr lang="he-IL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8C5441-AAD4-4888-AD0E-95A646102A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DCFA2DE-50EB-41FC-9A92-1385D36817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2B74D51-1580-4FF4-967D-6AB6FC115E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59A42-3558-4C33-A3DB-4C6AAE07AB6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652032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A35F680E-2AE5-4B3F-8DD5-4F7766DEB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3D5FA1F-4950-40EC-9FC4-9A33D6721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algn="ct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DCBCCFC-C717-4EF7-B90C-A8E6C28F5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890D89-E2BC-4121-9A83-ABF859870C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6609D9-FE23-447E-ABC4-DED6BF02B7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5194-AB32-4597-80D6-D2D7BF9126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BCC7C6-7F77-447D-9C4E-32712FCA601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7973873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6EB3762-4FD9-4545-B337-E9424C545E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8FA0ECF-9F6A-4B79-97E0-9833C0E36D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8247117-3C21-44E6-9580-A041676DB9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992F3D-72BA-495B-A9EC-3ECF7A4AEEE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450624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E3CEC04-CC5B-4B00-8706-F34051A76A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067CFC-17B3-41AE-9849-3EC0E09B1C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CA7B64B-F02E-4B01-8821-5B34ACEA94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9801E-1FDC-4564-937A-9E74985FD20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3351243"/>
      </p:ext>
    </p:extLst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F2A965-C896-49BB-8F50-4E259679CB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7137A-982D-4859-8A49-EACD72D487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6E7154A-07C8-446C-BE12-BE18BE63F2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07144-4DD8-44A5-84A6-CF5234677D8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393977"/>
      </p:ext>
    </p:extLst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5B7CA8D-A7A2-4A72-AA63-BC05FC8EFD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E9D2513-7B22-448E-BCCD-968E8F1D4B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BA5ADCAE-D67D-4156-8715-4C44E967EA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7F155-B768-4FD4-AA1C-C3625B776D2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4273882"/>
      </p:ext>
    </p:extLst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F7EAA66-7D10-4259-B9D4-7D945A9221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12F0600-52F5-47ED-B9DF-A3BE411E32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D53C4EE-4D16-4E3A-910F-33601A8F58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BC00D-5A2E-43B5-A094-8123F096EEA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0061100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945B464F-B4CC-454D-B180-4B61B09890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5BF6B98-A0E1-4B94-A099-45C72AD278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B7A14C8-81B3-4EF0-8F20-4A012CB2D3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76D6D-49C9-4918-A647-DD219DAA8F4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6817422"/>
      </p:ext>
    </p:extLst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C713FC-919A-41E1-A9A0-CB7075461B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3A361F-44C9-4326-A653-B1FBDB78ED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28AA221-F157-41EB-94CD-2F226D1C07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6ABA1-67C1-4129-950B-FBAF459446F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2722840"/>
      </p:ext>
    </p:extLst>
  </p:cSld>
  <p:clrMapOvr>
    <a:masterClrMapping/>
  </p:clrMapOvr>
  <p:transition spd="med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EE067A-E33C-4569-A7FA-7716536F25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CE369F-8DDE-47CD-B40C-B1AAB9B7A6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F085AE1-9DD3-45B4-97EF-6FAF2B83F8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71570-80B7-4A84-9A20-E52A94ED6F8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2316741"/>
      </p:ext>
    </p:extLst>
  </p:cSld>
  <p:clrMapOvr>
    <a:masterClrMapping/>
  </p:clrMapOvr>
  <p:transition spd="med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F4ABBE1-63A8-4C9B-B1B3-07A3491235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6A7A6C-E0A6-4E1C-9F31-D5E339F9E8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2E7BD57-ABCD-4CB2-BCA4-97D00D04B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67449-ED67-45D9-A45A-859658DB798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0257936"/>
      </p:ext>
    </p:extLst>
  </p:cSld>
  <p:clrMapOvr>
    <a:masterClrMapping/>
  </p:clrMapOvr>
  <p:transition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597D291-ECB0-4E8D-986A-12BAF4787A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79F5FBE-9ACD-4A61-8489-87B7B8F493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85EBD17-8B25-447A-9C1F-702D4CC66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D3F96-8F65-4100-91AE-AA3816E9729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3724003"/>
      </p:ext>
    </p:extLst>
  </p:cSld>
  <p:clrMapOvr>
    <a:masterClrMapping/>
  </p:clrMapOvr>
  <p:transition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2D9F539A-D05F-4EE1-A640-1C09ED3DA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B6B8923-70A7-406D-B20A-0FCEC5E5D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99E77A1A-F373-47FD-8690-36AF68EA8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59E747-6240-476C-960C-DF66E60FF1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535F15-3ECD-4586-873E-B320433FAD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9F5DC-8DAD-4496-BAA5-9E75A22EFB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3A2391-2541-40BA-8C98-E93D3FF34D9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2377"/>
      </p:ext>
    </p:extLst>
  </p:cSld>
  <p:clrMapOvr>
    <a:masterClrMapping/>
  </p:clrMapOvr>
  <p:transition spd="med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98E7014-7FB2-4844-B918-74A2A37E6E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9459CA-9740-4806-87A3-1067016E0F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14AC3AA-A3EB-4538-AEE1-2187D3D5CE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779D3-83E7-4ECD-8C71-F6AA7A775F3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396421"/>
      </p:ext>
    </p:extLst>
  </p:cSld>
  <p:clrMapOvr>
    <a:masterClrMapping/>
  </p:clrMapOvr>
  <p:transition spd="med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767A1C-ED55-4FC8-90CF-0C2E30357C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E84D13-097D-465C-B467-1801653C0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E6C4D0C-DC8F-4DD9-AF22-56B49C990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34301-C26B-4356-AE74-AE5338329DB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397446"/>
      </p:ext>
    </p:extLst>
  </p:cSld>
  <p:clrMapOvr>
    <a:masterClrMapping/>
  </p:clrMapOvr>
  <p:transition spd="med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090921-C34C-49E7-9DB1-D4C57027EA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6785CD-E087-475A-AE50-1B4D830DA3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3DC9C7B-4D0D-4019-B47C-03F83F9D0A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52B406-A58B-434B-9D41-AF0D8C4244C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8533381"/>
      </p:ext>
    </p:extLst>
  </p:cSld>
  <p:clrMapOvr>
    <a:masterClrMapping/>
  </p:clrMapOvr>
  <p:transition spd="med"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1C63D8F-2C24-47F1-B5BC-80038E8427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A6B4513-661A-4857-85B9-03E72F1718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3558601-DA7D-42D0-B080-FCB39B3E20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EC986-6ADD-4857-BA0C-BAD5ADC50F5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981153"/>
      </p:ext>
    </p:extLst>
  </p:cSld>
  <p:clrMapOvr>
    <a:masterClrMapping/>
  </p:clrMapOvr>
  <p:transition spd="med"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5BF5157-1EC7-46BA-A98F-7370EB3F5D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886D775-68E3-4B30-A01D-032EC89761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AEAC00A-7F50-4902-9278-0538FD352F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8708F-F32C-40B2-B774-4509EE5FB93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9342472"/>
      </p:ext>
    </p:extLst>
  </p:cSld>
  <p:clrMapOvr>
    <a:masterClrMapping/>
  </p:clrMapOvr>
  <p:transition spd="med"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7E2BAF0E-E255-4D53-B313-03D17E80D3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AB0E7AA-89D7-4AE9-B3A0-CC60DDF459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4AF54FE-1ED0-4D21-9EC4-63649B6156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D33BA-471E-490E-A8BB-A3D67447A77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2342600"/>
      </p:ext>
    </p:extLst>
  </p:cSld>
  <p:clrMapOvr>
    <a:masterClrMapping/>
  </p:clrMapOvr>
  <p:transition spd="med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971F30-0E0F-49EC-8F4F-3FD6132C81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4093AC-84D3-4B51-8A13-48105A442C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449753C-266E-4DEC-9F53-BCDA66ADF5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05066-C6ED-4E18-B912-A08BA991FC7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9281601"/>
      </p:ext>
    </p:extLst>
  </p:cSld>
  <p:clrMapOvr>
    <a:masterClrMapping/>
  </p:clrMapOvr>
  <p:transition spd="med"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EFACD2-B8D1-4B57-8E6F-E0AE67C1B3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105617-DFD6-4058-AFF7-6E5320917B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592A0D0-063F-4B3F-B067-E7CD17FB1E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93021-928D-4ECC-B20C-78141F98291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6049849"/>
      </p:ext>
    </p:extLst>
  </p:cSld>
  <p:clrMapOvr>
    <a:masterClrMapping/>
  </p:clrMapOvr>
  <p:transition spd="med"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680187-6A14-4E8B-AA60-9C2FA6706D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8C2CAC7-B69E-45FB-BC70-7EFFCF1C32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342F7-3299-419F-94B7-3EA9A88FCF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46073-C768-48E4-9E83-2D5677225F8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6161716"/>
      </p:ext>
    </p:extLst>
  </p:cSld>
  <p:clrMapOvr>
    <a:masterClrMapping/>
  </p:clrMapOvr>
  <p:transition spd="med"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4745AB3-6B74-45D9-A3FC-60BC092666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E27A390-DE73-4C77-93FC-4171FE7B08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A493009-56FA-42C7-826A-5B5E58DAFF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D0610-6581-42E6-984A-AE592FFAA3C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368248"/>
      </p:ext>
    </p:extLst>
  </p:cSld>
  <p:clrMapOvr>
    <a:masterClrMapping/>
  </p:clrMapOvr>
  <p:transition spd="med"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3373008-EE8B-4EB3-88C6-A113BAB2A9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3850" y="188913"/>
            <a:ext cx="8569325" cy="6553200"/>
          </a:xfrm>
          <a:prstGeom prst="rect">
            <a:avLst/>
          </a:prstGeom>
          <a:solidFill>
            <a:schemeClr val="bg1">
              <a:alpha val="81175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/>
          </a:p>
        </p:txBody>
      </p:sp>
      <p:pic>
        <p:nvPicPr>
          <p:cNvPr id="5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B1BC20C2-A15D-429B-A3C4-B2317B3AE0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-18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29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1700213"/>
            <a:ext cx="9144000" cy="781050"/>
          </a:xfrm>
        </p:spPr>
        <p:txBody>
          <a:bodyPr/>
          <a:lstStyle>
            <a:lvl1pPr>
              <a:defRPr sz="4400" b="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4546600"/>
            <a:ext cx="9144000" cy="787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C1810CA-2A7B-415A-A286-B6664F3E1B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0" y="6613525"/>
            <a:ext cx="2133600" cy="16827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E748E8A-DC1F-4A33-9164-17A7DF63EF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F24B9F-1105-415E-9B16-2E2ABBAD31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439C9F-EAB4-47F5-99ED-76C511C12A3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72687"/>
      </p:ext>
    </p:extLst>
  </p:cSld>
  <p:clrMapOvr>
    <a:masterClrMapping/>
  </p:clrMapOvr>
  <p:transition spd="med">
    <p:fade thruBlk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8132C1-6021-4635-BD1F-04C790467B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7D8B01-8522-4E6C-9157-8BD691B08D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B955DF-8296-4B70-8035-E83C2C64F4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2FFCE-5DAB-4E0D-9C31-8E34BB6C7D2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5175706"/>
      </p:ext>
    </p:extLst>
  </p:cSld>
  <p:clrMapOvr>
    <a:masterClrMapping/>
  </p:clrMapOvr>
  <p:transition spd="med"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EB4596-7FBC-4649-B183-BE77FC8EF4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776AAD-77F0-4DF4-8828-655C53B29C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B72795-808B-4CC6-856E-CAF86F729F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42DF2-FF7B-473B-9F25-4235612A275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0536545"/>
      </p:ext>
    </p:extLst>
  </p:cSld>
  <p:clrMapOvr>
    <a:masterClrMapping/>
  </p:clrMapOvr>
  <p:transition spd="med">
    <p:fade thruBlk="1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288" y="692150"/>
            <a:ext cx="4100512" cy="5867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92150"/>
            <a:ext cx="4100513" cy="5867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9F1F76-F2C1-4933-959A-3C6A77BF53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33758B-4814-43FD-88EF-81791028FC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B401FF-6563-43A3-8982-3F0526FAF7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F8DA7-CA9C-4748-AAAF-CC0E47BC6A8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624469"/>
      </p:ext>
    </p:extLst>
  </p:cSld>
  <p:clrMapOvr>
    <a:masterClrMapping/>
  </p:clrMapOvr>
  <p:transition spd="med">
    <p:fade thruBlk="1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44E077C-5943-4573-8D14-885AD89FB1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6741814-D186-4AE5-A67B-A59A15E726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463E0E0-B124-4F10-9794-A6E85923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53487-B368-4FBF-B588-219BA6DDCFF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385569"/>
      </p:ext>
    </p:extLst>
  </p:cSld>
  <p:clrMapOvr>
    <a:masterClrMapping/>
  </p:clrMapOvr>
  <p:transition spd="med">
    <p:fade thruBlk="1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EBD19C3-1672-4CA5-BE1E-30ED48E9C3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A48BC3D-C7CA-41F0-8676-C8C2E96746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1BE2A29-D655-4B73-91F4-A0B80E7F83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DE2EC-6F2D-4EDA-8709-DAC78525B95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043044"/>
      </p:ext>
    </p:extLst>
  </p:cSld>
  <p:clrMapOvr>
    <a:masterClrMapping/>
  </p:clrMapOvr>
  <p:transition spd="med">
    <p:fade thruBlk="1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C7A04F0-29CF-4F21-A2E1-566933A90A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3917BB8-005F-46DA-9828-BA0248AE08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9B7188-B984-4F73-8BD0-69A343456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FEC04-5EBB-4951-8466-0AF49B5FDB0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681490"/>
      </p:ext>
    </p:extLst>
  </p:cSld>
  <p:clrMapOvr>
    <a:masterClrMapping/>
  </p:clrMapOvr>
  <p:transition spd="med">
    <p:fade thruBlk="1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086179-FF42-45F8-84F3-F56C94E26B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907C7B-8213-44BB-95EE-2A18BBCC2C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251DA9-89A4-4AF1-9C98-8A4F242296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D1396B-6FDA-454D-86CD-67585694779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691264"/>
      </p:ext>
    </p:extLst>
  </p:cSld>
  <p:clrMapOvr>
    <a:masterClrMapping/>
  </p:clrMapOvr>
  <p:transition spd="med">
    <p:fade thruBlk="1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4F7D97-B02C-485A-97F1-21A0678F2A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E3A0F-80AD-4CD5-BD49-671386F5FC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3AFBD9-595D-4C79-BC9E-A0DE87EE88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B54CB-7AF3-4282-9F38-491D252F799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3312444"/>
      </p:ext>
    </p:extLst>
  </p:cSld>
  <p:clrMapOvr>
    <a:masterClrMapping/>
  </p:clrMapOvr>
  <p:transition spd="med">
    <p:fade thruBlk="1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C5DC21-E9C8-4A4B-9B84-F7FC323A6A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261BEE-2721-43F4-9201-759EE54F67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C135C4-B3AB-4224-B09B-44AC8B2FE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DED03-F3A6-4D85-A78E-EE8C6B4B0B7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2290886"/>
      </p:ext>
    </p:extLst>
  </p:cSld>
  <p:clrMapOvr>
    <a:masterClrMapping/>
  </p:clrMapOvr>
  <p:transition spd="med">
    <p:fade thruBlk="1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05025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288" y="188913"/>
            <a:ext cx="61674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61234D-FC4A-4E84-94E8-DB001FE1DB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FBAABE3-D461-415B-A3D6-85A840364C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654E1B-30EB-4300-B69A-E5043AD78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3E4195-410F-413A-ACD2-25072E308F9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5304499"/>
      </p:ext>
    </p:extLst>
  </p:cSld>
  <p:clrMapOvr>
    <a:masterClrMapping/>
  </p:clrMapOvr>
  <p:transition spd="med">
    <p:fade thruBlk="1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B70A869C-10C3-4473-B9C6-46D3DD745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4C1691C-E895-432D-AFD7-F386B0966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8225564-5B1C-41E2-BE37-20EF4F78F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9E971B-7D51-48D3-B03D-1853C30ADD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A0CA73-B0A8-4373-AE18-B8C65D00A2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D9575-1325-4496-988F-409E9535F6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FA5216-B277-4F00-AF8D-E261797F059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8827605"/>
      </p:ext>
    </p:extLst>
  </p:cSld>
  <p:clrMapOvr>
    <a:masterClrMapping/>
  </p:clrMapOvr>
  <p:transition spd="med">
    <p:fade thruBlk="1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250B814-0075-4EB4-A871-43CF03C55F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D6F8972-2984-4228-942F-ED24969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87B3A4C-A855-46FE-BA47-EEBF4C0591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8B528-3A68-4722-BBD3-9F7DB9A032EB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78522"/>
      </p:ext>
    </p:extLst>
  </p:cSld>
  <p:clrMapOvr>
    <a:masterClrMapping/>
  </p:clrMapOvr>
  <p:transition spd="med">
    <p:fade thruBlk="1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E8E8836-4FA6-49EA-BD6C-E3444E3645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62A1BB4-8043-439A-AEFF-D0B8B5A29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1D421ED-EADC-47DB-9D90-DBDCA7B0D3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6B189D-3A25-4EDA-9830-09F8573CBE7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390033"/>
      </p:ext>
    </p:extLst>
  </p:cSld>
  <p:clrMapOvr>
    <a:masterClrMapping/>
  </p:clrMapOvr>
  <p:transition spd="med">
    <p:fade thruBlk="1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FBBE54-094F-43B8-A1CA-CB19D83B64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7AFAB6-22CE-4E84-BAEE-6F6701B057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05DCD68-5948-4028-9AD8-7675B93D7A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A8515-1465-41EF-AF61-5D2BA0540C4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1807843"/>
      </p:ext>
    </p:extLst>
  </p:cSld>
  <p:clrMapOvr>
    <a:masterClrMapping/>
  </p:clrMapOvr>
  <p:transition spd="med">
    <p:fade thruBlk="1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47C6157-361E-4422-932A-8774D636A9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BED0F7A-FB68-4411-9392-62A25AD8C5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2DFD683B-8855-4D90-B731-4E8A2BFAA9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87B9C-3822-4CA1-ABC4-8951667807D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970098"/>
      </p:ext>
    </p:extLst>
  </p:cSld>
  <p:clrMapOvr>
    <a:masterClrMapping/>
  </p:clrMapOvr>
  <p:transition spd="med">
    <p:fade thruBlk="1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35D61A2-8DDA-453C-A353-276CB8D87C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34B2BC1-D424-4D04-B237-A3EFF6BB1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4134514-E3DB-4E71-9FAD-9D618F7943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ABA68-0A32-443B-84FE-2D6D00BC2F6B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690733"/>
      </p:ext>
    </p:extLst>
  </p:cSld>
  <p:clrMapOvr>
    <a:masterClrMapping/>
  </p:clrMapOvr>
  <p:transition spd="med">
    <p:fade thruBlk="1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309826D-B76A-4CC7-8D74-669063A1ED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731EE6F-7FF8-4D19-9E0A-B7DCBADBFF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37F5E0C-05E8-4F75-A59B-E8815D2D55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77916-76D5-48D2-8E38-0BA67CBF46D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124090"/>
      </p:ext>
    </p:extLst>
  </p:cSld>
  <p:clrMapOvr>
    <a:masterClrMapping/>
  </p:clrMapOvr>
  <p:transition spd="med">
    <p:fade thruBlk="1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FCC47C-B319-4F35-BCDE-59AF0D25D4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A41019-967D-4BA0-ABC4-6CD9B116C7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FC89F47-17E3-42C6-8B48-3E4EDEA1EF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9FC40-CC6B-451D-9FF7-D83E8E31259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6807947"/>
      </p:ext>
    </p:extLst>
  </p:cSld>
  <p:clrMapOvr>
    <a:masterClrMapping/>
  </p:clrMapOvr>
  <p:transition spd="med">
    <p:fade thruBlk="1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7A47BC-A0E6-45A8-A31F-9346222A82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FAA220-BDA7-43EA-A778-ECCC86AC2F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0605325-90DC-4641-9221-BB3A160303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F0B5D-90D0-413E-BDAD-0955D49AE28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574127"/>
      </p:ext>
    </p:extLst>
  </p:cSld>
  <p:clrMapOvr>
    <a:masterClrMapping/>
  </p:clrMapOvr>
  <p:transition spd="med">
    <p:fade thruBlk="1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8D32D27-3372-4E12-BADE-72FBEF1D0C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A659E4-9818-4991-8883-F5F4032B9D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3A4DEC0-D16E-4D13-BEDF-E398F874D3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A7EB1-EAC4-4E87-992C-400D4022782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8179825"/>
      </p:ext>
    </p:extLst>
  </p:cSld>
  <p:clrMapOvr>
    <a:masterClrMapping/>
  </p:clrMapOvr>
  <p:transition spd="med">
    <p:fade thruBlk="1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1BA8D1B-4173-4F30-BD33-0E218FBAE3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2698A3-78EF-4743-AA33-354A8488D8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BD9CAB8-D0F7-466A-8CB2-AF3E83954B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9B440-D8A8-4272-9CC1-77662770983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086095"/>
      </p:ext>
    </p:extLst>
  </p:cSld>
  <p:clrMapOvr>
    <a:masterClrMapping/>
  </p:clrMapOvr>
  <p:transition spd="med">
    <p:fade thruBlk="1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_home">
            <a:extLst>
              <a:ext uri="{FF2B5EF4-FFF2-40B4-BE49-F238E27FC236}">
                <a16:creationId xmlns:a16="http://schemas.microsoft.com/office/drawing/2014/main" id="{DFD14690-457E-4326-901A-DBF9367AE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B02E2AB3-336C-41D4-A9B2-A29066714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8642350" cy="6335712"/>
          </a:xfrm>
          <a:prstGeom prst="rect">
            <a:avLst/>
          </a:prstGeom>
          <a:solidFill>
            <a:schemeClr val="bg1">
              <a:alpha val="65881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pic>
        <p:nvPicPr>
          <p:cNvPr id="6" name="Picture 9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3A08F75D-03D1-4F13-8A37-0A8D0B37B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924175"/>
            <a:ext cx="6400800" cy="10810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20378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11188" y="836613"/>
            <a:ext cx="7772400" cy="2087562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325D67-BE58-4FE8-BF4E-AE51FAB411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7C0547-88A0-4234-83CA-2DFDB5C1E1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7ECFE-3953-4D3B-9154-FCC70756C0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8AE6FF5-E06A-451C-8A8D-EB0E0151D29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5354238"/>
      </p:ext>
    </p:extLst>
  </p:cSld>
  <p:clrMapOvr>
    <a:masterClrMapping/>
  </p:clrMapOvr>
  <p:transition spd="med">
    <p:fade thruBlk="1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222B010-DA65-4CE5-94AF-696468816A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C2FF5BE-7C20-49A3-BCCB-2F2AE40541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9162378-080B-4A75-8929-5E887782FF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576C97-1BCA-4A30-8C48-7B65C3E9249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0575902"/>
      </p:ext>
    </p:extLst>
  </p:cSld>
  <p:clrMapOvr>
    <a:masterClrMapping/>
  </p:clrMapOvr>
  <p:transition spd="med">
    <p:fade thruBlk="1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816EF9D-AC84-49C2-AFC5-AB8021456E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F34DB04-AA0F-4CAD-8140-8C1551301B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08F0C73-A0ED-491A-BB21-2D0D7F179C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06C7B-CFF1-4B2C-8678-B2C87B61E01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0330627"/>
      </p:ext>
    </p:extLst>
  </p:cSld>
  <p:clrMapOvr>
    <a:masterClrMapping/>
  </p:clrMapOvr>
  <p:transition spd="med">
    <p:fade thruBlk="1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8" y="908050"/>
            <a:ext cx="4279900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65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5684B-2315-466D-8A83-E0CF3D3CE4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E6653D-394F-40FA-9474-DA2E4B1F88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DEA3CFC-3B6E-421E-9B34-1DA40C2349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380636-5816-44D3-BE23-372D8829F563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388698"/>
      </p:ext>
    </p:extLst>
  </p:cSld>
  <p:clrMapOvr>
    <a:masterClrMapping/>
  </p:clrMapOvr>
  <p:transition spd="med">
    <p:fade thruBlk="1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16F6AB8-BB92-4CEF-8D26-E93482979E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BD1FAAE-796F-4CFB-B0A5-CA9241C412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48DA32E-E0AE-4D83-90F2-C616AF6214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C5190C-7AC5-41C6-BBBE-6C33A89A5B8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411890"/>
      </p:ext>
    </p:extLst>
  </p:cSld>
  <p:clrMapOvr>
    <a:masterClrMapping/>
  </p:clrMapOvr>
  <p:transition spd="med">
    <p:fade thruBlk="1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32EE1A4-F966-4DBF-A699-F95594F445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F09AB4-263E-4F08-B07B-4C9414078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66AB12E-AE9C-47EB-B88A-C8EA148D10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14206-E5F8-40FE-B951-533341024E6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3891011"/>
      </p:ext>
    </p:extLst>
  </p:cSld>
  <p:clrMapOvr>
    <a:masterClrMapping/>
  </p:clrMapOvr>
  <p:transition spd="med">
    <p:fade thruBlk="1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2E324A3-5755-4B24-A803-BDD57DB317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95E4223-B068-428F-A5CB-734706C97B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618D508-D240-4908-85DE-3563258778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945A4C-B1B9-4552-8A72-3CB22BF3565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902282"/>
      </p:ext>
    </p:extLst>
  </p:cSld>
  <p:clrMapOvr>
    <a:masterClrMapping/>
  </p:clrMapOvr>
  <p:transition spd="med">
    <p:fade thruBlk="1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EF5B95-CFAB-4BB9-8E3C-13400967CC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1BB996-B657-439F-BE11-CF7632185F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EAE8703-35EF-4C1C-96D9-2A8710C0F1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9B9F53-9508-44CA-9744-D222333CD34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235622"/>
      </p:ext>
    </p:extLst>
  </p:cSld>
  <p:clrMapOvr>
    <a:masterClrMapping/>
  </p:clrMapOvr>
  <p:transition spd="med">
    <p:fade thruBlk="1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3049B4-C99F-4EC7-8901-34CE7EA569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DCF197-02DE-4FB7-8260-44F4760871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1FD0966-9485-4F5A-B809-887B8AFAE1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8855A-22C2-4001-8564-F5D40BB7861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1043193"/>
      </p:ext>
    </p:extLst>
  </p:cSld>
  <p:clrMapOvr>
    <a:masterClrMapping/>
  </p:clrMapOvr>
  <p:transition spd="med">
    <p:fade thruBlk="1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5AC07CB-9260-49DA-8551-5EC04A2511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85E5AAC-5199-4F5C-A3E9-729C91483A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9D20999-B4F2-44D2-8B1A-7E8EFE6A27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F42758-D7AA-494C-AE13-9A89C16C1CC8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3197429"/>
      </p:ext>
    </p:extLst>
  </p:cSld>
  <p:clrMapOvr>
    <a:masterClrMapping/>
  </p:clrMapOvr>
  <p:transition spd="med">
    <p:fade thruBlk="1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370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9388" y="188913"/>
            <a:ext cx="6383337" cy="6370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A564F25-3A2C-4108-87D1-132A463B60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74EC6C-F92F-4E93-925F-ACD33AEA4C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B6FFD63-093B-431B-B980-1431A69226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C03405-3B31-41EB-8609-52EE7C270727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661649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32F13EE8-1545-4607-9C3A-8E7BC5428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B0E29892-8E62-4F89-87E2-4051D627A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he-IL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297F5F93-A707-44E8-8EB2-81894D1C7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DF6E69C4-EF32-41BE-B19F-44A2FE45B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D614A09B-3FE6-440F-8168-E846A6AA49E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F62A138C-1455-4EAD-8462-262DABB6BE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975F3614-B95D-4EFE-BAB4-08264373FA7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7E5FA5DA-2248-4D23-B566-25B698C9C76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100D0EF-625B-4BF2-BB74-9C4B7779E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455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1" r:id="rId1"/>
    <p:sldLayoutId id="2147484162" r:id="rId2"/>
    <p:sldLayoutId id="2147484163" r:id="rId3"/>
    <p:sldLayoutId id="2147484164" r:id="rId4"/>
    <p:sldLayoutId id="2147484165" r:id="rId5"/>
    <p:sldLayoutId id="2147484166" r:id="rId6"/>
    <p:sldLayoutId id="2147484167" r:id="rId7"/>
    <p:sldLayoutId id="2147484168" r:id="rId8"/>
    <p:sldLayoutId id="2147484169" r:id="rId9"/>
    <p:sldLayoutId id="2147484170" r:id="rId10"/>
    <p:sldLayoutId id="2147484171" r:id="rId11"/>
    <p:sldLayoutId id="2147484172" r:id="rId12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6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6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2996A137-4C83-47EF-A73D-1DC346CC0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1DCECD16-7827-41E2-853F-3300ECB96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algn="ct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BE575E5F-C740-45B4-8358-7A84CD583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815FFE4B-AF4C-4AF4-8E99-A7A7A297E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8637D80C-B585-4150-AB84-7B700E6EFD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0ABD5E55-8504-4E7B-9A53-04F939DC38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96DC900C-8AA5-4F3F-A8B6-AB410AB0176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FB8DDE5F-B8B8-4E2B-8BE6-FD3A037E86D1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23451E89-4382-4CED-B773-1EC86F70A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9164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4" r:id="rId1"/>
    <p:sldLayoutId id="2147484175" r:id="rId2"/>
    <p:sldLayoutId id="2147484176" r:id="rId3"/>
    <p:sldLayoutId id="2147484177" r:id="rId4"/>
    <p:sldLayoutId id="2147484178" r:id="rId5"/>
    <p:sldLayoutId id="2147484179" r:id="rId6"/>
    <p:sldLayoutId id="2147484180" r:id="rId7"/>
    <p:sldLayoutId id="2147484181" r:id="rId8"/>
    <p:sldLayoutId id="2147484182" r:id="rId9"/>
    <p:sldLayoutId id="2147484183" r:id="rId10"/>
    <p:sldLayoutId id="2147484184" r:id="rId11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023304EC-E85B-4161-8C77-E86DB8AEC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C84B9901-6FCF-48BE-912C-5BCA2A8AF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5A2ACFFE-1E80-40D2-B67A-63F22F9333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408C98B4-875E-45D8-B800-0E41F43C2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038BC3BB-B77D-4904-8F6D-E95CE061348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5412C218-5872-4F23-A029-01BFD506EC3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4F616C5C-AFB7-4F50-990F-380DC41921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491B18ED-41B1-41D7-88EE-170FFB5BAFB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ED8C5757-C97C-4C59-9056-1609A3922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569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9" r:id="rId1"/>
    <p:sldLayoutId id="2147484200" r:id="rId2"/>
    <p:sldLayoutId id="2147484201" r:id="rId3"/>
    <p:sldLayoutId id="2147484202" r:id="rId4"/>
    <p:sldLayoutId id="2147484203" r:id="rId5"/>
    <p:sldLayoutId id="2147484204" r:id="rId6"/>
    <p:sldLayoutId id="2147484205" r:id="rId7"/>
    <p:sldLayoutId id="2147484206" r:id="rId8"/>
    <p:sldLayoutId id="2147484207" r:id="rId9"/>
    <p:sldLayoutId id="2147484208" r:id="rId10"/>
    <p:sldLayoutId id="2147484209" r:id="rId11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>
            <a:extLst>
              <a:ext uri="{FF2B5EF4-FFF2-40B4-BE49-F238E27FC236}">
                <a16:creationId xmlns:a16="http://schemas.microsoft.com/office/drawing/2014/main" id="{504CA2AA-AA2E-498A-A0D2-47295810A5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15888"/>
            <a:ext cx="8353425" cy="66262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he-IL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DD9B238-A1D0-48D1-86E7-59489684E5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692150"/>
            <a:ext cx="8353425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E9CA9D63-20C4-484B-B1AD-392021D9AF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88913"/>
            <a:ext cx="8135937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11972" name="Rectangle 4">
            <a:extLst>
              <a:ext uri="{FF2B5EF4-FFF2-40B4-BE49-F238E27FC236}">
                <a16:creationId xmlns:a16="http://schemas.microsoft.com/office/drawing/2014/main" id="{7CADF10B-C69B-4CEE-8EFD-6DC3F5701A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11973" name="Rectangle 5">
            <a:extLst>
              <a:ext uri="{FF2B5EF4-FFF2-40B4-BE49-F238E27FC236}">
                <a16:creationId xmlns:a16="http://schemas.microsoft.com/office/drawing/2014/main" id="{A763EA41-7151-4D77-9B12-CD8B589FC7D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rgbClr val="000000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11974" name="Rectangle 6">
            <a:extLst>
              <a:ext uri="{FF2B5EF4-FFF2-40B4-BE49-F238E27FC236}">
                <a16:creationId xmlns:a16="http://schemas.microsoft.com/office/drawing/2014/main" id="{A974B73A-E6C6-4F95-8F22-16495C789A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F9882D43-9A04-4B8C-BCFF-5EBDD68DEDB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104" name="Picture 7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7644BA7A-72FA-45DA-B744-10947F7D8D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lum bright="-18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396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1" r:id="rId1"/>
    <p:sldLayoutId id="2147484212" r:id="rId2"/>
    <p:sldLayoutId id="2147484213" r:id="rId3"/>
    <p:sldLayoutId id="2147484214" r:id="rId4"/>
    <p:sldLayoutId id="2147484215" r:id="rId5"/>
    <p:sldLayoutId id="2147484216" r:id="rId6"/>
    <p:sldLayoutId id="2147484217" r:id="rId7"/>
    <p:sldLayoutId id="2147484218" r:id="rId8"/>
    <p:sldLayoutId id="2147484219" r:id="rId9"/>
    <p:sldLayoutId id="2147484220" r:id="rId10"/>
    <p:sldLayoutId id="2147484221" r:id="rId11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Black" pitchFamily="34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0" descr="image_home">
            <a:extLst>
              <a:ext uri="{FF2B5EF4-FFF2-40B4-BE49-F238E27FC236}">
                <a16:creationId xmlns:a16="http://schemas.microsoft.com/office/drawing/2014/main" id="{403845F3-3391-41FA-8078-728C4CE91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3545DA7B-C582-4D93-AC73-96678BEEC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50000"/>
              </a:spcBef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693A461-8988-45C0-AB4A-F64688B6C4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C3E0C533-0E8C-4A01-A4DD-7890C6D10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8FE758DC-8A9B-4BEF-A932-DD6FB10139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4672A39F-C70A-445C-A8BB-7C6FBD8A0B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4094984D-009C-4B05-A822-ED2816EAB9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04EA2123-5E70-448D-BA4A-AF9D0EFA56F0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5129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4E1D7BFE-C18B-4993-A03E-20F4DCE95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054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3" r:id="rId1"/>
    <p:sldLayoutId id="2147484224" r:id="rId2"/>
    <p:sldLayoutId id="2147484225" r:id="rId3"/>
    <p:sldLayoutId id="2147484226" r:id="rId4"/>
    <p:sldLayoutId id="2147484227" r:id="rId5"/>
    <p:sldLayoutId id="2147484228" r:id="rId6"/>
    <p:sldLayoutId id="2147484229" r:id="rId7"/>
    <p:sldLayoutId id="2147484230" r:id="rId8"/>
    <p:sldLayoutId id="2147484231" r:id="rId9"/>
    <p:sldLayoutId id="2147484232" r:id="rId10"/>
    <p:sldLayoutId id="2147484233" r:id="rId11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anose="020B0A04020102020204" pitchFamily="34" charset="0"/>
          <a:cs typeface="Arial" panose="020B0604020202020204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32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28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0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FFFFFF"/>
            </a:gs>
            <a:gs pos="100000">
              <a:srgbClr val="9999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image_home">
            <a:extLst>
              <a:ext uri="{FF2B5EF4-FFF2-40B4-BE49-F238E27FC236}">
                <a16:creationId xmlns:a16="http://schemas.microsoft.com/office/drawing/2014/main" id="{7F39503B-C1EA-4953-B288-0704D4A6E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" t="23004" r="12982" b="15056"/>
          <a:stretch>
            <a:fillRect/>
          </a:stretch>
        </p:blipFill>
        <p:spPr bwMode="auto">
          <a:xfrm>
            <a:off x="0" y="4049713"/>
            <a:ext cx="3600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5AB47AB8-D509-47FF-BEC6-4025B30DF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8713787" cy="633571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5pPr>
            <a:lvl6pPr marL="25146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6pPr>
            <a:lvl7pPr marL="29718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7pPr>
            <a:lvl8pPr marL="34290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8pPr>
            <a:lvl9pPr marL="3886200" indent="-228600" algn="ctr" rtl="1" eaLnBrk="0" fontAlgn="base" hangingPunct="0">
              <a:spcBef>
                <a:spcPct val="50000"/>
              </a:spcBef>
              <a:spcAft>
                <a:spcPct val="0"/>
              </a:spcAft>
              <a:defRPr sz="4000" b="1">
                <a:solidFill>
                  <a:srgbClr val="FFFF00"/>
                </a:solidFill>
                <a:latin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50000"/>
              </a:spcBef>
              <a:defRPr/>
            </a:pP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93CC29E7-C7BC-4671-AF64-CB7E117BAC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08050"/>
            <a:ext cx="8713787" cy="565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9D98F2F5-58A9-43C1-9C66-6E31547BCF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188913"/>
            <a:ext cx="83534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8B5B1EC9-1483-4AD0-8FBA-B1EA514E75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84950"/>
            <a:ext cx="2133600" cy="19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6" name="Rectangle 6">
            <a:extLst>
              <a:ext uri="{FF2B5EF4-FFF2-40B4-BE49-F238E27FC236}">
                <a16:creationId xmlns:a16="http://schemas.microsoft.com/office/drawing/2014/main" id="{39495316-A43A-4FA8-84F3-3FEDBE8E8B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13525"/>
            <a:ext cx="28956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hangingPunct="1">
              <a:spcBef>
                <a:spcPct val="0"/>
              </a:spcBef>
              <a:defRPr sz="1000" b="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07" name="Rectangle 7">
            <a:extLst>
              <a:ext uri="{FF2B5EF4-FFF2-40B4-BE49-F238E27FC236}">
                <a16:creationId xmlns:a16="http://schemas.microsoft.com/office/drawing/2014/main" id="{6857AEE4-B30F-4E07-9DC7-7ED102D857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613525"/>
            <a:ext cx="2133600" cy="136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 smtClean="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595FD8EC-22AC-4F48-99B8-B38BB4A3D735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3" name="Picture 8" descr="MCj04325580000[1]">
            <a:hlinkClick r:id="" action="ppaction://hlinkshowjump?jump=endshow"/>
            <a:extLst>
              <a:ext uri="{FF2B5EF4-FFF2-40B4-BE49-F238E27FC236}">
                <a16:creationId xmlns:a16="http://schemas.microsoft.com/office/drawing/2014/main" id="{824CADB3-81B4-482D-8779-DBE7DAFF9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52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512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7" r:id="rId1"/>
    <p:sldLayoutId id="2147484248" r:id="rId2"/>
    <p:sldLayoutId id="2147484249" r:id="rId3"/>
    <p:sldLayoutId id="2147484250" r:id="rId4"/>
    <p:sldLayoutId id="2147484251" r:id="rId5"/>
    <p:sldLayoutId id="2147484252" r:id="rId6"/>
    <p:sldLayoutId id="2147484253" r:id="rId7"/>
    <p:sldLayoutId id="2147484254" r:id="rId8"/>
    <p:sldLayoutId id="2147484255" r:id="rId9"/>
    <p:sldLayoutId id="2147484256" r:id="rId10"/>
    <p:sldLayoutId id="2147484257" r:id="rId11"/>
  </p:sldLayoutIdLst>
  <p:transition spd="med">
    <p:fade thruBlk="1"/>
  </p:transition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3600" b="1">
          <a:solidFill>
            <a:srgbClr val="990033"/>
          </a:solidFill>
          <a:latin typeface="Arial Black" pitchFamily="34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32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Blip>
          <a:blip r:embed="rId15"/>
        </a:buBlip>
        <a:defRPr sz="2800" b="1">
          <a:solidFill>
            <a:schemeClr val="accent2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1">
          <a:solidFill>
            <a:schemeClr val="accent2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2000" b="1">
          <a:solidFill>
            <a:schemeClr val="accent2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SzPct val="70000"/>
        <a:buBlip>
          <a:blip r:embed="rId15"/>
        </a:buBlip>
        <a:defRPr sz="1600" b="1">
          <a:solidFill>
            <a:schemeClr val="accent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3.png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3F5AC38-6652-DE3C-FCC5-809694F890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/>
              <a:t>ניהול קונפליקטים</a:t>
            </a:r>
            <a:endParaRPr lang="en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B3FE0A-F0A7-7C64-6422-7E9986F4E2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ניהול </a:t>
            </a:r>
            <a:r>
              <a:rPr lang="he-IL"/>
              <a:t>משאבי אנוש</a:t>
            </a:r>
            <a:br>
              <a:rPr lang="he-IL"/>
            </a:b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36460-557B-767E-B66D-802886C11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DB5D8F-E3C2-4863-A500-2ACF3C4B39FC}" type="slidenum">
              <a:rPr lang="he-IL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2793400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06FD962-70DB-4F33-B020-CE1FF3C12B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388" y="2648267"/>
          <a:ext cx="8872092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2297">
                  <a:extLst>
                    <a:ext uri="{9D8B030D-6E8A-4147-A177-3AD203B41FA5}">
                      <a16:colId xmlns:a16="http://schemas.microsoft.com/office/drawing/2014/main" val="3277677071"/>
                    </a:ext>
                  </a:extLst>
                </a:gridCol>
                <a:gridCol w="1452297">
                  <a:extLst>
                    <a:ext uri="{9D8B030D-6E8A-4147-A177-3AD203B41FA5}">
                      <a16:colId xmlns:a16="http://schemas.microsoft.com/office/drawing/2014/main" val="1526251303"/>
                    </a:ext>
                  </a:extLst>
                </a:gridCol>
                <a:gridCol w="1719026">
                  <a:extLst>
                    <a:ext uri="{9D8B030D-6E8A-4147-A177-3AD203B41FA5}">
                      <a16:colId xmlns:a16="http://schemas.microsoft.com/office/drawing/2014/main" val="3115284627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842054926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79859691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280800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he-IL" sz="2800" b="1" dirty="0"/>
                        <a:t>המנעות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he-IL" sz="2800" b="1" dirty="0"/>
                        <a:t>ויתור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b="1" dirty="0"/>
                        <a:t>פשרה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he-IL" sz="2800" b="1" dirty="0"/>
                        <a:t>תחרותיות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b="1" dirty="0"/>
                        <a:t>שיתוף פעולה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0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b="1" dirty="0">
                          <a:highlight>
                            <a:srgbClr val="FFFF00"/>
                          </a:highlight>
                        </a:rPr>
                        <a:t>12 - 8 </a:t>
                      </a:r>
                      <a:endParaRPr lang="en-US" sz="2800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b="1" dirty="0">
                          <a:highlight>
                            <a:srgbClr val="FFFF00"/>
                          </a:highlight>
                        </a:rPr>
                        <a:t>12 - 6</a:t>
                      </a:r>
                      <a:endParaRPr lang="en-US" sz="2800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he-IL" sz="2800" b="1" dirty="0">
                          <a:highlight>
                            <a:srgbClr val="FFFF00"/>
                          </a:highlight>
                        </a:rPr>
                        <a:t>12 - 9</a:t>
                      </a:r>
                      <a:endParaRPr lang="en-US" sz="2800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b="1" dirty="0">
                          <a:highlight>
                            <a:srgbClr val="FFFF00"/>
                          </a:highlight>
                        </a:rPr>
                        <a:t>12 - 8 </a:t>
                      </a:r>
                      <a:endParaRPr lang="en-US" sz="2800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he-IL" sz="2800" b="1" dirty="0">
                          <a:highlight>
                            <a:srgbClr val="FFFF00"/>
                          </a:highlight>
                        </a:rPr>
                        <a:t>12 - 9 </a:t>
                      </a:r>
                      <a:endParaRPr lang="en-US" sz="2800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he-IL" sz="2800" b="1" dirty="0">
                          <a:highlight>
                            <a:srgbClr val="FFFF00"/>
                          </a:highlight>
                        </a:rPr>
                        <a:t>גבוה</a:t>
                      </a:r>
                      <a:endParaRPr lang="en-US" sz="2800" b="1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242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b="1" dirty="0"/>
                        <a:t>4 - 0 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b="1" dirty="0"/>
                        <a:t> 3 - 0 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b="1" dirty="0"/>
                        <a:t>4 - 0 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 b="1" dirty="0"/>
                        <a:t>3 - 0 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he-IL" sz="2800" b="1" dirty="0"/>
                        <a:t>5 - 0 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he-IL" sz="2800" b="1" dirty="0"/>
                        <a:t>נמוך</a:t>
                      </a:r>
                      <a:endParaRPr 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46008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82976-58E3-445A-BBC9-8543D04B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F779D3-83E7-4ECD-8C71-F6AA7A775F34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8" name="Picture 18" descr="MCAN01636_0000[1]">
            <a:extLst>
              <a:ext uri="{FF2B5EF4-FFF2-40B4-BE49-F238E27FC236}">
                <a16:creationId xmlns:a16="http://schemas.microsoft.com/office/drawing/2014/main" id="{007230E0-03DD-4E33-8B22-B226FA3FC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378" y="1676237"/>
            <a:ext cx="107315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9" descr="MCj04241320000[1]">
            <a:extLst>
              <a:ext uri="{FF2B5EF4-FFF2-40B4-BE49-F238E27FC236}">
                <a16:creationId xmlns:a16="http://schemas.microsoft.com/office/drawing/2014/main" id="{5A89261B-66FF-4DF7-A9F8-DFA388584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740" y="1675367"/>
            <a:ext cx="815975" cy="89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0" descr="MCj03914440000[1]">
            <a:extLst>
              <a:ext uri="{FF2B5EF4-FFF2-40B4-BE49-F238E27FC236}">
                <a16:creationId xmlns:a16="http://schemas.microsoft.com/office/drawing/2014/main" id="{D4236C8A-5E6E-4445-AD0C-216C5826B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8" y="1812941"/>
            <a:ext cx="1176338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1" descr="MCj01405550000[1]">
            <a:extLst>
              <a:ext uri="{FF2B5EF4-FFF2-40B4-BE49-F238E27FC236}">
                <a16:creationId xmlns:a16="http://schemas.microsoft.com/office/drawing/2014/main" id="{D4D40721-4A60-4E40-B375-BB0216644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811175"/>
            <a:ext cx="5810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2" descr="MCj03701400000[1]">
            <a:extLst>
              <a:ext uri="{FF2B5EF4-FFF2-40B4-BE49-F238E27FC236}">
                <a16:creationId xmlns:a16="http://schemas.microsoft.com/office/drawing/2014/main" id="{29382877-52B2-48F1-954B-80A07278E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596" y="1706324"/>
            <a:ext cx="785813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719236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D6EFE222-E5F8-41DF-BBF5-EA6A5554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7C8AEE-B8E8-45AE-9280-B26BD63E0FA4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810408E-D35B-46A2-9B73-CA95CBAF2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en-US"/>
              <a:t>דרכי התמודדות עם קונפליקט </a:t>
            </a:r>
            <a:endParaRPr lang="en-US" altLang="en-US"/>
          </a:p>
        </p:txBody>
      </p:sp>
      <p:sp>
        <p:nvSpPr>
          <p:cNvPr id="24580" name="Line 3">
            <a:extLst>
              <a:ext uri="{FF2B5EF4-FFF2-40B4-BE49-F238E27FC236}">
                <a16:creationId xmlns:a16="http://schemas.microsoft.com/office/drawing/2014/main" id="{B3867526-4F7E-4008-B8D6-1AB18F6C74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1196975"/>
            <a:ext cx="0" cy="439261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81" name="Line 4">
            <a:extLst>
              <a:ext uri="{FF2B5EF4-FFF2-40B4-BE49-F238E27FC236}">
                <a16:creationId xmlns:a16="http://schemas.microsoft.com/office/drawing/2014/main" id="{AE10BC99-0F8D-41E9-82B2-1C7A9685E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35150" y="5589588"/>
            <a:ext cx="65532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82" name="Text Box 5">
            <a:extLst>
              <a:ext uri="{FF2B5EF4-FFF2-40B4-BE49-F238E27FC236}">
                <a16:creationId xmlns:a16="http://schemas.microsoft.com/office/drawing/2014/main" id="{69027404-F651-480F-B710-AA1A29CA4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2417763"/>
            <a:ext cx="2447925" cy="57943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סיוע/ שיתוף</a:t>
            </a: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83" name="Text Box 6">
            <a:extLst>
              <a:ext uri="{FF2B5EF4-FFF2-40B4-BE49-F238E27FC236}">
                <a16:creationId xmlns:a16="http://schemas.microsoft.com/office/drawing/2014/main" id="{B17DA5EF-2CA0-43A8-8FF9-160DEC885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2417763"/>
            <a:ext cx="2447925" cy="579437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תחרות</a:t>
            </a: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84" name="Text Box 7">
            <a:extLst>
              <a:ext uri="{FF2B5EF4-FFF2-40B4-BE49-F238E27FC236}">
                <a16:creationId xmlns:a16="http://schemas.microsoft.com/office/drawing/2014/main" id="{2C877DC1-2816-45E0-B989-4DB201C0C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3716338"/>
            <a:ext cx="2447925" cy="579437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פשרה</a:t>
            </a: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85" name="Text Box 8">
            <a:extLst>
              <a:ext uri="{FF2B5EF4-FFF2-40B4-BE49-F238E27FC236}">
                <a16:creationId xmlns:a16="http://schemas.microsoft.com/office/drawing/2014/main" id="{09A240D5-55A5-4BEE-85B4-FB9C77D7D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5010150"/>
            <a:ext cx="2447925" cy="5794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וויתור</a:t>
            </a: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86" name="Text Box 9">
            <a:extLst>
              <a:ext uri="{FF2B5EF4-FFF2-40B4-BE49-F238E27FC236}">
                <a16:creationId xmlns:a16="http://schemas.microsoft.com/office/drawing/2014/main" id="{03B6C4C0-6FC5-4B38-884E-3B617425E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5010150"/>
            <a:ext cx="2447925" cy="579438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המנעות</a:t>
            </a: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87" name="Text Box 10">
            <a:extLst>
              <a:ext uri="{FF2B5EF4-FFF2-40B4-BE49-F238E27FC236}">
                <a16:creationId xmlns:a16="http://schemas.microsoft.com/office/drawing/2014/main" id="{FB68FB9A-7618-48BA-8DFF-4BCCB3A5F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6021388"/>
            <a:ext cx="3168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דאגה לצרכי האחר</a:t>
            </a: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88" name="Text Box 11">
            <a:extLst>
              <a:ext uri="{FF2B5EF4-FFF2-40B4-BE49-F238E27FC236}">
                <a16:creationId xmlns:a16="http://schemas.microsoft.com/office/drawing/2014/main" id="{9ED03542-E7EA-401F-8AFF-BB2810808A5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353218" y="3024981"/>
            <a:ext cx="316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דאגה לצרכים שלי</a:t>
            </a: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589" name="Picture 18" descr="MCAN01636_0000[1]">
            <a:extLst>
              <a:ext uri="{FF2B5EF4-FFF2-40B4-BE49-F238E27FC236}">
                <a16:creationId xmlns:a16="http://schemas.microsoft.com/office/drawing/2014/main" id="{CD22D61C-2CB8-4073-8DE3-E6BEC3F79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916113"/>
            <a:ext cx="107315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0" name="Picture 19" descr="MCj04241320000[1]">
            <a:extLst>
              <a:ext uri="{FF2B5EF4-FFF2-40B4-BE49-F238E27FC236}">
                <a16:creationId xmlns:a16="http://schemas.microsoft.com/office/drawing/2014/main" id="{6B125308-E56C-4B2A-A3E2-7E3AD8F9D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825" y="4365625"/>
            <a:ext cx="815975" cy="89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1" name="Picture 20" descr="MCj03914440000[1]">
            <a:extLst>
              <a:ext uri="{FF2B5EF4-FFF2-40B4-BE49-F238E27FC236}">
                <a16:creationId xmlns:a16="http://schemas.microsoft.com/office/drawing/2014/main" id="{B40D7675-1C53-4BEA-8D34-A4F2359DC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4437063"/>
            <a:ext cx="1176338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2" name="Picture 21" descr="MCj01405550000[1]">
            <a:extLst>
              <a:ext uri="{FF2B5EF4-FFF2-40B4-BE49-F238E27FC236}">
                <a16:creationId xmlns:a16="http://schemas.microsoft.com/office/drawing/2014/main" id="{B8F99CF2-4B47-4B08-BD14-1226B1884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3213100"/>
            <a:ext cx="5810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3" name="Picture 22" descr="MCj03701400000[1]">
            <a:extLst>
              <a:ext uri="{FF2B5EF4-FFF2-40B4-BE49-F238E27FC236}">
                <a16:creationId xmlns:a16="http://schemas.microsoft.com/office/drawing/2014/main" id="{E7E3C45B-DB93-4CFF-BA9E-A3B08E53F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1700213"/>
            <a:ext cx="785813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E4F0D303-A7FC-4A16-80CB-394E5B3FC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7B646F-9B95-41D3-A9CC-0ED28977F1C5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5016765-6A1C-4708-8C33-8385976AC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en-US"/>
              <a:t>תחרות</a:t>
            </a:r>
            <a:endParaRPr lang="en-US" altLang="en-US"/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112F111A-37A9-43AE-B21A-E8E9703B79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he-IL" altLang="en-US" sz="2400"/>
              <a:t>"עמידה על זכויותיך" ; הגנה על עמדה מוצדקת ; ניסיון לנצח</a:t>
            </a:r>
            <a:endParaRPr lang="en-US" altLang="en-US" sz="2400"/>
          </a:p>
          <a:p>
            <a:pPr>
              <a:lnSpc>
                <a:spcPct val="80000"/>
              </a:lnSpc>
            </a:pPr>
            <a:r>
              <a:rPr lang="he-IL" altLang="en-US" sz="2400"/>
              <a:t>האדם דואג לאינטרסים שלו על חשבון אחרים ומפעיל אסטרטגיה המכוונת להשגת כח.</a:t>
            </a:r>
            <a:endParaRPr lang="en-US" altLang="en-US" sz="2400"/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r>
              <a:rPr lang="he-IL" altLang="en-US" sz="2400"/>
              <a:t>ה"כריש" – הטיפוס הכופה: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מנסה להשתלט על יריביו ע"י כך שכופה עליהם לקבל את הפתרון שלו.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המטרות האישיות חשובות ביותר ובאות על חשבון היחסים עם הצד השני.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לא אכפת לו אם הוא אהוד או מקובל.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לגביו יש מצב אחד: מנצח מול מפסיד.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הוא מנסה לנצח ע"י תקיפה, השתלטות, מחיצה או הפחדה.</a:t>
            </a:r>
            <a:endParaRPr lang="en-US" altLang="en-US" sz="2000"/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r>
              <a:rPr lang="he-IL" altLang="en-US" sz="2400"/>
              <a:t>שימושים אפשריים: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כאשר נדרשת פעולה מהירה והחלטית – מקרה חירום.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כאשר נדרשת החדרת דרך פעולה לא פופולארית – משמעת, אכיפת פקודות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כאשר מדובר באינטרס חשוב, שאינך מוכן להתפשר עליו וסיכוי הניצחון שלך  בקונפליקט טובים.</a:t>
            </a:r>
            <a:endParaRPr lang="en-US" altLang="en-US" sz="2000"/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endParaRPr lang="en-US" altLang="en-US" sz="2400"/>
          </a:p>
        </p:txBody>
      </p:sp>
      <p:pic>
        <p:nvPicPr>
          <p:cNvPr id="26629" name="Picture 5" descr="MCAN01636_0000[1]">
            <a:extLst>
              <a:ext uri="{FF2B5EF4-FFF2-40B4-BE49-F238E27FC236}">
                <a16:creationId xmlns:a16="http://schemas.microsoft.com/office/drawing/2014/main" id="{459FE397-DB25-4EBC-B784-D73B1B8F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429000"/>
            <a:ext cx="107315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0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0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0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0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0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0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0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0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703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703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A5C6BD73-5E76-4650-804C-6911C5FE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43C9A6-FF20-4F61-8E51-8E5CF727BB9D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8C481224-531C-4173-9369-6D0ED28D3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en-US"/>
              <a:t>וויתור</a:t>
            </a:r>
            <a:endParaRPr lang="en-US" altLang="en-US"/>
          </a:p>
        </p:txBody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61E69B68-5D3F-4C20-B1D2-BCBE3A96D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836613"/>
            <a:ext cx="8569325" cy="5949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altLang="en-US" sz="2400"/>
              <a:t>וויתור על המרכים האישיים על מנת למלא את צרכי של משהו אחר.</a:t>
            </a:r>
            <a:endParaRPr lang="en-US" altLang="en-US" sz="2400"/>
          </a:p>
          <a:p>
            <a:pPr>
              <a:lnSpc>
                <a:spcPct val="90000"/>
              </a:lnSpc>
            </a:pPr>
            <a:r>
              <a:rPr lang="he-IL" altLang="en-US" sz="2400"/>
              <a:t>יכול להופיע בצורה של : נדיבות, ציות להוראות (בניגוד לרצון אישי) או כניעה.</a:t>
            </a: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he-IL" altLang="en-US" sz="2400"/>
              <a:t>ה"דובון" – הטיפוס טוב המזג:</a:t>
            </a:r>
          </a:p>
          <a:p>
            <a:pPr lvl="1">
              <a:lnSpc>
                <a:spcPct val="90000"/>
              </a:lnSpc>
            </a:pPr>
            <a:r>
              <a:rPr lang="he-IL" altLang="en-US" sz="2000"/>
              <a:t>חשובים לו מאוד היחסים עם הצד השני, ומטרותיו הם בחשיבות משנית.</a:t>
            </a:r>
          </a:p>
          <a:p>
            <a:pPr lvl="1">
              <a:lnSpc>
                <a:spcPct val="90000"/>
              </a:lnSpc>
            </a:pPr>
            <a:r>
              <a:rPr lang="he-IL" altLang="en-US" sz="2000"/>
              <a:t>חשוב לו להיות אהוד ומקובל על אחרים.</a:t>
            </a:r>
          </a:p>
          <a:p>
            <a:pPr lvl="1">
              <a:lnSpc>
                <a:spcPct val="90000"/>
              </a:lnSpc>
            </a:pPr>
            <a:r>
              <a:rPr lang="he-IL" altLang="en-US" sz="2000"/>
              <a:t>מאמין שיש להמנע מקונפליקט.</a:t>
            </a:r>
          </a:p>
          <a:p>
            <a:pPr lvl="1">
              <a:lnSpc>
                <a:spcPct val="90000"/>
              </a:lnSpc>
            </a:pPr>
            <a:r>
              <a:rPr lang="he-IL" altLang="en-US" sz="2000"/>
              <a:t>מוותר על מטרותיו כדי לשמר את היחסים.</a:t>
            </a: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he-IL" altLang="en-US" sz="2400"/>
              <a:t>שימושים אפשריים:</a:t>
            </a:r>
          </a:p>
          <a:p>
            <a:pPr lvl="1">
              <a:lnSpc>
                <a:spcPct val="90000"/>
              </a:lnSpc>
            </a:pPr>
            <a:r>
              <a:rPr lang="he-IL" altLang="en-US" sz="2000"/>
              <a:t>כשבעקבות שמיעת דעה אחרת, אתה מבין שייתכן וטעית</a:t>
            </a:r>
          </a:p>
          <a:p>
            <a:pPr lvl="1">
              <a:lnSpc>
                <a:spcPct val="90000"/>
              </a:lnSpc>
            </a:pPr>
            <a:r>
              <a:rPr lang="he-IL" altLang="en-US" sz="2000"/>
              <a:t>לזכות באשראי חברתי שתוכל לנצל אותו בנושאים אחרים חשובים יותר.</a:t>
            </a:r>
          </a:p>
          <a:p>
            <a:pPr lvl="1">
              <a:lnSpc>
                <a:spcPct val="90000"/>
              </a:lnSpc>
            </a:pPr>
            <a:r>
              <a:rPr lang="he-IL" altLang="en-US" sz="2000"/>
              <a:t>כאשר הנושא חשוב הרבה יותר לאחר מאשר לך.</a:t>
            </a:r>
          </a:p>
          <a:p>
            <a:pPr lvl="1">
              <a:lnSpc>
                <a:spcPct val="90000"/>
              </a:lnSpc>
            </a:pPr>
            <a:r>
              <a:rPr lang="he-IL" altLang="en-US" sz="2000"/>
              <a:t>כאשר יש חשיבות מיוחדת להגיע להרמוניה, למנוע וויכוחים ולמנוע תחרות.</a:t>
            </a:r>
          </a:p>
          <a:p>
            <a:pPr lvl="1">
              <a:lnSpc>
                <a:spcPct val="90000"/>
              </a:lnSpc>
            </a:pPr>
            <a:r>
              <a:rPr lang="he-IL" altLang="en-US" sz="2000"/>
              <a:t>כאשר אתה בעמדת הפסד בקונפליקט זה.</a:t>
            </a:r>
            <a:endParaRPr lang="en-US" altLang="en-US" sz="2000"/>
          </a:p>
          <a:p>
            <a:pPr lvl="1"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</p:txBody>
      </p:sp>
      <p:pic>
        <p:nvPicPr>
          <p:cNvPr id="28677" name="Picture 5" descr="MCj04241320000[1]">
            <a:extLst>
              <a:ext uri="{FF2B5EF4-FFF2-40B4-BE49-F238E27FC236}">
                <a16:creationId xmlns:a16="http://schemas.microsoft.com/office/drawing/2014/main" id="{0C76E90B-ED73-48CA-83F6-2BF5EAA8D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716338"/>
            <a:ext cx="815975" cy="89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1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1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1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1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71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71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1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9E97AD9B-638E-4C36-AE35-2CEA701E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5ECC1A-184C-4055-AD90-C4C0AED66031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1F85D5B-6A31-49C1-9E70-AE1BCABDB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en-US"/>
              <a:t>המנעות</a:t>
            </a:r>
            <a:endParaRPr lang="en-US" altLang="en-US"/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AD7C4342-5EEA-48F2-BD35-FB420A4DC1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569325" cy="59499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he-IL" altLang="en-US" sz="2400"/>
              <a:t>האדם אינו מגלה דאגה לאינטרסים שלו או של משהו אחר, ונמנע מלטפל בקונפליקט.</a:t>
            </a:r>
            <a:endParaRPr lang="en-US" altLang="en-US" sz="2400"/>
          </a:p>
          <a:p>
            <a:pPr>
              <a:lnSpc>
                <a:spcPct val="80000"/>
              </a:lnSpc>
            </a:pPr>
            <a:r>
              <a:rPr lang="he-IL" altLang="en-US" sz="2400"/>
              <a:t>יכול להופיע בצורה של : הסטת העניין באופן דיפלומטי; דחיית העניין לזמן מתאים יותר; נסיגה מוחלטת.</a:t>
            </a:r>
            <a:endParaRPr lang="en-US" altLang="en-US" sz="2400"/>
          </a:p>
          <a:p>
            <a:pPr>
              <a:lnSpc>
                <a:spcPct val="80000"/>
              </a:lnSpc>
            </a:pPr>
            <a:endParaRPr lang="he-IL" altLang="en-US" sz="2400"/>
          </a:p>
          <a:p>
            <a:pPr>
              <a:lnSpc>
                <a:spcPct val="80000"/>
              </a:lnSpc>
            </a:pPr>
            <a:r>
              <a:rPr lang="he-IL" altLang="en-US" sz="2400"/>
              <a:t>ה"צב" – הטיפוס הנסוג:</a:t>
            </a:r>
          </a:p>
          <a:p>
            <a:pPr lvl="1">
              <a:lnSpc>
                <a:spcPct val="80000"/>
              </a:lnSpc>
            </a:pPr>
            <a:r>
              <a:rPr lang="he-IL" altLang="en-US" sz="1600"/>
              <a:t> </a:t>
            </a:r>
            <a:r>
              <a:rPr lang="he-IL" altLang="en-US" sz="1800"/>
              <a:t>נסוג לתוך ה"שריון" שלו על מנת להמנע מקונפליקט.</a:t>
            </a:r>
          </a:p>
          <a:p>
            <a:pPr lvl="1">
              <a:lnSpc>
                <a:spcPct val="80000"/>
              </a:lnSpc>
            </a:pPr>
            <a:r>
              <a:rPr lang="he-IL" altLang="en-US" sz="1800"/>
              <a:t> מוותר על האינטרסים שלו ועל היחסים עם הצד השני. </a:t>
            </a:r>
          </a:p>
          <a:p>
            <a:pPr lvl="1">
              <a:lnSpc>
                <a:spcPct val="80000"/>
              </a:lnSpc>
            </a:pPr>
            <a:r>
              <a:rPr lang="he-IL" altLang="en-US" sz="1800"/>
              <a:t> מתרחק מהנושאים והאנשים עמם מצוי בקונפליקט.</a:t>
            </a:r>
          </a:p>
          <a:p>
            <a:pPr lvl="1">
              <a:lnSpc>
                <a:spcPct val="80000"/>
              </a:lnSpc>
            </a:pPr>
            <a:r>
              <a:rPr lang="he-IL" altLang="en-US" sz="1800"/>
              <a:t> מאמין כי אין טעם לנסות לפתור קונפליקטים.</a:t>
            </a:r>
            <a:endParaRPr lang="en-US" altLang="en-US" sz="1800"/>
          </a:p>
          <a:p>
            <a:pPr>
              <a:lnSpc>
                <a:spcPct val="80000"/>
              </a:lnSpc>
            </a:pPr>
            <a:r>
              <a:rPr lang="he-IL" altLang="en-US" sz="2400"/>
              <a:t>שימושים:</a:t>
            </a:r>
          </a:p>
          <a:p>
            <a:pPr lvl="1">
              <a:lnSpc>
                <a:spcPct val="80000"/>
              </a:lnSpc>
            </a:pPr>
            <a:r>
              <a:rPr lang="he-IL" altLang="en-US" sz="1800"/>
              <a:t>כאשר הקונפליקט הוא על עניין פשוט  ויש לחץ לפתור נושאים חשובים יותר.</a:t>
            </a:r>
          </a:p>
          <a:p>
            <a:pPr lvl="1">
              <a:lnSpc>
                <a:spcPct val="80000"/>
              </a:lnSpc>
            </a:pPr>
            <a:r>
              <a:rPr lang="he-IL" altLang="en-US" sz="1800"/>
              <a:t>כאשר אינך רואה סיכוי להשיג את האינטרסים שלך (כתוצאה ממדיניות).</a:t>
            </a:r>
          </a:p>
          <a:p>
            <a:pPr lvl="1">
              <a:lnSpc>
                <a:spcPct val="80000"/>
              </a:lnSpc>
            </a:pPr>
            <a:r>
              <a:rPr lang="he-IL" altLang="en-US" sz="1800"/>
              <a:t>כאשר הנזק הפוטנציאלי הכרוך בטיפול בקונפליקט עולה על התועלת.</a:t>
            </a:r>
          </a:p>
          <a:p>
            <a:pPr lvl="1">
              <a:lnSpc>
                <a:spcPct val="80000"/>
              </a:lnSpc>
            </a:pPr>
            <a:r>
              <a:rPr lang="he-IL" altLang="en-US" sz="1800"/>
              <a:t>כאשר אתה מעוניין להרגיע אנשים – להפחית מתחים לרמה שתאשר דיון פורה.</a:t>
            </a:r>
          </a:p>
          <a:p>
            <a:pPr lvl="1">
              <a:lnSpc>
                <a:spcPct val="80000"/>
              </a:lnSpc>
            </a:pPr>
            <a:r>
              <a:rPr lang="he-IL" altLang="en-US" sz="1800"/>
              <a:t>כאשר איסוף אינפורמציה נוספת יעיל יותר מאשר החלטה מיידית.</a:t>
            </a:r>
          </a:p>
          <a:p>
            <a:pPr lvl="1">
              <a:lnSpc>
                <a:spcPct val="80000"/>
              </a:lnSpc>
            </a:pPr>
            <a:r>
              <a:rPr lang="he-IL" altLang="en-US" sz="1800"/>
              <a:t>כאשר אחרים מסוגלים לפתור את הקונפליקט בצורה יעילה יותר.</a:t>
            </a:r>
            <a:endParaRPr lang="en-US" altLang="en-US" sz="1800"/>
          </a:p>
          <a:p>
            <a:pPr>
              <a:lnSpc>
                <a:spcPct val="80000"/>
              </a:lnSpc>
            </a:pPr>
            <a:endParaRPr lang="en-US" altLang="en-US" sz="2000"/>
          </a:p>
        </p:txBody>
      </p:sp>
      <p:pic>
        <p:nvPicPr>
          <p:cNvPr id="30725" name="Picture 5" descr="MCj03914440000[1]">
            <a:extLst>
              <a:ext uri="{FF2B5EF4-FFF2-40B4-BE49-F238E27FC236}">
                <a16:creationId xmlns:a16="http://schemas.microsoft.com/office/drawing/2014/main" id="{852C324D-9D7F-46CF-8FC5-18B75816E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997200"/>
            <a:ext cx="1176337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72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72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2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72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F3BBF8E9-FBB8-41D7-AB7B-AE08C2AF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68458D-46E8-42EA-8370-BD0B2AC4E990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2D9DDD0-8DCC-416B-8EDC-DEE39DA24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en-US"/>
              <a:t>פשרה</a:t>
            </a:r>
            <a:endParaRPr lang="en-US" altLang="en-US"/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939857FD-3DF2-4E30-9B43-B7761B42DC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6513" y="908050"/>
            <a:ext cx="8964613" cy="5949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altLang="en-US" sz="2400"/>
              <a:t>המטרה היא למצוא פתרון שיתקבל על שני הצדדים, ויספק באופן חלקי את האינטרסים של כל אחד מהצדדים.</a:t>
            </a:r>
            <a:endParaRPr lang="en-US" altLang="en-US" sz="2400"/>
          </a:p>
          <a:p>
            <a:pPr>
              <a:lnSpc>
                <a:spcPct val="90000"/>
              </a:lnSpc>
            </a:pPr>
            <a:r>
              <a:rPr lang="he-IL" altLang="en-US" sz="2400"/>
              <a:t>בפשרה מתייחסים לנושא באופן ישיר יותר מאשר בהמנעות, אך אין כניסה לעומק הבעיה (כמו בשיתוף).</a:t>
            </a: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he-IL" altLang="en-US" sz="2400"/>
              <a:t>ה"שועל" – הטיפוס המתפשר:</a:t>
            </a:r>
          </a:p>
          <a:p>
            <a:pPr lvl="1">
              <a:lnSpc>
                <a:spcPct val="90000"/>
              </a:lnSpc>
            </a:pPr>
            <a:r>
              <a:rPr lang="he-IL" altLang="en-US" sz="2000"/>
              <a:t>משקלל הן את מטרותיו האישיות והן את יחסיו עם האחרים.</a:t>
            </a:r>
            <a:endParaRPr lang="en-US" altLang="en-US" sz="2000"/>
          </a:p>
          <a:p>
            <a:pPr lvl="1">
              <a:lnSpc>
                <a:spcPct val="90000"/>
              </a:lnSpc>
            </a:pPr>
            <a:r>
              <a:rPr lang="he-IL" altLang="en-US" sz="2000"/>
              <a:t>מחפש הסדר: מוותר על חלק ממטרותיו למען וויתור חלקי של הצד השני.</a:t>
            </a:r>
            <a:endParaRPr lang="en-US" altLang="en-US" sz="2000"/>
          </a:p>
          <a:p>
            <a:pPr lvl="1">
              <a:lnSpc>
                <a:spcPct val="90000"/>
              </a:lnSpc>
            </a:pPr>
            <a:r>
              <a:rPr lang="he-IL" altLang="en-US" sz="2000"/>
              <a:t>מחפש דרך ביניים כפתרון לקונפליקט, מחפש הסכם סביר עבור הצדדים. </a:t>
            </a:r>
            <a:endParaRPr lang="en-US" altLang="en-US" sz="20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he-IL" altLang="en-US" sz="2000"/>
              <a:t>             </a:t>
            </a:r>
            <a:endParaRPr lang="en-US" altLang="en-US" sz="2000"/>
          </a:p>
          <a:p>
            <a:pPr>
              <a:lnSpc>
                <a:spcPct val="90000"/>
              </a:lnSpc>
            </a:pPr>
            <a:r>
              <a:rPr lang="he-IL" altLang="en-US" sz="2400"/>
              <a:t>שימושים:</a:t>
            </a:r>
          </a:p>
          <a:p>
            <a:pPr lvl="1">
              <a:lnSpc>
                <a:spcPct val="90000"/>
              </a:lnSpc>
            </a:pPr>
            <a:r>
              <a:rPr lang="he-IL" altLang="en-US" sz="2000"/>
              <a:t>כאשר המטרות חשובות למדי לשני הצדדים.</a:t>
            </a:r>
            <a:endParaRPr lang="en-US" altLang="en-US" sz="2000"/>
          </a:p>
          <a:p>
            <a:pPr lvl="1">
              <a:lnSpc>
                <a:spcPct val="90000"/>
              </a:lnSpc>
            </a:pPr>
            <a:r>
              <a:rPr lang="he-IL" altLang="en-US" sz="2000"/>
              <a:t>כאשר האינטרס השנוי במחלוקת קל ונוח לחלוקה בין הצדדים.</a:t>
            </a:r>
            <a:endParaRPr lang="en-US" altLang="en-US" sz="2000"/>
          </a:p>
          <a:p>
            <a:pPr lvl="1">
              <a:lnSpc>
                <a:spcPct val="90000"/>
              </a:lnSpc>
            </a:pPr>
            <a:r>
              <a:rPr lang="he-IL" altLang="en-US" sz="2000"/>
              <a:t>כאשר מעוניינים להשיג רגיעה זמנית בעניין מורכב.</a:t>
            </a:r>
            <a:endParaRPr lang="en-US" altLang="en-US" sz="2000"/>
          </a:p>
          <a:p>
            <a:pPr lvl="1">
              <a:lnSpc>
                <a:spcPct val="90000"/>
              </a:lnSpc>
            </a:pPr>
            <a:r>
              <a:rPr lang="he-IL" altLang="en-US" sz="2000"/>
              <a:t>כאשר מעוניינים להגיע לפתרון מהיר יחסית בלחץ זמן.</a:t>
            </a:r>
            <a:endParaRPr lang="en-US" altLang="en-US" sz="2000"/>
          </a:p>
          <a:p>
            <a:pPr lvl="1">
              <a:lnSpc>
                <a:spcPct val="90000"/>
              </a:lnSpc>
            </a:pPr>
            <a:r>
              <a:rPr lang="he-IL" altLang="en-US" sz="2000"/>
              <a:t>כאשר האסטרטגיות של תחרות או שיתוף פעולה נכשלות והמנעות לא אפשרית.</a:t>
            </a: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</p:txBody>
      </p:sp>
      <p:pic>
        <p:nvPicPr>
          <p:cNvPr id="32773" name="Picture 5" descr="MCj01405550000[1]">
            <a:extLst>
              <a:ext uri="{FF2B5EF4-FFF2-40B4-BE49-F238E27FC236}">
                <a16:creationId xmlns:a16="http://schemas.microsoft.com/office/drawing/2014/main" id="{E60B071F-8FE9-4C9F-9E14-F61645457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636838"/>
            <a:ext cx="5810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4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4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4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4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4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4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74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200FDA75-7B33-4904-BC18-201E23D1E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3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SzPct val="70000"/>
              <a:buFont typeface="Wingdings" panose="05000000000000000000" pitchFamily="2" charset="2"/>
              <a:buBlip>
                <a:blip r:embed="rId3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3"/>
              </a:buBlip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6C61A2-ABC1-4742-8CDA-AD9E182D712B}" type="slidenum">
              <a:rPr kumimoji="0" lang="he-IL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390DF73E-F21B-47C7-8CD8-A12C15440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en-US"/>
              <a:t>סיוע / שיתוף</a:t>
            </a:r>
            <a:endParaRPr lang="en-US" altLang="en-US"/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CA667C4B-59B7-4565-8BDC-FE5C9A0717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25" y="765175"/>
            <a:ext cx="8964613" cy="61928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he-IL" altLang="en-US" sz="2400"/>
              <a:t>האדם מנסה לעבוד ביחד עם הצד השני על פתרון שיספק את האינטרסים של שני הצדדים.</a:t>
            </a:r>
            <a:endParaRPr lang="en-US" altLang="en-US" sz="2400"/>
          </a:p>
          <a:p>
            <a:pPr>
              <a:lnSpc>
                <a:spcPct val="80000"/>
              </a:lnSpc>
            </a:pPr>
            <a:r>
              <a:rPr lang="he-IL" altLang="en-US" sz="2400"/>
              <a:t>מתקיים דיון בנושא תוך זיהוי האינטרסים של שני הצדדים ומציאת אלטרנטיבות שעונות על דרישותיהם.</a:t>
            </a:r>
            <a:endParaRPr lang="en-US" altLang="en-US" sz="2400"/>
          </a:p>
          <a:p>
            <a:pPr>
              <a:lnSpc>
                <a:spcPct val="80000"/>
              </a:lnSpc>
            </a:pPr>
            <a:r>
              <a:rPr lang="he-IL" altLang="en-US" sz="2400"/>
              <a:t>עשוי  להופיע בצורה של: דיון משותף תוך למידה הדדית. מוסכם בין הצדדים שיש צורך לפתור את הבעיה.</a:t>
            </a:r>
            <a:endParaRPr lang="en-US" altLang="en-US" sz="2400"/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</a:pPr>
            <a:r>
              <a:rPr lang="he-IL" altLang="en-US" sz="2400"/>
              <a:t>ה"ינשוף":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מאוד מחשיב את מטרותיו האישיות ואת יחסיו עם הצד השני.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רואה בקונפליקט בעיה שחשוב לפתור כדי להשיג את מטרות שני הצדדים.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רואה בקונפליקט דרך לשיפור היחסים – ע"י הורדת מתח.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he-IL" altLang="en-US" sz="1800"/>
              <a:t>             </a:t>
            </a:r>
            <a:endParaRPr lang="en-US" altLang="en-US" sz="1800"/>
          </a:p>
          <a:p>
            <a:pPr>
              <a:lnSpc>
                <a:spcPct val="80000"/>
              </a:lnSpc>
            </a:pPr>
            <a:r>
              <a:rPr lang="he-IL" altLang="en-US" sz="2400"/>
              <a:t>שימושים:</a:t>
            </a:r>
          </a:p>
          <a:p>
            <a:pPr lvl="1">
              <a:lnSpc>
                <a:spcPct val="80000"/>
              </a:lnSpc>
            </a:pPr>
            <a:r>
              <a:rPr lang="he-IL" altLang="en-US" sz="2000"/>
              <a:t>כאשר האינטרסים של שני הצדדים יותר מידי חשובים מכדי שיוותרו עליהם.</a:t>
            </a:r>
            <a:endParaRPr lang="en-US" altLang="en-US" sz="2000"/>
          </a:p>
          <a:p>
            <a:pPr lvl="1">
              <a:lnSpc>
                <a:spcPct val="80000"/>
              </a:lnSpc>
            </a:pPr>
            <a:r>
              <a:rPr lang="he-IL" altLang="en-US" sz="2000"/>
              <a:t>כאשר שני הצדדים חיים ביחד בתוך הארגון תוך תלות הדדית גבוהה.</a:t>
            </a:r>
            <a:endParaRPr lang="en-US" altLang="en-US" sz="2000"/>
          </a:p>
          <a:p>
            <a:pPr lvl="1">
              <a:lnSpc>
                <a:spcPct val="80000"/>
              </a:lnSpc>
            </a:pPr>
            <a:r>
              <a:rPr lang="he-IL" altLang="en-US" sz="2000"/>
              <a:t>לשם השגת מחוייבות, ע"י שילוב האינטרסים של שני הצדדים.</a:t>
            </a:r>
            <a:endParaRPr lang="en-US" altLang="en-US" sz="2000"/>
          </a:p>
          <a:p>
            <a:pPr lvl="1">
              <a:lnSpc>
                <a:spcPct val="80000"/>
              </a:lnSpc>
            </a:pPr>
            <a:r>
              <a:rPr lang="he-IL" altLang="en-US" sz="2000"/>
              <a:t>כאשר המטרה היא ללמוד; לבחון השערות אישיות או את אלו של אחרים.</a:t>
            </a:r>
            <a:endParaRPr lang="en-US" altLang="en-US" sz="2000"/>
          </a:p>
          <a:p>
            <a:pPr lvl="1">
              <a:lnSpc>
                <a:spcPct val="80000"/>
              </a:lnSpc>
            </a:pPr>
            <a:r>
              <a:rPr lang="he-IL" altLang="en-US" sz="2000"/>
              <a:t>כאשר הקונפליקט הגלוי הוא ביטוי לבעיה עמוקה יותר.</a:t>
            </a:r>
            <a:endParaRPr lang="en-US" altLang="en-US" sz="2000"/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/>
          </a:p>
          <a:p>
            <a:pPr lvl="1">
              <a:lnSpc>
                <a:spcPct val="80000"/>
              </a:lnSpc>
            </a:pPr>
            <a:endParaRPr lang="en-US" altLang="en-US" sz="2000"/>
          </a:p>
          <a:p>
            <a:pPr>
              <a:lnSpc>
                <a:spcPct val="80000"/>
              </a:lnSpc>
            </a:pPr>
            <a:endParaRPr lang="en-US" altLang="en-US" sz="1800"/>
          </a:p>
        </p:txBody>
      </p:sp>
      <p:pic>
        <p:nvPicPr>
          <p:cNvPr id="34821" name="Picture 5" descr="MCj03701400000[1]">
            <a:extLst>
              <a:ext uri="{FF2B5EF4-FFF2-40B4-BE49-F238E27FC236}">
                <a16:creationId xmlns:a16="http://schemas.microsoft.com/office/drawing/2014/main" id="{AACC9AE3-0A4B-4F96-A43E-68EC789C7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636838"/>
            <a:ext cx="785813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5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75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75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75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75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75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75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p"/>
    </p:bldLst>
  </p:timing>
</p:sld>
</file>

<file path=ppt/theme/theme1.xml><?xml version="1.0" encoding="utf-8"?>
<a:theme xmlns:a="http://schemas.openxmlformats.org/drawingml/2006/main" name="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6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01090301">
  <a:themeElements>
    <a:clrScheme name="0109030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090301">
      <a:majorFont>
        <a:latin typeface="Arial Black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010903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903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090301 12">
        <a:dk1>
          <a:srgbClr val="777777"/>
        </a:dk1>
        <a:lt1>
          <a:srgbClr val="969696"/>
        </a:lt1>
        <a:dk2>
          <a:srgbClr val="686B5D"/>
        </a:dk2>
        <a:lt2>
          <a:srgbClr val="4E4E44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7F7F7F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6881</TotalTime>
  <Words>765</Words>
  <Application>Microsoft Office PowerPoint</Application>
  <PresentationFormat>On-screen Show (4:3)</PresentationFormat>
  <Paragraphs>124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Arial Black</vt:lpstr>
      <vt:lpstr>Tahoma</vt:lpstr>
      <vt:lpstr>Times New Roman</vt:lpstr>
      <vt:lpstr>Wingdings</vt:lpstr>
      <vt:lpstr>01090301</vt:lpstr>
      <vt:lpstr>1_01090301</vt:lpstr>
      <vt:lpstr>2_01090301</vt:lpstr>
      <vt:lpstr>6_01090301</vt:lpstr>
      <vt:lpstr>3_01090301</vt:lpstr>
      <vt:lpstr>4_01090301</vt:lpstr>
      <vt:lpstr>ניהול משאבי אנוש </vt:lpstr>
      <vt:lpstr>PowerPoint Presentation</vt:lpstr>
      <vt:lpstr>דרכי התמודדות עם קונפליקט </vt:lpstr>
      <vt:lpstr>תחרות</vt:lpstr>
      <vt:lpstr>וויתור</vt:lpstr>
      <vt:lpstr>המנעות</vt:lpstr>
      <vt:lpstr>פשרה</vt:lpstr>
      <vt:lpstr>סיוע / שיתוף</vt:lpstr>
    </vt:vector>
  </TitlesOfParts>
  <Company>Bluestone Lodge Pty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התנהגות ארגונית מיקרו</dc:title>
  <dc:creator>home</dc:creator>
  <cp:lastModifiedBy>Gonen Barkan</cp:lastModifiedBy>
  <cp:revision>176</cp:revision>
  <dcterms:created xsi:type="dcterms:W3CDTF">2006-11-26T12:05:42Z</dcterms:created>
  <dcterms:modified xsi:type="dcterms:W3CDTF">2025-11-29T14:43:50Z</dcterms:modified>
</cp:coreProperties>
</file>