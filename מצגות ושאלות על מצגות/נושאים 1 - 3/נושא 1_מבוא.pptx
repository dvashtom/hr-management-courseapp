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9" r:id="rId1"/>
    <p:sldMasterId id="2147483805" r:id="rId2"/>
    <p:sldMasterId id="2147483818" r:id="rId3"/>
  </p:sldMasterIdLst>
  <p:notesMasterIdLst>
    <p:notesMasterId r:id="rId19"/>
  </p:notesMasterIdLst>
  <p:sldIdLst>
    <p:sldId id="330" r:id="rId4"/>
    <p:sldId id="286" r:id="rId5"/>
    <p:sldId id="265" r:id="rId6"/>
    <p:sldId id="266" r:id="rId7"/>
    <p:sldId id="267" r:id="rId8"/>
    <p:sldId id="323" r:id="rId9"/>
    <p:sldId id="268" r:id="rId10"/>
    <p:sldId id="289" r:id="rId11"/>
    <p:sldId id="324" r:id="rId12"/>
    <p:sldId id="269" r:id="rId13"/>
    <p:sldId id="316" r:id="rId14"/>
    <p:sldId id="308" r:id="rId15"/>
    <p:sldId id="309" r:id="rId16"/>
    <p:sldId id="311" r:id="rId17"/>
    <p:sldId id="310" r:id="rId18"/>
  </p:sldIdLst>
  <p:sldSz cx="9144000" cy="6858000" type="screen4x3"/>
  <p:notesSz cx="6858000" cy="9080500"/>
  <p:defaultTextStyle>
    <a:defPPr>
      <a:defRPr lang="he-IL"/>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David" panose="020E0502060401010101" pitchFamily="34" charset="-79"/>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David" panose="020E0502060401010101" pitchFamily="34" charset="-79"/>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David" panose="020E0502060401010101" pitchFamily="34" charset="-79"/>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David" panose="020E0502060401010101" pitchFamily="34" charset="-79"/>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David" panose="020E0502060401010101" pitchFamily="34" charset="-79"/>
      </a:defRPr>
    </a:lvl5pPr>
    <a:lvl6pPr marL="2286000" algn="l" defTabSz="914400" rtl="0" eaLnBrk="1" latinLnBrk="0" hangingPunct="1">
      <a:defRPr sz="2400" b="1" kern="1200">
        <a:solidFill>
          <a:schemeClr val="tx1"/>
        </a:solidFill>
        <a:latin typeface="Arial" panose="020B0604020202020204" pitchFamily="34" charset="0"/>
        <a:ea typeface="+mn-ea"/>
        <a:cs typeface="David" panose="020E0502060401010101" pitchFamily="34" charset="-79"/>
      </a:defRPr>
    </a:lvl6pPr>
    <a:lvl7pPr marL="2743200" algn="l" defTabSz="914400" rtl="0" eaLnBrk="1" latinLnBrk="0" hangingPunct="1">
      <a:defRPr sz="2400" b="1" kern="1200">
        <a:solidFill>
          <a:schemeClr val="tx1"/>
        </a:solidFill>
        <a:latin typeface="Arial" panose="020B0604020202020204" pitchFamily="34" charset="0"/>
        <a:ea typeface="+mn-ea"/>
        <a:cs typeface="David" panose="020E0502060401010101" pitchFamily="34" charset="-79"/>
      </a:defRPr>
    </a:lvl7pPr>
    <a:lvl8pPr marL="3200400" algn="l" defTabSz="914400" rtl="0" eaLnBrk="1" latinLnBrk="0" hangingPunct="1">
      <a:defRPr sz="2400" b="1" kern="1200">
        <a:solidFill>
          <a:schemeClr val="tx1"/>
        </a:solidFill>
        <a:latin typeface="Arial" panose="020B0604020202020204" pitchFamily="34" charset="0"/>
        <a:ea typeface="+mn-ea"/>
        <a:cs typeface="David" panose="020E0502060401010101" pitchFamily="34" charset="-79"/>
      </a:defRPr>
    </a:lvl8pPr>
    <a:lvl9pPr marL="3657600" algn="l" defTabSz="914400" rtl="0" eaLnBrk="1" latinLnBrk="0" hangingPunct="1">
      <a:defRPr sz="2400" b="1" kern="1200">
        <a:solidFill>
          <a:schemeClr val="tx1"/>
        </a:solidFill>
        <a:latin typeface="Arial" panose="020B0604020202020204" pitchFamily="34" charset="0"/>
        <a:ea typeface="+mn-ea"/>
        <a:cs typeface="David" panose="020E0502060401010101" pitchFamily="34" charset="-79"/>
      </a:defRPr>
    </a:lvl9pPr>
  </p:defaultTextStyle>
  <p:extLst>
    <p:ext uri="{EFAFB233-063F-42B5-8137-9DF3F51BA10A}">
      <p15:sldGuideLst xmlns:p15="http://schemas.microsoft.com/office/powerpoint/2012/main">
        <p15:guide id="1" orient="horz" pos="211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60387" autoAdjust="0"/>
  </p:normalViewPr>
  <p:slideViewPr>
    <p:cSldViewPr>
      <p:cViewPr varScale="1">
        <p:scale>
          <a:sx n="42" d="100"/>
          <a:sy n="42" d="100"/>
        </p:scale>
        <p:origin x="2626" y="264"/>
      </p:cViewPr>
      <p:guideLst>
        <p:guide orient="horz" pos="2115"/>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on Barkan" userId="c8d3c6f046d7282d" providerId="LiveId" clId="{176D96C0-E176-4A85-9CB6-C1E7E96086F4}"/>
    <pc:docChg chg="modSld">
      <pc:chgData name="Sharon Barkan" userId="c8d3c6f046d7282d" providerId="LiveId" clId="{176D96C0-E176-4A85-9CB6-C1E7E96086F4}" dt="2024-04-30T12:55:41.772" v="1" actId="729"/>
      <pc:docMkLst>
        <pc:docMk/>
      </pc:docMkLst>
      <pc:sldChg chg="mod modShow">
        <pc:chgData name="Sharon Barkan" userId="c8d3c6f046d7282d" providerId="LiveId" clId="{176D96C0-E176-4A85-9CB6-C1E7E96086F4}" dt="2024-04-30T12:55:41.772" v="1" actId="729"/>
        <pc:sldMkLst>
          <pc:docMk/>
          <pc:sldMk cId="1683491548" sldId="530"/>
        </pc:sldMkLst>
      </pc:sldChg>
      <pc:sldChg chg="mod modShow">
        <pc:chgData name="Sharon Barkan" userId="c8d3c6f046d7282d" providerId="LiveId" clId="{176D96C0-E176-4A85-9CB6-C1E7E96086F4}" dt="2024-04-30T12:55:31.941" v="0" actId="729"/>
        <pc:sldMkLst>
          <pc:docMk/>
          <pc:sldMk cId="364743309" sldId="5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51CC5D1-D944-4C3C-9776-6972534F8E13}"/>
              </a:ext>
            </a:extLst>
          </p:cNvPr>
          <p:cNvSpPr>
            <a:spLocks noGrp="1" noChangeArrowheads="1"/>
          </p:cNvSpPr>
          <p:nvPr>
            <p:ph type="hdr" sz="quarter"/>
          </p:nvPr>
        </p:nvSpPr>
        <p:spPr bwMode="auto">
          <a:xfrm>
            <a:off x="388620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rtl="1" eaLnBrk="1" hangingPunct="1">
              <a:defRPr sz="1200" b="0">
                <a:effectLst/>
                <a:latin typeface="Arial" charset="0"/>
                <a:cs typeface="Arial" charset="0"/>
              </a:defRPr>
            </a:lvl1pPr>
          </a:lstStyle>
          <a:p>
            <a:pPr>
              <a:defRPr/>
            </a:pPr>
            <a:endParaRPr lang="en-US" altLang="en-US"/>
          </a:p>
        </p:txBody>
      </p:sp>
      <p:sp>
        <p:nvSpPr>
          <p:cNvPr id="44035" name="Rectangle 3">
            <a:extLst>
              <a:ext uri="{FF2B5EF4-FFF2-40B4-BE49-F238E27FC236}">
                <a16:creationId xmlns:a16="http://schemas.microsoft.com/office/drawing/2014/main" id="{DF17A2BA-EA39-449C-BDC6-FEA64F7509D2}"/>
              </a:ext>
            </a:extLst>
          </p:cNvPr>
          <p:cNvSpPr>
            <a:spLocks noGrp="1" noChangeArrowheads="1"/>
          </p:cNvSpPr>
          <p:nvPr>
            <p:ph type="dt" idx="1"/>
          </p:nvPr>
        </p:nvSpPr>
        <p:spPr bwMode="auto">
          <a:xfrm>
            <a:off x="1588"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1" hangingPunct="1">
              <a:defRPr sz="1200" b="0">
                <a:effectLst/>
                <a:latin typeface="Arial" charset="0"/>
                <a:cs typeface="Arial" charset="0"/>
              </a:defRPr>
            </a:lvl1pPr>
          </a:lstStyle>
          <a:p>
            <a:pPr>
              <a:defRPr/>
            </a:pPr>
            <a:endParaRPr lang="en-US" altLang="en-US"/>
          </a:p>
        </p:txBody>
      </p:sp>
      <p:sp>
        <p:nvSpPr>
          <p:cNvPr id="3076" name="Rectangle 4">
            <a:extLst>
              <a:ext uri="{FF2B5EF4-FFF2-40B4-BE49-F238E27FC236}">
                <a16:creationId xmlns:a16="http://schemas.microsoft.com/office/drawing/2014/main" id="{B4C60C4F-79D8-4959-A267-D7E49950FCD8}"/>
              </a:ext>
            </a:extLst>
          </p:cNvPr>
          <p:cNvSpPr>
            <a:spLocks noGrp="1" noRot="1" noChangeAspect="1" noChangeArrowheads="1" noTextEdit="1"/>
          </p:cNvSpPr>
          <p:nvPr>
            <p:ph type="sldImg" idx="2"/>
          </p:nvPr>
        </p:nvSpPr>
        <p:spPr bwMode="auto">
          <a:xfrm>
            <a:off x="1158875" y="681038"/>
            <a:ext cx="4540250" cy="34051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a:extLst>
              <a:ext uri="{FF2B5EF4-FFF2-40B4-BE49-F238E27FC236}">
                <a16:creationId xmlns:a16="http://schemas.microsoft.com/office/drawing/2014/main" id="{A461ADD6-F5E8-41DF-BEEA-40290BCACDFD}"/>
              </a:ext>
            </a:extLst>
          </p:cNvPr>
          <p:cNvSpPr>
            <a:spLocks noGrp="1" noChangeArrowheads="1"/>
          </p:cNvSpPr>
          <p:nvPr>
            <p:ph type="body" sz="quarter" idx="3"/>
          </p:nvPr>
        </p:nvSpPr>
        <p:spPr bwMode="auto">
          <a:xfrm>
            <a:off x="685800" y="4313238"/>
            <a:ext cx="5486400"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he-IL" altLang="en-US" noProof="0"/>
              <a:t>לחץ כדי לערוך סגנונות טקסט של תבנית בסיס</a:t>
            </a:r>
            <a:endParaRPr lang="en-US" altLang="en-US" noProof="0"/>
          </a:p>
          <a:p>
            <a:pPr lvl="1"/>
            <a:r>
              <a:rPr lang="he-IL" altLang="en-US" noProof="0"/>
              <a:t>רמה שנייה</a:t>
            </a:r>
            <a:endParaRPr lang="en-US" altLang="en-US" noProof="0"/>
          </a:p>
          <a:p>
            <a:pPr lvl="2"/>
            <a:r>
              <a:rPr lang="he-IL" altLang="en-US" noProof="0"/>
              <a:t>רמה שלישית</a:t>
            </a:r>
            <a:endParaRPr lang="en-US" altLang="en-US" noProof="0"/>
          </a:p>
          <a:p>
            <a:pPr lvl="3"/>
            <a:r>
              <a:rPr lang="he-IL" altLang="en-US" noProof="0"/>
              <a:t>רמה רביעית</a:t>
            </a:r>
            <a:endParaRPr lang="en-US" altLang="en-US" noProof="0"/>
          </a:p>
          <a:p>
            <a:pPr lvl="4"/>
            <a:r>
              <a:rPr lang="he-IL" altLang="en-US" noProof="0"/>
              <a:t>רמה חמישית</a:t>
            </a:r>
            <a:endParaRPr lang="en-US" altLang="en-US" noProof="0"/>
          </a:p>
        </p:txBody>
      </p:sp>
      <p:sp>
        <p:nvSpPr>
          <p:cNvPr id="44038" name="Rectangle 6">
            <a:extLst>
              <a:ext uri="{FF2B5EF4-FFF2-40B4-BE49-F238E27FC236}">
                <a16:creationId xmlns:a16="http://schemas.microsoft.com/office/drawing/2014/main" id="{CDE9794D-833F-484B-B168-9FACF036343D}"/>
              </a:ext>
            </a:extLst>
          </p:cNvPr>
          <p:cNvSpPr>
            <a:spLocks noGrp="1" noChangeArrowheads="1"/>
          </p:cNvSpPr>
          <p:nvPr>
            <p:ph type="ftr" sz="quarter" idx="4"/>
          </p:nvPr>
        </p:nvSpPr>
        <p:spPr bwMode="auto">
          <a:xfrm>
            <a:off x="3886200" y="8624888"/>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rtl="1" eaLnBrk="1" hangingPunct="1">
              <a:defRPr sz="1200" b="0">
                <a:effectLst/>
                <a:latin typeface="Arial" charset="0"/>
                <a:cs typeface="Arial" charset="0"/>
              </a:defRPr>
            </a:lvl1pPr>
          </a:lstStyle>
          <a:p>
            <a:pPr>
              <a:defRPr/>
            </a:pPr>
            <a:endParaRPr lang="en-US" altLang="en-US"/>
          </a:p>
        </p:txBody>
      </p:sp>
      <p:sp>
        <p:nvSpPr>
          <p:cNvPr id="44039" name="Rectangle 7">
            <a:extLst>
              <a:ext uri="{FF2B5EF4-FFF2-40B4-BE49-F238E27FC236}">
                <a16:creationId xmlns:a16="http://schemas.microsoft.com/office/drawing/2014/main" id="{D2786F40-2AAA-48DE-88F7-4128DB6E1740}"/>
              </a:ext>
            </a:extLst>
          </p:cNvPr>
          <p:cNvSpPr>
            <a:spLocks noGrp="1" noChangeArrowheads="1"/>
          </p:cNvSpPr>
          <p:nvPr>
            <p:ph type="sldNum" sz="quarter" idx="5"/>
          </p:nvPr>
        </p:nvSpPr>
        <p:spPr bwMode="auto">
          <a:xfrm>
            <a:off x="1588" y="8624888"/>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rtl="1" eaLnBrk="1" hangingPunct="1">
              <a:defRPr sz="1200" b="0">
                <a:cs typeface="Arial" panose="020B0604020202020204" pitchFamily="34" charset="0"/>
              </a:defRPr>
            </a:lvl1pPr>
          </a:lstStyle>
          <a:p>
            <a:fld id="{0E655F25-B793-4B9B-B13F-8BEDEE4691F1}" type="slidenum">
              <a:rPr lang="he-IL" altLang="en-US"/>
              <a:pPr/>
              <a:t>‹#›</a:t>
            </a:fld>
            <a:endParaRPr lang="en-US"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Arial" charset="0"/>
      </a:defRPr>
    </a:lvl1pPr>
    <a:lvl2pPr marL="457200" algn="r" rtl="1" eaLnBrk="0" fontAlgn="base" hangingPunct="0">
      <a:spcBef>
        <a:spcPct val="30000"/>
      </a:spcBef>
      <a:spcAft>
        <a:spcPct val="0"/>
      </a:spcAft>
      <a:defRPr sz="1200" kern="1200">
        <a:solidFill>
          <a:schemeClr val="tx1"/>
        </a:solidFill>
        <a:latin typeface="Arial" charset="0"/>
        <a:ea typeface="+mn-ea"/>
        <a:cs typeface="Arial" charset="0"/>
      </a:defRPr>
    </a:lvl2pPr>
    <a:lvl3pPr marL="914400" algn="r" rtl="1" eaLnBrk="0" fontAlgn="base" hangingPunct="0">
      <a:spcBef>
        <a:spcPct val="30000"/>
      </a:spcBef>
      <a:spcAft>
        <a:spcPct val="0"/>
      </a:spcAft>
      <a:defRPr sz="1200" kern="1200">
        <a:solidFill>
          <a:schemeClr val="tx1"/>
        </a:solidFill>
        <a:latin typeface="Arial" charset="0"/>
        <a:ea typeface="+mn-ea"/>
        <a:cs typeface="Arial" charset="0"/>
      </a:defRPr>
    </a:lvl3pPr>
    <a:lvl4pPr marL="1371600" algn="r" rtl="1" eaLnBrk="0" fontAlgn="base" hangingPunct="0">
      <a:spcBef>
        <a:spcPct val="30000"/>
      </a:spcBef>
      <a:spcAft>
        <a:spcPct val="0"/>
      </a:spcAft>
      <a:defRPr sz="1200" kern="1200">
        <a:solidFill>
          <a:schemeClr val="tx1"/>
        </a:solidFill>
        <a:latin typeface="Arial" charset="0"/>
        <a:ea typeface="+mn-ea"/>
        <a:cs typeface="Arial" charset="0"/>
      </a:defRPr>
    </a:lvl4pPr>
    <a:lvl5pPr marL="1828800" algn="r" rtl="1"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7E40CA6E-1FA2-4B87-9745-FC8326B445FB}"/>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7662F39B-50C0-4B6D-BF54-D4995BF7EC0E}" type="slidenum">
              <a:rPr lang="he-IL" altLang="en-US"/>
              <a:pPr algn="l">
                <a:spcBef>
                  <a:spcPct val="0"/>
                </a:spcBef>
              </a:pPr>
              <a:t>2</a:t>
            </a:fld>
            <a:endParaRPr lang="en-US" altLang="en-US"/>
          </a:p>
        </p:txBody>
      </p:sp>
      <p:sp>
        <p:nvSpPr>
          <p:cNvPr id="18435" name="Rectangle 2">
            <a:extLst>
              <a:ext uri="{FF2B5EF4-FFF2-40B4-BE49-F238E27FC236}">
                <a16:creationId xmlns:a16="http://schemas.microsoft.com/office/drawing/2014/main" id="{9695B6CE-1FB0-4E8A-B621-89FCF283C874}"/>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7F9B65C1-E4BB-414B-A615-B7661F2E9245}"/>
              </a:ext>
            </a:extLst>
          </p:cNvPr>
          <p:cNvSpPr>
            <a:spLocks noGrp="1" noChangeArrowheads="1"/>
          </p:cNvSpPr>
          <p:nvPr>
            <p:ph type="body" idx="1"/>
          </p:nvPr>
        </p:nvSpPr>
        <p:spPr>
          <a:noFill/>
        </p:spPr>
        <p:txBody>
          <a:bodyPr/>
          <a:lstStyle/>
          <a:p>
            <a:pPr eaLnBrk="1" hangingPunct="1">
              <a:lnSpc>
                <a:spcPct val="90000"/>
              </a:lnSpc>
            </a:pPr>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19BD1F9-072D-4A07-BEFD-1AE29A07FAB2}"/>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FB5D9029-7929-42F6-8A8B-16E840E263B8}" type="slidenum">
              <a:rPr lang="he-IL" altLang="en-US"/>
              <a:pPr algn="l">
                <a:spcBef>
                  <a:spcPct val="0"/>
                </a:spcBef>
              </a:pPr>
              <a:t>3</a:t>
            </a:fld>
            <a:endParaRPr lang="en-US" altLang="en-US"/>
          </a:p>
        </p:txBody>
      </p:sp>
      <p:sp>
        <p:nvSpPr>
          <p:cNvPr id="25603" name="Rectangle 2">
            <a:extLst>
              <a:ext uri="{FF2B5EF4-FFF2-40B4-BE49-F238E27FC236}">
                <a16:creationId xmlns:a16="http://schemas.microsoft.com/office/drawing/2014/main" id="{A169D47B-78D8-4321-8DD3-48A49F07EC9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6BE6F6BC-288D-41A4-8ED4-DD1DF0DC0E60}"/>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346F8E0-098E-4EB7-A07A-6ED27D408169}"/>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AEE81AEC-8A6A-43E5-8EC2-E3D686423C9A}" type="slidenum">
              <a:rPr lang="he-IL" altLang="en-US"/>
              <a:pPr algn="l">
                <a:spcBef>
                  <a:spcPct val="0"/>
                </a:spcBef>
              </a:pPr>
              <a:t>4</a:t>
            </a:fld>
            <a:endParaRPr lang="en-US" altLang="en-US"/>
          </a:p>
        </p:txBody>
      </p:sp>
      <p:sp>
        <p:nvSpPr>
          <p:cNvPr id="27651" name="Rectangle 2">
            <a:extLst>
              <a:ext uri="{FF2B5EF4-FFF2-40B4-BE49-F238E27FC236}">
                <a16:creationId xmlns:a16="http://schemas.microsoft.com/office/drawing/2014/main" id="{E4D92C85-659B-4CB6-863A-C7B603DC4698}"/>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AED2B910-C9BA-486E-91D7-8482449BBC12}"/>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A99E5710-1B4C-4715-9F10-45972BBE2A92}"/>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F4056C48-D1A4-462B-ADAF-BA093971D967}" type="slidenum">
              <a:rPr lang="he-IL" altLang="en-US"/>
              <a:pPr algn="l">
                <a:spcBef>
                  <a:spcPct val="0"/>
                </a:spcBef>
              </a:pPr>
              <a:t>5</a:t>
            </a:fld>
            <a:endParaRPr lang="en-US" altLang="en-US"/>
          </a:p>
        </p:txBody>
      </p:sp>
      <p:sp>
        <p:nvSpPr>
          <p:cNvPr id="29699" name="Rectangle 2">
            <a:extLst>
              <a:ext uri="{FF2B5EF4-FFF2-40B4-BE49-F238E27FC236}">
                <a16:creationId xmlns:a16="http://schemas.microsoft.com/office/drawing/2014/main" id="{4AB8C66B-BE1D-4C41-9E8F-73029B076853}"/>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B8E8BD79-60CC-4E7E-961C-D78D5799EE62}"/>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DDB3534-B244-47B7-80DC-A9C13EE2DEE0}"/>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4C3C7008-3F7A-4D2D-A19A-CAB64B9DD9E8}" type="slidenum">
              <a:rPr lang="he-IL" altLang="en-US"/>
              <a:pPr algn="l">
                <a:spcBef>
                  <a:spcPct val="0"/>
                </a:spcBef>
              </a:pPr>
              <a:t>7</a:t>
            </a:fld>
            <a:endParaRPr lang="en-US" altLang="en-US"/>
          </a:p>
        </p:txBody>
      </p:sp>
      <p:sp>
        <p:nvSpPr>
          <p:cNvPr id="31747" name="Rectangle 2">
            <a:extLst>
              <a:ext uri="{FF2B5EF4-FFF2-40B4-BE49-F238E27FC236}">
                <a16:creationId xmlns:a16="http://schemas.microsoft.com/office/drawing/2014/main" id="{6BADF71C-8A51-48B3-AC1E-8EE20D9FE16F}"/>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57A0C025-5A01-4038-BDDA-27747ED9FAB6}"/>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655F25-B793-4B9B-B13F-8BEDEE4691F1}" type="slidenum">
              <a:rPr lang="he-IL" altLang="en-US" smtClean="0"/>
              <a:pPr/>
              <a:t>9</a:t>
            </a:fld>
            <a:endParaRPr lang="en-US" altLang="en-US"/>
          </a:p>
        </p:txBody>
      </p:sp>
    </p:spTree>
    <p:extLst>
      <p:ext uri="{BB962C8B-B14F-4D97-AF65-F5344CB8AC3E}">
        <p14:creationId xmlns:p14="http://schemas.microsoft.com/office/powerpoint/2010/main" val="3191355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D62B6132-543E-4AEC-BA6A-4685AE309FE1}"/>
              </a:ext>
            </a:extLst>
          </p:cNvPr>
          <p:cNvSpPr>
            <a:spLocks noGrp="1" noChangeArrowheads="1"/>
          </p:cNvSpPr>
          <p:nvPr>
            <p:ph type="sldNum" sz="quarter" idx="5"/>
          </p:nvPr>
        </p:nvSpPr>
        <p:spPr>
          <a:noFill/>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3036449B-54F3-4F6B-9560-6682C520F68B}" type="slidenum">
              <a:rPr lang="he-IL" altLang="en-US"/>
              <a:pPr algn="l">
                <a:spcBef>
                  <a:spcPct val="0"/>
                </a:spcBef>
              </a:pPr>
              <a:t>10</a:t>
            </a:fld>
            <a:endParaRPr lang="en-US" altLang="en-US"/>
          </a:p>
        </p:txBody>
      </p:sp>
      <p:sp>
        <p:nvSpPr>
          <p:cNvPr id="36867" name="Rectangle 2">
            <a:extLst>
              <a:ext uri="{FF2B5EF4-FFF2-40B4-BE49-F238E27FC236}">
                <a16:creationId xmlns:a16="http://schemas.microsoft.com/office/drawing/2014/main" id="{74131AE5-6CC3-43AF-A328-BAD63168AD97}"/>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F279D5D8-7336-4D80-A06F-9B586CE2F691}"/>
              </a:ext>
            </a:extLst>
          </p:cNvPr>
          <p:cNvSpPr>
            <a:spLocks noGrp="1" noChangeArrowheads="1"/>
          </p:cNvSpPr>
          <p:nvPr>
            <p:ph type="body" idx="1"/>
          </p:nvPr>
        </p:nvSpPr>
        <p:spPr>
          <a:noFill/>
        </p:spPr>
        <p:txBody>
          <a:bodyPr/>
          <a:lstStyle/>
          <a:p>
            <a:pPr eaLnBrk="1" hangingPunct="1">
              <a:lnSpc>
                <a:spcPct val="90000"/>
              </a:lnSpc>
            </a:pPr>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5F3E751F-0EBF-4F09-8B0A-99F9A42BDEC5}"/>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BC5FCAD6-08F2-4D51-A359-C96B7A9B3D55}"/>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algn="ctr" eaLnBrk="1" hangingPunct="1">
                <a:defRPr/>
              </a:pPr>
              <a:endParaRPr lang="en-US" altLang="en-US" b="0">
                <a:latin typeface="Times New Roman" pitchFamily="18" charset="0"/>
                <a:cs typeface="Arial" charset="0"/>
              </a:endParaRPr>
            </a:p>
          </p:txBody>
        </p:sp>
        <p:sp>
          <p:nvSpPr>
            <p:cNvPr id="6" name="Rectangle 4">
              <a:extLst>
                <a:ext uri="{FF2B5EF4-FFF2-40B4-BE49-F238E27FC236}">
                  <a16:creationId xmlns:a16="http://schemas.microsoft.com/office/drawing/2014/main" id="{1D35648F-D0CF-45C2-AB79-1C281D2103E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grpSp>
          <p:nvGrpSpPr>
            <p:cNvPr id="7" name="Group 5">
              <a:extLst>
                <a:ext uri="{FF2B5EF4-FFF2-40B4-BE49-F238E27FC236}">
                  <a16:creationId xmlns:a16="http://schemas.microsoft.com/office/drawing/2014/main" id="{C7A9A5B5-DEF4-495F-A017-2217E706E0ED}"/>
                </a:ext>
              </a:extLst>
            </p:cNvPr>
            <p:cNvGrpSpPr>
              <a:grpSpLocks/>
            </p:cNvGrpSpPr>
            <p:nvPr/>
          </p:nvGrpSpPr>
          <p:grpSpPr bwMode="auto">
            <a:xfrm>
              <a:off x="0" y="672"/>
              <a:ext cx="1806" cy="1989"/>
              <a:chOff x="0" y="672"/>
              <a:chExt cx="1806" cy="1989"/>
            </a:xfrm>
          </p:grpSpPr>
          <p:sp>
            <p:nvSpPr>
              <p:cNvPr id="8" name="Rectangle 6">
                <a:extLst>
                  <a:ext uri="{FF2B5EF4-FFF2-40B4-BE49-F238E27FC236}">
                    <a16:creationId xmlns:a16="http://schemas.microsoft.com/office/drawing/2014/main" id="{6979CC52-667E-4901-A38B-BB1DC81CE7F3}"/>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9" name="Rectangle 7">
                <a:extLst>
                  <a:ext uri="{FF2B5EF4-FFF2-40B4-BE49-F238E27FC236}">
                    <a16:creationId xmlns:a16="http://schemas.microsoft.com/office/drawing/2014/main" id="{9F1B6F2F-B8F1-4DC1-8555-73D8B23E4162}"/>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0" name="Rectangle 8">
                <a:extLst>
                  <a:ext uri="{FF2B5EF4-FFF2-40B4-BE49-F238E27FC236}">
                    <a16:creationId xmlns:a16="http://schemas.microsoft.com/office/drawing/2014/main" id="{D45945B9-A5A3-4C55-B4A4-8D9F3D25C10A}"/>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1" name="Rectangle 9">
                <a:extLst>
                  <a:ext uri="{FF2B5EF4-FFF2-40B4-BE49-F238E27FC236}">
                    <a16:creationId xmlns:a16="http://schemas.microsoft.com/office/drawing/2014/main" id="{137D9D74-FD43-4419-A991-EEE76444606E}"/>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2" name="Rectangle 10">
                <a:extLst>
                  <a:ext uri="{FF2B5EF4-FFF2-40B4-BE49-F238E27FC236}">
                    <a16:creationId xmlns:a16="http://schemas.microsoft.com/office/drawing/2014/main" id="{452BBD97-93F1-4742-A282-71317A9B5342}"/>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3" name="Rectangle 11">
                <a:extLst>
                  <a:ext uri="{FF2B5EF4-FFF2-40B4-BE49-F238E27FC236}">
                    <a16:creationId xmlns:a16="http://schemas.microsoft.com/office/drawing/2014/main" id="{A7A5A29B-9FCE-4773-B2A7-B4DDB035E09C}"/>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4" name="Rectangle 12">
                <a:extLst>
                  <a:ext uri="{FF2B5EF4-FFF2-40B4-BE49-F238E27FC236}">
                    <a16:creationId xmlns:a16="http://schemas.microsoft.com/office/drawing/2014/main" id="{577EB297-D55F-402F-9D3A-4BF0B3C0BE34}"/>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5" name="Rectangle 13">
                <a:extLst>
                  <a:ext uri="{FF2B5EF4-FFF2-40B4-BE49-F238E27FC236}">
                    <a16:creationId xmlns:a16="http://schemas.microsoft.com/office/drawing/2014/main" id="{2FDA3515-6AA2-4FDC-9B98-595B831DCF77}"/>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6" name="Rectangle 14">
                <a:extLst>
                  <a:ext uri="{FF2B5EF4-FFF2-40B4-BE49-F238E27FC236}">
                    <a16:creationId xmlns:a16="http://schemas.microsoft.com/office/drawing/2014/main" id="{0094F81B-1C1C-4ABD-B7FF-2C42BDA71A6F}"/>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7" name="Rectangle 15">
                <a:extLst>
                  <a:ext uri="{FF2B5EF4-FFF2-40B4-BE49-F238E27FC236}">
                    <a16:creationId xmlns:a16="http://schemas.microsoft.com/office/drawing/2014/main" id="{B4F11CAE-A147-42EF-8035-A1AA40D9C6D7}"/>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grpSp>
      </p:grpSp>
      <p:pic>
        <p:nvPicPr>
          <p:cNvPr id="18" name="Picture 21" descr="End Show">
            <a:hlinkClick r:id="" action="ppaction://hlinkshowjump?jump=endshow" highlightClick="1"/>
            <a:extLst>
              <a:ext uri="{FF2B5EF4-FFF2-40B4-BE49-F238E27FC236}">
                <a16:creationId xmlns:a16="http://schemas.microsoft.com/office/drawing/2014/main" id="{2031D50D-E5D0-4D7F-BA70-FBC83159794B}"/>
              </a:ext>
            </a:extLst>
          </p:cNvPr>
          <p:cNvPicPr>
            <a:picLocks noChangeAspect="1" noChangeArrowheads="1"/>
          </p:cNvPicPr>
          <p:nvPr userDrawn="1"/>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8793163" y="0"/>
            <a:ext cx="3508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he-IL" altLang="en-US" noProof="0"/>
              <a:t>לחץ כדי לערוך סגנון כותרת של תבנית בסיס</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he-IL" altLang="en-US" noProof="0"/>
              <a:t>לחץ כדי לערוך סגנון כותרת משנה של תבנית בסיס</a:t>
            </a:r>
          </a:p>
        </p:txBody>
      </p:sp>
      <p:sp>
        <p:nvSpPr>
          <p:cNvPr id="19" name="Rectangle 16">
            <a:extLst>
              <a:ext uri="{FF2B5EF4-FFF2-40B4-BE49-F238E27FC236}">
                <a16:creationId xmlns:a16="http://schemas.microsoft.com/office/drawing/2014/main" id="{089BD153-0148-484C-A44B-AB0320B6A874}"/>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20" name="Rectangle 17">
            <a:extLst>
              <a:ext uri="{FF2B5EF4-FFF2-40B4-BE49-F238E27FC236}">
                <a16:creationId xmlns:a16="http://schemas.microsoft.com/office/drawing/2014/main" id="{E660FFDB-0396-45FF-BE06-65F7C85AC8CA}"/>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21" name="Rectangle 18">
            <a:extLst>
              <a:ext uri="{FF2B5EF4-FFF2-40B4-BE49-F238E27FC236}">
                <a16:creationId xmlns:a16="http://schemas.microsoft.com/office/drawing/2014/main" id="{F1478DDB-A423-4AAD-B296-946BFD234D2C}"/>
              </a:ext>
            </a:extLst>
          </p:cNvPr>
          <p:cNvSpPr>
            <a:spLocks noGrp="1" noChangeArrowheads="1"/>
          </p:cNvSpPr>
          <p:nvPr>
            <p:ph type="sldNum" sz="quarter" idx="12"/>
          </p:nvPr>
        </p:nvSpPr>
        <p:spPr/>
        <p:txBody>
          <a:bodyPr/>
          <a:lstStyle>
            <a:lvl1pPr>
              <a:defRPr/>
            </a:lvl1pPr>
          </a:lstStyle>
          <a:p>
            <a:fld id="{E946D900-5BA8-447F-9594-A425E30E078D}" type="slidenum">
              <a:rPr lang="he-IL" altLang="en-US"/>
              <a:pPr/>
              <a:t>‹#›</a:t>
            </a:fld>
            <a:endParaRPr lang="en-US" altLang="en-US"/>
          </a:p>
        </p:txBody>
      </p:sp>
    </p:spTree>
    <p:extLst>
      <p:ext uri="{BB962C8B-B14F-4D97-AF65-F5344CB8AC3E}">
        <p14:creationId xmlns:p14="http://schemas.microsoft.com/office/powerpoint/2010/main" val="311654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EEFE3D53-4FF5-4279-9B78-2539F8C9F1F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769675A8-A258-4A36-B59C-A92CA4F6305B}"/>
              </a:ext>
            </a:extLst>
          </p:cNvPr>
          <p:cNvSpPr>
            <a:spLocks noGrp="1" noChangeArrowheads="1"/>
          </p:cNvSpPr>
          <p:nvPr>
            <p:ph type="sldNum" sz="quarter" idx="11"/>
          </p:nvPr>
        </p:nvSpPr>
        <p:spPr>
          <a:ln/>
        </p:spPr>
        <p:txBody>
          <a:bodyPr/>
          <a:lstStyle>
            <a:lvl1pPr>
              <a:defRPr/>
            </a:lvl1pPr>
          </a:lstStyle>
          <a:p>
            <a:fld id="{27628B4E-FA37-44AF-B9E6-C0615201958A}" type="slidenum">
              <a:rPr lang="he-IL" altLang="en-US"/>
              <a:pPr/>
              <a:t>‹#›</a:t>
            </a:fld>
            <a:endParaRPr lang="en-US" altLang="en-US"/>
          </a:p>
        </p:txBody>
      </p:sp>
      <p:sp>
        <p:nvSpPr>
          <p:cNvPr id="6" name="Rectangle 16">
            <a:extLst>
              <a:ext uri="{FF2B5EF4-FFF2-40B4-BE49-F238E27FC236}">
                <a16:creationId xmlns:a16="http://schemas.microsoft.com/office/drawing/2014/main" id="{31B32E61-8699-490A-807D-361A0A20BF2A}"/>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858526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C0CD4555-10B7-4D1C-BC72-72C23E52B4C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84270878-0874-4218-A0CF-82080857121C}"/>
              </a:ext>
            </a:extLst>
          </p:cNvPr>
          <p:cNvSpPr>
            <a:spLocks noGrp="1" noChangeArrowheads="1"/>
          </p:cNvSpPr>
          <p:nvPr>
            <p:ph type="sldNum" sz="quarter" idx="11"/>
          </p:nvPr>
        </p:nvSpPr>
        <p:spPr>
          <a:ln/>
        </p:spPr>
        <p:txBody>
          <a:bodyPr/>
          <a:lstStyle>
            <a:lvl1pPr>
              <a:defRPr/>
            </a:lvl1pPr>
          </a:lstStyle>
          <a:p>
            <a:fld id="{BB52475F-6024-4293-AB83-7CECEA2AC9C2}" type="slidenum">
              <a:rPr lang="he-IL" altLang="en-US"/>
              <a:pPr/>
              <a:t>‹#›</a:t>
            </a:fld>
            <a:endParaRPr lang="en-US" altLang="en-US"/>
          </a:p>
        </p:txBody>
      </p:sp>
      <p:sp>
        <p:nvSpPr>
          <p:cNvPr id="6" name="Rectangle 16">
            <a:extLst>
              <a:ext uri="{FF2B5EF4-FFF2-40B4-BE49-F238E27FC236}">
                <a16:creationId xmlns:a16="http://schemas.microsoft.com/office/drawing/2014/main" id="{D982FB01-05AE-4FED-828A-78AF859BA9D7}"/>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34314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D9A85FA5-AE4D-47FC-9678-C3375466C09F}"/>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70BBECFA-0C70-4794-9C77-F37B6E6BE63B}"/>
              </a:ext>
            </a:extLst>
          </p:cNvPr>
          <p:cNvSpPr>
            <a:spLocks noGrp="1" noChangeArrowheads="1"/>
          </p:cNvSpPr>
          <p:nvPr>
            <p:ph type="sldNum" sz="quarter" idx="11"/>
          </p:nvPr>
        </p:nvSpPr>
        <p:spPr>
          <a:ln/>
        </p:spPr>
        <p:txBody>
          <a:bodyPr/>
          <a:lstStyle>
            <a:lvl1pPr>
              <a:defRPr/>
            </a:lvl1pPr>
          </a:lstStyle>
          <a:p>
            <a:fld id="{58A5A9DE-62F1-4859-ADFB-7A3EBADDD963}" type="slidenum">
              <a:rPr lang="he-IL" altLang="en-US"/>
              <a:pPr/>
              <a:t>‹#›</a:t>
            </a:fld>
            <a:endParaRPr lang="en-US" altLang="en-US"/>
          </a:p>
        </p:txBody>
      </p:sp>
      <p:sp>
        <p:nvSpPr>
          <p:cNvPr id="7" name="Rectangle 16">
            <a:extLst>
              <a:ext uri="{FF2B5EF4-FFF2-40B4-BE49-F238E27FC236}">
                <a16:creationId xmlns:a16="http://schemas.microsoft.com/office/drawing/2014/main" id="{68DFF64E-F021-485C-81A1-EB4EC8F2F40F}"/>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252604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64F08F76-94D7-4182-92F7-5CC44BC43F7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3">
            <a:extLst>
              <a:ext uri="{FF2B5EF4-FFF2-40B4-BE49-F238E27FC236}">
                <a16:creationId xmlns:a16="http://schemas.microsoft.com/office/drawing/2014/main" id="{8FC184DF-D37A-4475-869C-2E131A5BB887}"/>
              </a:ext>
            </a:extLst>
          </p:cNvPr>
          <p:cNvSpPr>
            <a:spLocks noGrp="1" noChangeArrowheads="1"/>
          </p:cNvSpPr>
          <p:nvPr>
            <p:ph type="sldNum" sz="quarter" idx="11"/>
          </p:nvPr>
        </p:nvSpPr>
        <p:spPr>
          <a:ln/>
        </p:spPr>
        <p:txBody>
          <a:bodyPr/>
          <a:lstStyle>
            <a:lvl1pPr>
              <a:defRPr/>
            </a:lvl1pPr>
          </a:lstStyle>
          <a:p>
            <a:fld id="{ABF4E170-F33A-43F6-A1F6-1C93CB43DB55}" type="slidenum">
              <a:rPr lang="he-IL" altLang="en-US"/>
              <a:pPr/>
              <a:t>‹#›</a:t>
            </a:fld>
            <a:endParaRPr lang="en-US" altLang="en-US"/>
          </a:p>
        </p:txBody>
      </p:sp>
      <p:sp>
        <p:nvSpPr>
          <p:cNvPr id="9" name="Rectangle 16">
            <a:extLst>
              <a:ext uri="{FF2B5EF4-FFF2-40B4-BE49-F238E27FC236}">
                <a16:creationId xmlns:a16="http://schemas.microsoft.com/office/drawing/2014/main" id="{D3564518-5885-42AD-8646-61B948884AB4}"/>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842165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C7B57FCF-F2BF-49E4-81FB-1BE4FA995CB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3">
            <a:extLst>
              <a:ext uri="{FF2B5EF4-FFF2-40B4-BE49-F238E27FC236}">
                <a16:creationId xmlns:a16="http://schemas.microsoft.com/office/drawing/2014/main" id="{6B9498A7-7876-4B09-BE83-B771328BD0E0}"/>
              </a:ext>
            </a:extLst>
          </p:cNvPr>
          <p:cNvSpPr>
            <a:spLocks noGrp="1" noChangeArrowheads="1"/>
          </p:cNvSpPr>
          <p:nvPr>
            <p:ph type="sldNum" sz="quarter" idx="11"/>
          </p:nvPr>
        </p:nvSpPr>
        <p:spPr>
          <a:ln/>
        </p:spPr>
        <p:txBody>
          <a:bodyPr/>
          <a:lstStyle>
            <a:lvl1pPr>
              <a:defRPr/>
            </a:lvl1pPr>
          </a:lstStyle>
          <a:p>
            <a:fld id="{B5B75B43-01A8-4732-A1DC-7D8774666E13}" type="slidenum">
              <a:rPr lang="he-IL" altLang="en-US"/>
              <a:pPr/>
              <a:t>‹#›</a:t>
            </a:fld>
            <a:endParaRPr lang="en-US" altLang="en-US"/>
          </a:p>
        </p:txBody>
      </p:sp>
      <p:sp>
        <p:nvSpPr>
          <p:cNvPr id="5" name="Rectangle 16">
            <a:extLst>
              <a:ext uri="{FF2B5EF4-FFF2-40B4-BE49-F238E27FC236}">
                <a16:creationId xmlns:a16="http://schemas.microsoft.com/office/drawing/2014/main" id="{394A47A5-6C9C-4999-864D-D3D1A5515201}"/>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51736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55C891F-4347-4986-9563-C92AB298BF4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3">
            <a:extLst>
              <a:ext uri="{FF2B5EF4-FFF2-40B4-BE49-F238E27FC236}">
                <a16:creationId xmlns:a16="http://schemas.microsoft.com/office/drawing/2014/main" id="{5347A0A7-EA42-45D5-A863-E03F2289D78D}"/>
              </a:ext>
            </a:extLst>
          </p:cNvPr>
          <p:cNvSpPr>
            <a:spLocks noGrp="1" noChangeArrowheads="1"/>
          </p:cNvSpPr>
          <p:nvPr>
            <p:ph type="sldNum" sz="quarter" idx="11"/>
          </p:nvPr>
        </p:nvSpPr>
        <p:spPr>
          <a:ln/>
        </p:spPr>
        <p:txBody>
          <a:bodyPr/>
          <a:lstStyle>
            <a:lvl1pPr>
              <a:defRPr/>
            </a:lvl1pPr>
          </a:lstStyle>
          <a:p>
            <a:fld id="{68864C94-D3B8-44EC-B585-779CF93CC5B8}" type="slidenum">
              <a:rPr lang="he-IL" altLang="en-US"/>
              <a:pPr/>
              <a:t>‹#›</a:t>
            </a:fld>
            <a:endParaRPr lang="en-US" altLang="en-US"/>
          </a:p>
        </p:txBody>
      </p:sp>
      <p:sp>
        <p:nvSpPr>
          <p:cNvPr id="4" name="Rectangle 16">
            <a:extLst>
              <a:ext uri="{FF2B5EF4-FFF2-40B4-BE49-F238E27FC236}">
                <a16:creationId xmlns:a16="http://schemas.microsoft.com/office/drawing/2014/main" id="{E589A052-6592-4032-AFB0-CBE2C9188C3A}"/>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655714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650E3B91-8194-4E1B-B462-A0D2D04B3BE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4365E0A4-023C-466D-BC7B-C6F3E227EA0C}"/>
              </a:ext>
            </a:extLst>
          </p:cNvPr>
          <p:cNvSpPr>
            <a:spLocks noGrp="1" noChangeArrowheads="1"/>
          </p:cNvSpPr>
          <p:nvPr>
            <p:ph type="sldNum" sz="quarter" idx="11"/>
          </p:nvPr>
        </p:nvSpPr>
        <p:spPr>
          <a:ln/>
        </p:spPr>
        <p:txBody>
          <a:bodyPr/>
          <a:lstStyle>
            <a:lvl1pPr>
              <a:defRPr/>
            </a:lvl1pPr>
          </a:lstStyle>
          <a:p>
            <a:fld id="{093159D8-44BC-4E10-A53E-AEC70CACB9AE}" type="slidenum">
              <a:rPr lang="he-IL" altLang="en-US"/>
              <a:pPr/>
              <a:t>‹#›</a:t>
            </a:fld>
            <a:endParaRPr lang="en-US" altLang="en-US"/>
          </a:p>
        </p:txBody>
      </p:sp>
      <p:sp>
        <p:nvSpPr>
          <p:cNvPr id="7" name="Rectangle 16">
            <a:extLst>
              <a:ext uri="{FF2B5EF4-FFF2-40B4-BE49-F238E27FC236}">
                <a16:creationId xmlns:a16="http://schemas.microsoft.com/office/drawing/2014/main" id="{891EFB0D-B7AC-4370-85DE-B6FF8BF1ADAB}"/>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8267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88E723CD-1AE8-46DC-8536-D1960196330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99D5CE2D-9D9B-4188-A72F-6D7E9CA1B041}"/>
              </a:ext>
            </a:extLst>
          </p:cNvPr>
          <p:cNvSpPr>
            <a:spLocks noGrp="1" noChangeArrowheads="1"/>
          </p:cNvSpPr>
          <p:nvPr>
            <p:ph type="sldNum" sz="quarter" idx="11"/>
          </p:nvPr>
        </p:nvSpPr>
        <p:spPr>
          <a:ln/>
        </p:spPr>
        <p:txBody>
          <a:bodyPr/>
          <a:lstStyle>
            <a:lvl1pPr>
              <a:defRPr/>
            </a:lvl1pPr>
          </a:lstStyle>
          <a:p>
            <a:fld id="{C93AF6F3-CDFF-4E05-92CE-76C7D1C8A500}" type="slidenum">
              <a:rPr lang="he-IL" altLang="en-US"/>
              <a:pPr/>
              <a:t>‹#›</a:t>
            </a:fld>
            <a:endParaRPr lang="en-US" altLang="en-US"/>
          </a:p>
        </p:txBody>
      </p:sp>
      <p:sp>
        <p:nvSpPr>
          <p:cNvPr id="7" name="Rectangle 16">
            <a:extLst>
              <a:ext uri="{FF2B5EF4-FFF2-40B4-BE49-F238E27FC236}">
                <a16:creationId xmlns:a16="http://schemas.microsoft.com/office/drawing/2014/main" id="{C9B41A8F-0533-400E-B57D-8C96A72C844B}"/>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1809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2C85FEF-F48D-4EFB-8D1A-9A85BF11B54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63BDB101-D9B0-476E-A1D8-F1AAB71AE63D}"/>
              </a:ext>
            </a:extLst>
          </p:cNvPr>
          <p:cNvSpPr>
            <a:spLocks noGrp="1" noChangeArrowheads="1"/>
          </p:cNvSpPr>
          <p:nvPr>
            <p:ph type="sldNum" sz="quarter" idx="11"/>
          </p:nvPr>
        </p:nvSpPr>
        <p:spPr>
          <a:ln/>
        </p:spPr>
        <p:txBody>
          <a:bodyPr/>
          <a:lstStyle>
            <a:lvl1pPr>
              <a:defRPr/>
            </a:lvl1pPr>
          </a:lstStyle>
          <a:p>
            <a:fld id="{EA4D077B-1B4C-4149-83EE-862E0D0FB569}" type="slidenum">
              <a:rPr lang="he-IL" altLang="en-US"/>
              <a:pPr/>
              <a:t>‹#›</a:t>
            </a:fld>
            <a:endParaRPr lang="en-US" altLang="en-US"/>
          </a:p>
        </p:txBody>
      </p:sp>
      <p:sp>
        <p:nvSpPr>
          <p:cNvPr id="6" name="Rectangle 16">
            <a:extLst>
              <a:ext uri="{FF2B5EF4-FFF2-40B4-BE49-F238E27FC236}">
                <a16:creationId xmlns:a16="http://schemas.microsoft.com/office/drawing/2014/main" id="{B4F6C259-FA9B-41BD-936A-29A57FB03CE9}"/>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01165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34E34982-D898-4EEA-92D9-BFA26B9D07A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3">
            <a:extLst>
              <a:ext uri="{FF2B5EF4-FFF2-40B4-BE49-F238E27FC236}">
                <a16:creationId xmlns:a16="http://schemas.microsoft.com/office/drawing/2014/main" id="{B113808B-2FC5-4403-B1D1-0398285EB8E7}"/>
              </a:ext>
            </a:extLst>
          </p:cNvPr>
          <p:cNvSpPr>
            <a:spLocks noGrp="1" noChangeArrowheads="1"/>
          </p:cNvSpPr>
          <p:nvPr>
            <p:ph type="sldNum" sz="quarter" idx="11"/>
          </p:nvPr>
        </p:nvSpPr>
        <p:spPr>
          <a:ln/>
        </p:spPr>
        <p:txBody>
          <a:bodyPr/>
          <a:lstStyle>
            <a:lvl1pPr>
              <a:defRPr/>
            </a:lvl1pPr>
          </a:lstStyle>
          <a:p>
            <a:fld id="{3C3924A1-B86A-4EA4-BF1E-BBA9E801AE50}" type="slidenum">
              <a:rPr lang="he-IL" altLang="en-US"/>
              <a:pPr/>
              <a:t>‹#›</a:t>
            </a:fld>
            <a:endParaRPr lang="en-US" altLang="en-US"/>
          </a:p>
        </p:txBody>
      </p:sp>
      <p:sp>
        <p:nvSpPr>
          <p:cNvPr id="6" name="Rectangle 16">
            <a:extLst>
              <a:ext uri="{FF2B5EF4-FFF2-40B4-BE49-F238E27FC236}">
                <a16:creationId xmlns:a16="http://schemas.microsoft.com/office/drawing/2014/main" id="{F94D3432-1714-455E-BAC3-DF72E06460DF}"/>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796290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94A4144B-6B83-4CCB-8439-930434F48078}"/>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a:extLst>
              <a:ext uri="{FF2B5EF4-FFF2-40B4-BE49-F238E27FC236}">
                <a16:creationId xmlns:a16="http://schemas.microsoft.com/office/drawing/2014/main" id="{CAD22BB3-868B-4994-9073-C4F42CF103AD}"/>
              </a:ext>
            </a:extLst>
          </p:cNvPr>
          <p:cNvSpPr>
            <a:spLocks noGrp="1" noChangeArrowheads="1"/>
          </p:cNvSpPr>
          <p:nvPr>
            <p:ph type="sldNum" sz="quarter" idx="11"/>
          </p:nvPr>
        </p:nvSpPr>
        <p:spPr>
          <a:ln/>
        </p:spPr>
        <p:txBody>
          <a:bodyPr/>
          <a:lstStyle>
            <a:lvl1pPr>
              <a:defRPr/>
            </a:lvl1pPr>
          </a:lstStyle>
          <a:p>
            <a:fld id="{547C18A4-4298-47FE-8A77-5E1144EA34D0}" type="slidenum">
              <a:rPr lang="he-IL" altLang="en-US"/>
              <a:pPr/>
              <a:t>‹#›</a:t>
            </a:fld>
            <a:endParaRPr lang="en-US" altLang="en-US"/>
          </a:p>
        </p:txBody>
      </p:sp>
      <p:sp>
        <p:nvSpPr>
          <p:cNvPr id="7" name="Rectangle 16">
            <a:extLst>
              <a:ext uri="{FF2B5EF4-FFF2-40B4-BE49-F238E27FC236}">
                <a16:creationId xmlns:a16="http://schemas.microsoft.com/office/drawing/2014/main" id="{D125512F-1207-48AA-88E4-31C94552E632}"/>
              </a:ext>
            </a:extLst>
          </p:cNvPr>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974634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122" name="Group 2"/>
          <p:cNvGrpSpPr>
            <a:grpSpLocks/>
          </p:cNvGrpSpPr>
          <p:nvPr/>
        </p:nvGrpSpPr>
        <p:grpSpPr bwMode="auto">
          <a:xfrm>
            <a:off x="0" y="0"/>
            <a:ext cx="9144000" cy="6858000"/>
            <a:chOff x="0" y="0"/>
            <a:chExt cx="5760" cy="4320"/>
          </a:xfrm>
        </p:grpSpPr>
        <p:sp>
          <p:nvSpPr>
            <p:cNvPr id="5123"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rtl="0" eaLnBrk="1" hangingPunct="1"/>
              <a:endParaRPr lang="en-US" b="0">
                <a:effectLst/>
                <a:latin typeface="Times New Roman" pitchFamily="18" charset="0"/>
                <a:cs typeface="Arial" charset="0"/>
              </a:endParaRPr>
            </a:p>
          </p:txBody>
        </p:sp>
        <p:sp>
          <p:nvSpPr>
            <p:cNvPr id="5124"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grpSp>
          <p:nvGrpSpPr>
            <p:cNvPr id="5125" name="Group 5"/>
            <p:cNvGrpSpPr>
              <a:grpSpLocks/>
            </p:cNvGrpSpPr>
            <p:nvPr/>
          </p:nvGrpSpPr>
          <p:grpSpPr bwMode="auto">
            <a:xfrm>
              <a:off x="0" y="672"/>
              <a:ext cx="1806" cy="1989"/>
              <a:chOff x="0" y="672"/>
              <a:chExt cx="1806" cy="1989"/>
            </a:xfrm>
          </p:grpSpPr>
          <p:sp>
            <p:nvSpPr>
              <p:cNvPr id="5126"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27"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28"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29"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0"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1"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2"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3"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4"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5135"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grpSp>
      </p:grpSp>
      <p:sp>
        <p:nvSpPr>
          <p:cNvPr id="5136" name="Rectangle 16"/>
          <p:cNvSpPr>
            <a:spLocks noGrp="1" noChangeArrowheads="1"/>
          </p:cNvSpPr>
          <p:nvPr>
            <p:ph type="dt" sz="half" idx="2"/>
          </p:nvPr>
        </p:nvSpPr>
        <p:spPr>
          <a:xfrm>
            <a:off x="457200" y="6248400"/>
            <a:ext cx="2133600" cy="457200"/>
          </a:xfrm>
        </p:spPr>
        <p:txBody>
          <a:bodyPr/>
          <a:lstStyle>
            <a:lvl1pPr>
              <a:defRPr/>
            </a:lvl1pPr>
          </a:lstStyle>
          <a:p>
            <a:endParaRPr lang="en-US"/>
          </a:p>
        </p:txBody>
      </p:sp>
      <p:sp>
        <p:nvSpPr>
          <p:cNvPr id="5137" name="Rectangle 17"/>
          <p:cNvSpPr>
            <a:spLocks noGrp="1" noChangeArrowheads="1"/>
          </p:cNvSpPr>
          <p:nvPr>
            <p:ph type="ftr" sz="quarter" idx="3"/>
          </p:nvPr>
        </p:nvSpPr>
        <p:spPr/>
        <p:txBody>
          <a:bodyPr/>
          <a:lstStyle>
            <a:lvl1pPr>
              <a:defRPr/>
            </a:lvl1pPr>
          </a:lstStyle>
          <a:p>
            <a:endParaRPr lang="en-US"/>
          </a:p>
        </p:txBody>
      </p:sp>
      <p:sp>
        <p:nvSpPr>
          <p:cNvPr id="5138" name="Rectangle 18"/>
          <p:cNvSpPr>
            <a:spLocks noGrp="1" noChangeArrowheads="1"/>
          </p:cNvSpPr>
          <p:nvPr>
            <p:ph type="sldNum" sz="quarter" idx="4"/>
          </p:nvPr>
        </p:nvSpPr>
        <p:spPr/>
        <p:txBody>
          <a:bodyPr/>
          <a:lstStyle>
            <a:lvl1pPr>
              <a:defRPr/>
            </a:lvl1pPr>
          </a:lstStyle>
          <a:p>
            <a:fld id="{A3B8FB15-B95D-4B3E-9A94-B777ECCF233B}" type="slidenum">
              <a:rPr lang="he-IL"/>
              <a:pPr/>
              <a:t>‹#›</a:t>
            </a:fld>
            <a:endParaRPr lang="en-US"/>
          </a:p>
        </p:txBody>
      </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he-IL" noProof="0"/>
              <a:t>לחץ כדי לערוך סגנון כותרת של תבנית בסיס</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he-IL" noProof="0"/>
              <a:t>לחץ כדי לערוך סגנון כותרת משנה של תבנית בסיס</a:t>
            </a:r>
          </a:p>
        </p:txBody>
      </p:sp>
      <p:pic>
        <p:nvPicPr>
          <p:cNvPr id="5141" name="Picture 21" descr="End Show">
            <a:hlinkClick r:id="" action="ppaction://hlinkshowjump?jump=endshow" highlightClick="1"/>
          </p:cNvPr>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8793163" y="0"/>
            <a:ext cx="3508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0828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666699"/>
                </a:solidFill>
                <a:latin typeface="David" pitchFamily="34" charset="-79"/>
                <a:cs typeface="David" pitchFamily="34" charset="-79"/>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D85B6028-2189-4E39-A59E-6E92E28FCD2D}" type="slidenum">
              <a:rPr lang="he-IL"/>
              <a:pPr/>
              <a:t>‹#›</a:t>
            </a:fld>
            <a:endParaRPr lang="en-US"/>
          </a:p>
        </p:txBody>
      </p:sp>
      <p:sp>
        <p:nvSpPr>
          <p:cNvPr id="6" name="Date Placeholder 5"/>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1414230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F262814A-F489-445C-8597-F2C9C834DD16}" type="slidenum">
              <a:rPr lang="he-IL"/>
              <a:pPr/>
              <a:t>‹#›</a:t>
            </a:fld>
            <a:endParaRPr lang="en-US"/>
          </a:p>
        </p:txBody>
      </p:sp>
      <p:sp>
        <p:nvSpPr>
          <p:cNvPr id="6" name="Date Placeholder 5"/>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2947809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FC0AF717-3601-4D49-B5BB-ECDB8A1B0380}" type="slidenum">
              <a:rPr lang="he-IL"/>
              <a:pPr/>
              <a:t>‹#›</a:t>
            </a:fld>
            <a:endParaRPr lang="en-US"/>
          </a:p>
        </p:txBody>
      </p:sp>
      <p:sp>
        <p:nvSpPr>
          <p:cNvPr id="7" name="Date Placeholder 6"/>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417711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44985167-DE1C-45ED-B9C4-57D16C6BDDDC}" type="slidenum">
              <a:rPr lang="he-IL"/>
              <a:pPr/>
              <a:t>‹#›</a:t>
            </a:fld>
            <a:endParaRPr lang="en-US"/>
          </a:p>
        </p:txBody>
      </p:sp>
      <p:sp>
        <p:nvSpPr>
          <p:cNvPr id="9" name="Date Placeholder 8"/>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3402840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F7267550-E98D-4E93-8EDA-E2DC533BBE33}" type="slidenum">
              <a:rPr lang="he-IL"/>
              <a:pPr/>
              <a:t>‹#›</a:t>
            </a:fld>
            <a:endParaRPr lang="en-US"/>
          </a:p>
        </p:txBody>
      </p:sp>
      <p:sp>
        <p:nvSpPr>
          <p:cNvPr id="5" name="Date Placeholder 4"/>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3874289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54DBC1DC-EFE2-4300-B141-1C589A7BCC14}" type="slidenum">
              <a:rPr lang="he-IL"/>
              <a:pPr/>
              <a:t>‹#›</a:t>
            </a:fld>
            <a:endParaRPr lang="en-US"/>
          </a:p>
        </p:txBody>
      </p:sp>
      <p:sp>
        <p:nvSpPr>
          <p:cNvPr id="4" name="Date Placeholder 3"/>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26575601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A36B508B-9C43-4ED7-B6AD-996369D74793}" type="slidenum">
              <a:rPr lang="he-IL"/>
              <a:pPr/>
              <a:t>‹#›</a:t>
            </a:fld>
            <a:endParaRPr lang="en-US"/>
          </a:p>
        </p:txBody>
      </p:sp>
      <p:sp>
        <p:nvSpPr>
          <p:cNvPr id="7" name="Date Placeholder 6"/>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1874452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5D42D65D-F403-49FC-8901-C461C7A75629}" type="slidenum">
              <a:rPr lang="he-IL"/>
              <a:pPr/>
              <a:t>‹#›</a:t>
            </a:fld>
            <a:endParaRPr lang="en-US"/>
          </a:p>
        </p:txBody>
      </p:sp>
      <p:sp>
        <p:nvSpPr>
          <p:cNvPr id="7" name="Date Placeholder 6"/>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2822348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423E0C5A-92EC-4F08-906D-8AF9DC4F0E14}" type="slidenum">
              <a:rPr lang="he-IL"/>
              <a:pPr/>
              <a:t>‹#›</a:t>
            </a:fld>
            <a:endParaRPr lang="en-US"/>
          </a:p>
        </p:txBody>
      </p:sp>
      <p:sp>
        <p:nvSpPr>
          <p:cNvPr id="6" name="Date Placeholder 5"/>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18365666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42A5A208-0E52-4757-8446-5A5450C432EA}" type="slidenum">
              <a:rPr lang="he-IL"/>
              <a:pPr/>
              <a:t>‹#›</a:t>
            </a:fld>
            <a:endParaRPr lang="en-US"/>
          </a:p>
        </p:txBody>
      </p:sp>
      <p:sp>
        <p:nvSpPr>
          <p:cNvPr id="6" name="Date Placeholder 5"/>
          <p:cNvSpPr>
            <a:spLocks noGrp="1"/>
          </p:cNvSpPr>
          <p:nvPr>
            <p:ph type="dt" sz="half" idx="12"/>
          </p:nvPr>
        </p:nvSpPr>
        <p:spPr/>
        <p:txBody>
          <a:bodyPr/>
          <a:lstStyle>
            <a:lvl1pPr>
              <a:defRPr/>
            </a:lvl1pPr>
          </a:lstStyle>
          <a:p>
            <a:endParaRPr lang="en-US"/>
          </a:p>
        </p:txBody>
      </p:sp>
    </p:spTree>
    <p:extLst>
      <p:ext uri="{BB962C8B-B14F-4D97-AF65-F5344CB8AC3E}">
        <p14:creationId xmlns:p14="http://schemas.microsoft.com/office/powerpoint/2010/main" val="3223575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124200" y="6248400"/>
            <a:ext cx="2895600" cy="457200"/>
          </a:xfrm>
        </p:spPr>
        <p:txBody>
          <a:bodyPr/>
          <a:lstStyle>
            <a:lvl1pPr>
              <a:defRPr/>
            </a:lvl1pPr>
          </a:lstStyle>
          <a:p>
            <a:endParaRPr lang="en-US"/>
          </a:p>
        </p:txBody>
      </p:sp>
      <p:sp>
        <p:nvSpPr>
          <p:cNvPr id="6" name="Slide Number Placeholder 5"/>
          <p:cNvSpPr>
            <a:spLocks noGrp="1"/>
          </p:cNvSpPr>
          <p:nvPr>
            <p:ph type="sldNum" sz="quarter" idx="11"/>
          </p:nvPr>
        </p:nvSpPr>
        <p:spPr>
          <a:xfrm>
            <a:off x="6553200" y="6248400"/>
            <a:ext cx="2133600" cy="457200"/>
          </a:xfrm>
        </p:spPr>
        <p:txBody>
          <a:bodyPr/>
          <a:lstStyle>
            <a:lvl1pPr>
              <a:defRPr/>
            </a:lvl1pPr>
          </a:lstStyle>
          <a:p>
            <a:fld id="{8A30BFB5-5DC8-4928-AF5A-341B3F7E55F0}" type="slidenum">
              <a:rPr lang="he-IL"/>
              <a:pPr/>
              <a:t>‹#›</a:t>
            </a:fld>
            <a:endParaRPr lang="en-US"/>
          </a:p>
        </p:txBody>
      </p:sp>
      <p:sp>
        <p:nvSpPr>
          <p:cNvPr id="7" name="Date Placeholder 6"/>
          <p:cNvSpPr>
            <a:spLocks noGrp="1"/>
          </p:cNvSpPr>
          <p:nvPr>
            <p:ph type="dt" sz="half" idx="12"/>
          </p:nvPr>
        </p:nvSpPr>
        <p:spPr>
          <a:xfrm>
            <a:off x="457200" y="6245225"/>
            <a:ext cx="2133600" cy="476250"/>
          </a:xfrm>
        </p:spPr>
        <p:txBody>
          <a:bodyPr/>
          <a:lstStyle>
            <a:lvl1pPr>
              <a:defRPr/>
            </a:lvl1pPr>
          </a:lstStyle>
          <a:p>
            <a:endParaRPr lang="en-US"/>
          </a:p>
        </p:txBody>
      </p:sp>
    </p:spTree>
    <p:extLst>
      <p:ext uri="{BB962C8B-B14F-4D97-AF65-F5344CB8AC3E}">
        <p14:creationId xmlns:p14="http://schemas.microsoft.com/office/powerpoint/2010/main" val="26934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image_home">
            <a:extLst>
              <a:ext uri="{FF2B5EF4-FFF2-40B4-BE49-F238E27FC236}">
                <a16:creationId xmlns:a16="http://schemas.microsoft.com/office/drawing/2014/main" id="{05D69727-0C17-4C8E-8C47-DEC1C439A3C1}"/>
              </a:ext>
            </a:extLst>
          </p:cNvPr>
          <p:cNvPicPr>
            <a:picLocks noChangeAspect="1" noChangeArrowheads="1"/>
          </p:cNvPicPr>
          <p:nvPr/>
        </p:nvPicPr>
        <p:blipFill>
          <a:blip r:embed="rId2">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28C2F1EE-D7A8-4498-9E2D-191C27B6C025}"/>
              </a:ext>
            </a:extLst>
          </p:cNvPr>
          <p:cNvSpPr>
            <a:spLocks noChangeArrowheads="1"/>
          </p:cNvSpPr>
          <p:nvPr/>
        </p:nvSpPr>
        <p:spPr bwMode="auto">
          <a:xfrm>
            <a:off x="250825" y="188913"/>
            <a:ext cx="8642350" cy="6335712"/>
          </a:xfrm>
          <a:prstGeom prst="rect">
            <a:avLst/>
          </a:prstGeom>
          <a:solidFill>
            <a:schemeClr val="bg1">
              <a:alpha val="65881"/>
            </a:schemeClr>
          </a:solidFill>
          <a:ln>
            <a:noFill/>
          </a:ln>
          <a:effectLst/>
        </p:spPr>
        <p:txBody>
          <a:bodyPr wrap="none" anchor="ctr"/>
          <a:lstStyle>
            <a:lvl1pPr eaLnBrk="0" hangingPunct="0">
              <a:defRPr sz="4000" b="1">
                <a:solidFill>
                  <a:srgbClr val="FFFF00"/>
                </a:solidFill>
                <a:latin typeface="Arial" panose="020B0604020202020204" pitchFamily="34" charset="0"/>
                <a:cs typeface="Arial" panose="020B0604020202020204" pitchFamily="34" charset="0"/>
              </a:defRPr>
            </a:lvl1pPr>
            <a:lvl2pPr marL="742950" indent="-285750" eaLnBrk="0" hangingPunct="0">
              <a:defRPr sz="4000" b="1">
                <a:solidFill>
                  <a:srgbClr val="FFFF00"/>
                </a:solidFill>
                <a:latin typeface="Arial" panose="020B0604020202020204" pitchFamily="34" charset="0"/>
                <a:cs typeface="Arial" panose="020B0604020202020204" pitchFamily="34" charset="0"/>
              </a:defRPr>
            </a:lvl2pPr>
            <a:lvl3pPr marL="1143000" indent="-228600" eaLnBrk="0" hangingPunct="0">
              <a:defRPr sz="4000" b="1">
                <a:solidFill>
                  <a:srgbClr val="FFFF00"/>
                </a:solidFill>
                <a:latin typeface="Arial" panose="020B0604020202020204" pitchFamily="34" charset="0"/>
                <a:cs typeface="Arial" panose="020B0604020202020204" pitchFamily="34" charset="0"/>
              </a:defRPr>
            </a:lvl3pPr>
            <a:lvl4pPr marL="1600200" indent="-228600" eaLnBrk="0" hangingPunct="0">
              <a:defRPr sz="4000" b="1">
                <a:solidFill>
                  <a:srgbClr val="FFFF00"/>
                </a:solidFill>
                <a:latin typeface="Arial" panose="020B0604020202020204" pitchFamily="34" charset="0"/>
                <a:cs typeface="Arial" panose="020B0604020202020204" pitchFamily="34" charset="0"/>
              </a:defRPr>
            </a:lvl4pPr>
            <a:lvl5pPr marL="2057400" indent="-228600" eaLnBrk="0" hangingPunct="0">
              <a:defRPr sz="4000" b="1">
                <a:solidFill>
                  <a:srgbClr val="FFFF0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9pPr>
          </a:lstStyle>
          <a:p>
            <a:pPr algn="ctr" rtl="1" eaLnBrk="1" hangingPunct="1">
              <a:spcBef>
                <a:spcPct val="50000"/>
              </a:spcBef>
              <a:defRPr/>
            </a:pPr>
            <a:endParaRPr lang="he-IL"/>
          </a:p>
        </p:txBody>
      </p:sp>
      <p:pic>
        <p:nvPicPr>
          <p:cNvPr id="6" name="Picture 9" descr="MCj04325580000[1]">
            <a:hlinkClick r:id="" action="ppaction://hlinkshowjump?jump=endshow"/>
            <a:extLst>
              <a:ext uri="{FF2B5EF4-FFF2-40B4-BE49-F238E27FC236}">
                <a16:creationId xmlns:a16="http://schemas.microsoft.com/office/drawing/2014/main" id="{D4B643E6-6E91-4DD7-9DF1-B54791A8EEC8}"/>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0" name="Rectangle 4"/>
          <p:cNvSpPr>
            <a:spLocks noGrp="1" noChangeArrowheads="1"/>
          </p:cNvSpPr>
          <p:nvPr>
            <p:ph type="subTitle" idx="1"/>
          </p:nvPr>
        </p:nvSpPr>
        <p:spPr>
          <a:xfrm>
            <a:off x="1258888" y="2924175"/>
            <a:ext cx="6400800" cy="1081088"/>
          </a:xfrm>
        </p:spPr>
        <p:txBody>
          <a:bodyPr/>
          <a:lstStyle>
            <a:lvl1pPr marL="0" indent="0" algn="ctr">
              <a:buFont typeface="Wingdings" pitchFamily="2" charset="2"/>
              <a:buNone/>
              <a:defRPr/>
            </a:lvl1pPr>
          </a:lstStyle>
          <a:p>
            <a:pPr lvl="0"/>
            <a:r>
              <a:rPr lang="en-US" noProof="0"/>
              <a:t>Click to edit Master subtitle style</a:t>
            </a:r>
          </a:p>
        </p:txBody>
      </p:sp>
      <p:sp>
        <p:nvSpPr>
          <p:cNvPr id="203781" name="Rectangle 5"/>
          <p:cNvSpPr>
            <a:spLocks noGrp="1" noChangeArrowheads="1"/>
          </p:cNvSpPr>
          <p:nvPr>
            <p:ph type="ctrTitle"/>
          </p:nvPr>
        </p:nvSpPr>
        <p:spPr>
          <a:xfrm>
            <a:off x="611188" y="836613"/>
            <a:ext cx="7772400" cy="2087562"/>
          </a:xfrm>
        </p:spPr>
        <p:txBody>
          <a:bodyPr/>
          <a:lstStyle>
            <a:lvl1pPr>
              <a:defRPr sz="4800"/>
            </a:lvl1pPr>
          </a:lstStyle>
          <a:p>
            <a:pPr lvl="0"/>
            <a:r>
              <a:rPr lang="en-US" noProof="0"/>
              <a:t>Click to edit Master title style</a:t>
            </a:r>
          </a:p>
        </p:txBody>
      </p:sp>
      <p:sp>
        <p:nvSpPr>
          <p:cNvPr id="7" name="Date Placeholder 6">
            <a:extLst>
              <a:ext uri="{FF2B5EF4-FFF2-40B4-BE49-F238E27FC236}">
                <a16:creationId xmlns:a16="http://schemas.microsoft.com/office/drawing/2014/main" id="{D6A9BB5C-97DA-4663-921A-CB1878234C66}"/>
              </a:ext>
            </a:extLst>
          </p:cNvPr>
          <p:cNvSpPr>
            <a:spLocks noGrp="1" noChangeArrowheads="1"/>
          </p:cNvSpPr>
          <p:nvPr>
            <p:ph type="dt" sz="half" idx="10"/>
          </p:nvPr>
        </p:nvSpPr>
        <p:spPr>
          <a:xfrm>
            <a:off x="6553200" y="6245225"/>
            <a:ext cx="2133600" cy="476250"/>
          </a:xfrm>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38F65A9A-CB84-479E-A35C-2E9E2656B246}"/>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5E7E00D8-4FC6-45D9-AB87-8B1E3A2E2FF0}"/>
              </a:ext>
            </a:extLst>
          </p:cNvPr>
          <p:cNvSpPr>
            <a:spLocks noGrp="1" noChangeArrowheads="1"/>
          </p:cNvSpPr>
          <p:nvPr>
            <p:ph type="sldNum" sz="quarter" idx="12"/>
          </p:nvPr>
        </p:nvSpPr>
        <p:spPr>
          <a:xfrm>
            <a:off x="457200" y="6245225"/>
            <a:ext cx="2133600" cy="476250"/>
          </a:xfrm>
        </p:spPr>
        <p:txBody>
          <a:bodyPr/>
          <a:lstStyle>
            <a:lvl1pPr>
              <a:defRPr smtClean="0"/>
            </a:lvl1pPr>
          </a:lstStyle>
          <a:p>
            <a:pPr>
              <a:defRPr/>
            </a:pPr>
            <a:fld id="{AFBF0398-9211-4488-A66C-56215F909F41}" type="slidenum">
              <a:rPr lang="he-IL" altLang="en-US"/>
              <a:pPr>
                <a:defRPr/>
              </a:pPr>
              <a:t>‹#›</a:t>
            </a:fld>
            <a:endParaRPr lang="en-US" altLang="en-US"/>
          </a:p>
        </p:txBody>
      </p:sp>
    </p:spTree>
    <p:extLst>
      <p:ext uri="{BB962C8B-B14F-4D97-AF65-F5344CB8AC3E}">
        <p14:creationId xmlns:p14="http://schemas.microsoft.com/office/powerpoint/2010/main" val="722661622"/>
      </p:ext>
    </p:extLst>
  </p:cSld>
  <p:clrMapOvr>
    <a:masterClrMapping/>
  </p:clrMapOvr>
  <p:transition spd="med">
    <p:fade thruBlk="1"/>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D2D8F22-B1E7-44C5-9F66-3D6FD80DB5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2348E95-BA61-45F2-8F5B-AEFC0BDD60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46512B65-557C-4481-A8AB-224386905CF0}"/>
              </a:ext>
            </a:extLst>
          </p:cNvPr>
          <p:cNvSpPr>
            <a:spLocks noGrp="1" noChangeArrowheads="1"/>
          </p:cNvSpPr>
          <p:nvPr>
            <p:ph type="sldNum" sz="quarter" idx="12"/>
          </p:nvPr>
        </p:nvSpPr>
        <p:spPr>
          <a:ln/>
        </p:spPr>
        <p:txBody>
          <a:bodyPr/>
          <a:lstStyle>
            <a:lvl1pPr>
              <a:defRPr/>
            </a:lvl1pPr>
          </a:lstStyle>
          <a:p>
            <a:pPr>
              <a:defRPr/>
            </a:pPr>
            <a:fld id="{2B94287A-E997-43D2-B5B3-B24440B0E8EB}" type="slidenum">
              <a:rPr lang="he-IL" altLang="en-US"/>
              <a:pPr>
                <a:defRPr/>
              </a:pPr>
              <a:t>‹#›</a:t>
            </a:fld>
            <a:endParaRPr lang="en-US" altLang="en-US"/>
          </a:p>
        </p:txBody>
      </p:sp>
    </p:spTree>
    <p:extLst>
      <p:ext uri="{BB962C8B-B14F-4D97-AF65-F5344CB8AC3E}">
        <p14:creationId xmlns:p14="http://schemas.microsoft.com/office/powerpoint/2010/main" val="3408732263"/>
      </p:ext>
    </p:extLst>
  </p:cSld>
  <p:clrMapOvr>
    <a:masterClrMapping/>
  </p:clrMapOvr>
  <p:transition spd="med">
    <p:fade thruBlk="1"/>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15F28794-FF3D-4F19-AF35-1E3F857973B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11C294C-1405-4FB8-8030-B521EDA1FB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E04BEB43-B9FA-480C-ADA4-AA022279EB35}"/>
              </a:ext>
            </a:extLst>
          </p:cNvPr>
          <p:cNvSpPr>
            <a:spLocks noGrp="1" noChangeArrowheads="1"/>
          </p:cNvSpPr>
          <p:nvPr>
            <p:ph type="sldNum" sz="quarter" idx="12"/>
          </p:nvPr>
        </p:nvSpPr>
        <p:spPr>
          <a:ln/>
        </p:spPr>
        <p:txBody>
          <a:bodyPr/>
          <a:lstStyle>
            <a:lvl1pPr>
              <a:defRPr/>
            </a:lvl1pPr>
          </a:lstStyle>
          <a:p>
            <a:pPr>
              <a:defRPr/>
            </a:pPr>
            <a:fld id="{93771CB8-6577-49DD-A10E-DE9A67C91588}" type="slidenum">
              <a:rPr lang="he-IL" altLang="en-US"/>
              <a:pPr>
                <a:defRPr/>
              </a:pPr>
              <a:t>‹#›</a:t>
            </a:fld>
            <a:endParaRPr lang="en-US" altLang="en-US"/>
          </a:p>
        </p:txBody>
      </p:sp>
    </p:spTree>
    <p:extLst>
      <p:ext uri="{BB962C8B-B14F-4D97-AF65-F5344CB8AC3E}">
        <p14:creationId xmlns:p14="http://schemas.microsoft.com/office/powerpoint/2010/main" val="2739891261"/>
      </p:ext>
    </p:extLst>
  </p:cSld>
  <p:clrMapOvr>
    <a:masterClrMapping/>
  </p:clrMapOvr>
  <p:transition spd="med">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9388" y="908050"/>
            <a:ext cx="4279900"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688" y="908050"/>
            <a:ext cx="4281487"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B0114B7-5CE5-4F12-A4BD-7481E268F2E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838E593-15F6-468C-81C2-D1EF4154BD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A25C2064-F750-437C-B15E-8A49C149AC28}"/>
              </a:ext>
            </a:extLst>
          </p:cNvPr>
          <p:cNvSpPr>
            <a:spLocks noGrp="1" noChangeArrowheads="1"/>
          </p:cNvSpPr>
          <p:nvPr>
            <p:ph type="sldNum" sz="quarter" idx="12"/>
          </p:nvPr>
        </p:nvSpPr>
        <p:spPr>
          <a:ln/>
        </p:spPr>
        <p:txBody>
          <a:bodyPr/>
          <a:lstStyle>
            <a:lvl1pPr>
              <a:defRPr/>
            </a:lvl1pPr>
          </a:lstStyle>
          <a:p>
            <a:pPr>
              <a:defRPr/>
            </a:pPr>
            <a:fld id="{1E4A8C43-AEEE-4E70-BDFB-4FFB27D37535}" type="slidenum">
              <a:rPr lang="he-IL" altLang="en-US"/>
              <a:pPr>
                <a:defRPr/>
              </a:pPr>
              <a:t>‹#›</a:t>
            </a:fld>
            <a:endParaRPr lang="en-US" altLang="en-US"/>
          </a:p>
        </p:txBody>
      </p:sp>
    </p:spTree>
    <p:extLst>
      <p:ext uri="{BB962C8B-B14F-4D97-AF65-F5344CB8AC3E}">
        <p14:creationId xmlns:p14="http://schemas.microsoft.com/office/powerpoint/2010/main" val="2846506050"/>
      </p:ext>
    </p:extLst>
  </p:cSld>
  <p:clrMapOvr>
    <a:masterClrMapping/>
  </p:clrMapOvr>
  <p:transition spd="med">
    <p:fade thruBlk="1"/>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D4FECFE-187F-489D-8A6A-5BC48D3B928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B86A2C53-BB54-4753-85E3-AE1D67C981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7">
            <a:extLst>
              <a:ext uri="{FF2B5EF4-FFF2-40B4-BE49-F238E27FC236}">
                <a16:creationId xmlns:a16="http://schemas.microsoft.com/office/drawing/2014/main" id="{6B0F0F6D-ECCA-4571-A5E3-093433C2CE54}"/>
              </a:ext>
            </a:extLst>
          </p:cNvPr>
          <p:cNvSpPr>
            <a:spLocks noGrp="1" noChangeArrowheads="1"/>
          </p:cNvSpPr>
          <p:nvPr>
            <p:ph type="sldNum" sz="quarter" idx="12"/>
          </p:nvPr>
        </p:nvSpPr>
        <p:spPr>
          <a:ln/>
        </p:spPr>
        <p:txBody>
          <a:bodyPr/>
          <a:lstStyle>
            <a:lvl1pPr>
              <a:defRPr/>
            </a:lvl1pPr>
          </a:lstStyle>
          <a:p>
            <a:pPr>
              <a:defRPr/>
            </a:pPr>
            <a:fld id="{6F44DCA7-1C15-4A0F-BB7F-8DDD810906FE}" type="slidenum">
              <a:rPr lang="he-IL" altLang="en-US"/>
              <a:pPr>
                <a:defRPr/>
              </a:pPr>
              <a:t>‹#›</a:t>
            </a:fld>
            <a:endParaRPr lang="en-US" altLang="en-US"/>
          </a:p>
        </p:txBody>
      </p:sp>
    </p:spTree>
    <p:extLst>
      <p:ext uri="{BB962C8B-B14F-4D97-AF65-F5344CB8AC3E}">
        <p14:creationId xmlns:p14="http://schemas.microsoft.com/office/powerpoint/2010/main" val="3326661149"/>
      </p:ext>
    </p:extLst>
  </p:cSld>
  <p:clrMapOvr>
    <a:masterClrMapping/>
  </p:clrMapOvr>
  <p:transition spd="med">
    <p:fade thruBlk="1"/>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6B11E61E-0502-4151-9B55-30BF5C327F9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8A909E7-D727-4889-9C16-96BC715143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6AE35256-2219-4274-81BC-D6378F9672DE}"/>
              </a:ext>
            </a:extLst>
          </p:cNvPr>
          <p:cNvSpPr>
            <a:spLocks noGrp="1" noChangeArrowheads="1"/>
          </p:cNvSpPr>
          <p:nvPr>
            <p:ph type="sldNum" sz="quarter" idx="12"/>
          </p:nvPr>
        </p:nvSpPr>
        <p:spPr>
          <a:ln/>
        </p:spPr>
        <p:txBody>
          <a:bodyPr/>
          <a:lstStyle>
            <a:lvl1pPr>
              <a:defRPr/>
            </a:lvl1pPr>
          </a:lstStyle>
          <a:p>
            <a:pPr>
              <a:defRPr/>
            </a:pPr>
            <a:fld id="{46A0DE70-E9AD-4C24-BF50-721DB1A14B7A}" type="slidenum">
              <a:rPr lang="he-IL" altLang="en-US"/>
              <a:pPr>
                <a:defRPr/>
              </a:pPr>
              <a:t>‹#›</a:t>
            </a:fld>
            <a:endParaRPr lang="en-US" altLang="en-US"/>
          </a:p>
        </p:txBody>
      </p:sp>
    </p:spTree>
    <p:extLst>
      <p:ext uri="{BB962C8B-B14F-4D97-AF65-F5344CB8AC3E}">
        <p14:creationId xmlns:p14="http://schemas.microsoft.com/office/powerpoint/2010/main" val="1465986457"/>
      </p:ext>
    </p:extLst>
  </p:cSld>
  <p:clrMapOvr>
    <a:masterClrMapping/>
  </p:clrMapOvr>
  <p:transition spd="med">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5260F4C-99A9-42C7-BDEE-71CF2842BEE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41245FB1-4A62-4845-BD79-F3EDC429E2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7">
            <a:extLst>
              <a:ext uri="{FF2B5EF4-FFF2-40B4-BE49-F238E27FC236}">
                <a16:creationId xmlns:a16="http://schemas.microsoft.com/office/drawing/2014/main" id="{D2DAD8E8-3ACC-494D-A4AC-86514FA10A13}"/>
              </a:ext>
            </a:extLst>
          </p:cNvPr>
          <p:cNvSpPr>
            <a:spLocks noGrp="1" noChangeArrowheads="1"/>
          </p:cNvSpPr>
          <p:nvPr>
            <p:ph type="sldNum" sz="quarter" idx="12"/>
          </p:nvPr>
        </p:nvSpPr>
        <p:spPr>
          <a:ln/>
        </p:spPr>
        <p:txBody>
          <a:bodyPr/>
          <a:lstStyle>
            <a:lvl1pPr>
              <a:defRPr/>
            </a:lvl1pPr>
          </a:lstStyle>
          <a:p>
            <a:pPr>
              <a:defRPr/>
            </a:pPr>
            <a:fld id="{49484A8B-0E2B-47D5-A6B5-A97E2FF95DCE}" type="slidenum">
              <a:rPr lang="he-IL" altLang="en-US"/>
              <a:pPr>
                <a:defRPr/>
              </a:pPr>
              <a:t>‹#›</a:t>
            </a:fld>
            <a:endParaRPr lang="en-US" altLang="en-US"/>
          </a:p>
        </p:txBody>
      </p:sp>
    </p:spTree>
    <p:extLst>
      <p:ext uri="{BB962C8B-B14F-4D97-AF65-F5344CB8AC3E}">
        <p14:creationId xmlns:p14="http://schemas.microsoft.com/office/powerpoint/2010/main" val="1111129597"/>
      </p:ext>
    </p:extLst>
  </p:cSld>
  <p:clrMapOvr>
    <a:masterClrMapping/>
  </p:clrMapOvr>
  <p:transition spd="med">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89AE6A7-9DA7-41FC-A2AB-2451DF82C06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8D12B73-6528-49AC-B8FE-C8EA5DE5403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4F7B8607-4766-4FD2-A366-F989E53C0F73}"/>
              </a:ext>
            </a:extLst>
          </p:cNvPr>
          <p:cNvSpPr>
            <a:spLocks noGrp="1" noChangeArrowheads="1"/>
          </p:cNvSpPr>
          <p:nvPr>
            <p:ph type="sldNum" sz="quarter" idx="12"/>
          </p:nvPr>
        </p:nvSpPr>
        <p:spPr>
          <a:ln/>
        </p:spPr>
        <p:txBody>
          <a:bodyPr/>
          <a:lstStyle>
            <a:lvl1pPr>
              <a:defRPr/>
            </a:lvl1pPr>
          </a:lstStyle>
          <a:p>
            <a:pPr>
              <a:defRPr/>
            </a:pPr>
            <a:fld id="{D4838A3C-45E8-4339-B081-A9CCC0BCC038}" type="slidenum">
              <a:rPr lang="he-IL" altLang="en-US"/>
              <a:pPr>
                <a:defRPr/>
              </a:pPr>
              <a:t>‹#›</a:t>
            </a:fld>
            <a:endParaRPr lang="en-US" altLang="en-US"/>
          </a:p>
        </p:txBody>
      </p:sp>
    </p:spTree>
    <p:extLst>
      <p:ext uri="{BB962C8B-B14F-4D97-AF65-F5344CB8AC3E}">
        <p14:creationId xmlns:p14="http://schemas.microsoft.com/office/powerpoint/2010/main" val="2160548576"/>
      </p:ext>
    </p:extLst>
  </p:cSld>
  <p:clrMapOvr>
    <a:masterClrMapping/>
  </p:clrMapOvr>
  <p:transition spd="med">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80C34ADB-A74F-4CC1-962D-E02C0D313BA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E7ED0E2-328C-43CF-8424-6E3246A4B6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791BF85E-B9A3-462D-A4C4-29762E1D15CA}"/>
              </a:ext>
            </a:extLst>
          </p:cNvPr>
          <p:cNvSpPr>
            <a:spLocks noGrp="1" noChangeArrowheads="1"/>
          </p:cNvSpPr>
          <p:nvPr>
            <p:ph type="sldNum" sz="quarter" idx="12"/>
          </p:nvPr>
        </p:nvSpPr>
        <p:spPr>
          <a:ln/>
        </p:spPr>
        <p:txBody>
          <a:bodyPr/>
          <a:lstStyle>
            <a:lvl1pPr>
              <a:defRPr/>
            </a:lvl1pPr>
          </a:lstStyle>
          <a:p>
            <a:pPr>
              <a:defRPr/>
            </a:pPr>
            <a:fld id="{8D1C6D8E-1349-4337-AA26-3A47175B74D3}" type="slidenum">
              <a:rPr lang="he-IL" altLang="en-US"/>
              <a:pPr>
                <a:defRPr/>
              </a:pPr>
              <a:t>‹#›</a:t>
            </a:fld>
            <a:endParaRPr lang="en-US" altLang="en-US"/>
          </a:p>
        </p:txBody>
      </p:sp>
    </p:spTree>
    <p:extLst>
      <p:ext uri="{BB962C8B-B14F-4D97-AF65-F5344CB8AC3E}">
        <p14:creationId xmlns:p14="http://schemas.microsoft.com/office/powerpoint/2010/main" val="1436295867"/>
      </p:ext>
    </p:extLst>
  </p:cSld>
  <p:clrMapOvr>
    <a:masterClrMapping/>
  </p:clrMapOvr>
  <p:transition spd="med">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7D20D7E-81E0-4863-BE55-EA9AB439A9B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751D23B-9573-43C4-B358-EBBEFCC1B8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EDE3D54A-002E-40F0-82BE-564639330617}"/>
              </a:ext>
            </a:extLst>
          </p:cNvPr>
          <p:cNvSpPr>
            <a:spLocks noGrp="1" noChangeArrowheads="1"/>
          </p:cNvSpPr>
          <p:nvPr>
            <p:ph type="sldNum" sz="quarter" idx="12"/>
          </p:nvPr>
        </p:nvSpPr>
        <p:spPr>
          <a:ln/>
        </p:spPr>
        <p:txBody>
          <a:bodyPr/>
          <a:lstStyle>
            <a:lvl1pPr>
              <a:defRPr/>
            </a:lvl1pPr>
          </a:lstStyle>
          <a:p>
            <a:pPr>
              <a:defRPr/>
            </a:pPr>
            <a:fld id="{37E07E45-2F83-4588-8281-A3E9DB46E047}" type="slidenum">
              <a:rPr lang="he-IL" altLang="en-US"/>
              <a:pPr>
                <a:defRPr/>
              </a:pPr>
              <a:t>‹#›</a:t>
            </a:fld>
            <a:endParaRPr lang="en-US" altLang="en-US"/>
          </a:p>
        </p:txBody>
      </p:sp>
    </p:spTree>
    <p:extLst>
      <p:ext uri="{BB962C8B-B14F-4D97-AF65-F5344CB8AC3E}">
        <p14:creationId xmlns:p14="http://schemas.microsoft.com/office/powerpoint/2010/main" val="195112446"/>
      </p:ext>
    </p:extLst>
  </p:cSld>
  <p:clrMapOvr>
    <a:masterClrMapping/>
  </p:clrMapOvr>
  <p:transition spd="med">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5125" y="188913"/>
            <a:ext cx="2178050" cy="63706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388" y="188913"/>
            <a:ext cx="6383337" cy="63706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86D3749-060D-4606-9F10-6793B726FD4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495580E-13D7-4138-8E4A-3E4280E796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C51516E8-5671-4E1B-903A-1F160E530E2A}"/>
              </a:ext>
            </a:extLst>
          </p:cNvPr>
          <p:cNvSpPr>
            <a:spLocks noGrp="1" noChangeArrowheads="1"/>
          </p:cNvSpPr>
          <p:nvPr>
            <p:ph type="sldNum" sz="quarter" idx="12"/>
          </p:nvPr>
        </p:nvSpPr>
        <p:spPr>
          <a:ln/>
        </p:spPr>
        <p:txBody>
          <a:bodyPr/>
          <a:lstStyle>
            <a:lvl1pPr>
              <a:defRPr/>
            </a:lvl1pPr>
          </a:lstStyle>
          <a:p>
            <a:pPr>
              <a:defRPr/>
            </a:pPr>
            <a:fld id="{CA09194D-C2B3-4E25-B83A-20B87E0114ED}" type="slidenum">
              <a:rPr lang="he-IL" altLang="en-US"/>
              <a:pPr>
                <a:defRPr/>
              </a:pPr>
              <a:t>‹#›</a:t>
            </a:fld>
            <a:endParaRPr lang="en-US" altLang="en-US"/>
          </a:p>
        </p:txBody>
      </p:sp>
    </p:spTree>
    <p:extLst>
      <p:ext uri="{BB962C8B-B14F-4D97-AF65-F5344CB8AC3E}">
        <p14:creationId xmlns:p14="http://schemas.microsoft.com/office/powerpoint/2010/main" val="593365117"/>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3.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5.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3E67C49-4CC6-444F-8932-FA547F8B8F2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eaLnBrk="1" hangingPunct="1">
              <a:defRPr sz="1200" b="0">
                <a:effectLst/>
                <a:latin typeface="Arial" charset="0"/>
                <a:cs typeface="+mn-cs"/>
              </a:defRPr>
            </a:lvl1pPr>
          </a:lstStyle>
          <a:p>
            <a:pPr>
              <a:defRPr/>
            </a:pPr>
            <a:endParaRPr lang="en-US" altLang="en-US"/>
          </a:p>
        </p:txBody>
      </p:sp>
      <p:sp>
        <p:nvSpPr>
          <p:cNvPr id="4099" name="Rectangle 3">
            <a:extLst>
              <a:ext uri="{FF2B5EF4-FFF2-40B4-BE49-F238E27FC236}">
                <a16:creationId xmlns:a16="http://schemas.microsoft.com/office/drawing/2014/main" id="{43A1616A-8ED1-4E09-9979-55A2D98963FC}"/>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Arial Black" panose="020B0A04020102020204" pitchFamily="34" charset="0"/>
                <a:cs typeface="Arial" panose="020B0604020202020204" pitchFamily="34" charset="0"/>
              </a:defRPr>
            </a:lvl1pPr>
          </a:lstStyle>
          <a:p>
            <a:fld id="{88F30392-BAB9-45E1-8364-DB0EE1544FF2}" type="slidenum">
              <a:rPr lang="he-IL" altLang="en-US"/>
              <a:pPr/>
              <a:t>‹#›</a:t>
            </a:fld>
            <a:endParaRPr lang="en-US" altLang="en-US"/>
          </a:p>
        </p:txBody>
      </p:sp>
      <p:grpSp>
        <p:nvGrpSpPr>
          <p:cNvPr id="1028" name="Group 4">
            <a:extLst>
              <a:ext uri="{FF2B5EF4-FFF2-40B4-BE49-F238E27FC236}">
                <a16:creationId xmlns:a16="http://schemas.microsoft.com/office/drawing/2014/main" id="{0B484F6F-11E6-45FA-B32E-1139D23CAF88}"/>
              </a:ext>
            </a:extLst>
          </p:cNvPr>
          <p:cNvGrpSpPr>
            <a:grpSpLocks/>
          </p:cNvGrpSpPr>
          <p:nvPr/>
        </p:nvGrpSpPr>
        <p:grpSpPr bwMode="auto">
          <a:xfrm>
            <a:off x="0" y="0"/>
            <a:ext cx="9144000" cy="546100"/>
            <a:chOff x="0" y="0"/>
            <a:chExt cx="5760" cy="344"/>
          </a:xfrm>
        </p:grpSpPr>
        <p:sp>
          <p:nvSpPr>
            <p:cNvPr id="1033" name="Rectangle 5">
              <a:extLst>
                <a:ext uri="{FF2B5EF4-FFF2-40B4-BE49-F238E27FC236}">
                  <a16:creationId xmlns:a16="http://schemas.microsoft.com/office/drawing/2014/main" id="{BC01A957-87FE-40BE-8CC2-8480B1B6F27E}"/>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algn="ctr" eaLnBrk="1" hangingPunct="1">
                <a:defRPr/>
              </a:pPr>
              <a:endParaRPr lang="en-US" altLang="en-US" b="0">
                <a:latin typeface="Times New Roman" pitchFamily="18" charset="0"/>
                <a:cs typeface="Arial" charset="0"/>
              </a:endParaRPr>
            </a:p>
          </p:txBody>
        </p:sp>
        <p:sp>
          <p:nvSpPr>
            <p:cNvPr id="1034" name="Rectangle 6">
              <a:extLst>
                <a:ext uri="{FF2B5EF4-FFF2-40B4-BE49-F238E27FC236}">
                  <a16:creationId xmlns:a16="http://schemas.microsoft.com/office/drawing/2014/main" id="{056BFF4C-072C-4ED2-AB95-92EE1D1C89A9}"/>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035" name="Rectangle 7">
              <a:extLst>
                <a:ext uri="{FF2B5EF4-FFF2-40B4-BE49-F238E27FC236}">
                  <a16:creationId xmlns:a16="http://schemas.microsoft.com/office/drawing/2014/main" id="{759A1E93-E629-4490-AF99-F007014F788E}"/>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hlink"/>
                </a:solidFill>
                <a:cs typeface="Arial" charset="0"/>
              </a:endParaRPr>
            </a:p>
          </p:txBody>
        </p:sp>
        <p:sp>
          <p:nvSpPr>
            <p:cNvPr id="1036" name="Rectangle 8">
              <a:extLst>
                <a:ext uri="{FF2B5EF4-FFF2-40B4-BE49-F238E27FC236}">
                  <a16:creationId xmlns:a16="http://schemas.microsoft.com/office/drawing/2014/main" id="{53B24FEE-8EC9-405D-869D-C9F32B2E7832}"/>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hlink"/>
                </a:solidFill>
                <a:cs typeface="Arial" charset="0"/>
              </a:endParaRPr>
            </a:p>
          </p:txBody>
        </p:sp>
        <p:sp>
          <p:nvSpPr>
            <p:cNvPr id="1037" name="Rectangle 9">
              <a:extLst>
                <a:ext uri="{FF2B5EF4-FFF2-40B4-BE49-F238E27FC236}">
                  <a16:creationId xmlns:a16="http://schemas.microsoft.com/office/drawing/2014/main" id="{E27CAAD1-F2B8-4C38-94E4-AE9B326703A8}"/>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accent2"/>
                </a:solidFill>
                <a:cs typeface="Arial" charset="0"/>
              </a:endParaRPr>
            </a:p>
          </p:txBody>
        </p:sp>
        <p:sp>
          <p:nvSpPr>
            <p:cNvPr id="1038" name="Rectangle 10">
              <a:extLst>
                <a:ext uri="{FF2B5EF4-FFF2-40B4-BE49-F238E27FC236}">
                  <a16:creationId xmlns:a16="http://schemas.microsoft.com/office/drawing/2014/main" id="{3ABCCE5A-B3DB-406D-8440-D243D1DDD3B3}"/>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hlink"/>
                </a:solidFill>
                <a:cs typeface="Arial" charset="0"/>
              </a:endParaRPr>
            </a:p>
          </p:txBody>
        </p:sp>
        <p:sp>
          <p:nvSpPr>
            <p:cNvPr id="1039" name="Rectangle 11">
              <a:extLst>
                <a:ext uri="{FF2B5EF4-FFF2-40B4-BE49-F238E27FC236}">
                  <a16:creationId xmlns:a16="http://schemas.microsoft.com/office/drawing/2014/main" id="{4B83B8EC-E1FD-48E1-9806-F7F459C4C455}"/>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b="0">
                <a:latin typeface="Times New Roman" pitchFamily="18" charset="0"/>
                <a:cs typeface="Arial" charset="0"/>
              </a:endParaRPr>
            </a:p>
          </p:txBody>
        </p:sp>
        <p:sp>
          <p:nvSpPr>
            <p:cNvPr id="1040" name="Rectangle 12">
              <a:extLst>
                <a:ext uri="{FF2B5EF4-FFF2-40B4-BE49-F238E27FC236}">
                  <a16:creationId xmlns:a16="http://schemas.microsoft.com/office/drawing/2014/main" id="{82137AE8-C200-4FEA-A5ED-CF98448AD515}"/>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accent2"/>
                </a:solidFill>
                <a:cs typeface="Arial" charset="0"/>
              </a:endParaRPr>
            </a:p>
          </p:txBody>
        </p:sp>
        <p:sp>
          <p:nvSpPr>
            <p:cNvPr id="1041" name="Rectangle 13">
              <a:extLst>
                <a:ext uri="{FF2B5EF4-FFF2-40B4-BE49-F238E27FC236}">
                  <a16:creationId xmlns:a16="http://schemas.microsoft.com/office/drawing/2014/main" id="{614B5D5C-49DA-4D81-8EAB-E0E32B37D286}"/>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cs typeface="David" pitchFamily="2" charset="-79"/>
                </a:defRPr>
              </a:lvl1pPr>
              <a:lvl2pPr marL="742950" indent="-285750">
                <a:defRPr sz="2400" b="1">
                  <a:solidFill>
                    <a:schemeClr val="tx1"/>
                  </a:solidFill>
                  <a:latin typeface="Arial" charset="0"/>
                  <a:cs typeface="David" pitchFamily="2" charset="-79"/>
                </a:defRPr>
              </a:lvl2pPr>
              <a:lvl3pPr marL="1143000" indent="-228600">
                <a:defRPr sz="2400" b="1">
                  <a:solidFill>
                    <a:schemeClr val="tx1"/>
                  </a:solidFill>
                  <a:latin typeface="Arial" charset="0"/>
                  <a:cs typeface="David" pitchFamily="2" charset="-79"/>
                </a:defRPr>
              </a:lvl3pPr>
              <a:lvl4pPr marL="1600200" indent="-228600">
                <a:defRPr sz="2400" b="1">
                  <a:solidFill>
                    <a:schemeClr val="tx1"/>
                  </a:solidFill>
                  <a:latin typeface="Arial" charset="0"/>
                  <a:cs typeface="David" pitchFamily="2" charset="-79"/>
                </a:defRPr>
              </a:lvl4pPr>
              <a:lvl5pPr marL="2057400" indent="-228600">
                <a:defRPr sz="2400" b="1">
                  <a:solidFill>
                    <a:schemeClr val="tx1"/>
                  </a:solidFill>
                  <a:latin typeface="Arial" charset="0"/>
                  <a:cs typeface="David" pitchFamily="2" charset="-79"/>
                </a:defRPr>
              </a:lvl5pPr>
              <a:lvl6pPr marL="2514600" indent="-228600" algn="ctr" rtl="1" eaLnBrk="0" fontAlgn="base" hangingPunct="0">
                <a:spcBef>
                  <a:spcPct val="0"/>
                </a:spcBef>
                <a:spcAft>
                  <a:spcPct val="0"/>
                </a:spcAft>
                <a:defRPr sz="2400" b="1">
                  <a:solidFill>
                    <a:schemeClr val="tx1"/>
                  </a:solidFill>
                  <a:latin typeface="Arial" charset="0"/>
                  <a:cs typeface="David" pitchFamily="2" charset="-79"/>
                </a:defRPr>
              </a:lvl6pPr>
              <a:lvl7pPr marL="2971800" indent="-228600" algn="ctr" rtl="1" eaLnBrk="0" fontAlgn="base" hangingPunct="0">
                <a:spcBef>
                  <a:spcPct val="0"/>
                </a:spcBef>
                <a:spcAft>
                  <a:spcPct val="0"/>
                </a:spcAft>
                <a:defRPr sz="2400" b="1">
                  <a:solidFill>
                    <a:schemeClr val="tx1"/>
                  </a:solidFill>
                  <a:latin typeface="Arial" charset="0"/>
                  <a:cs typeface="David" pitchFamily="2" charset="-79"/>
                </a:defRPr>
              </a:lvl7pPr>
              <a:lvl8pPr marL="3429000" indent="-228600" algn="ctr" rtl="1" eaLnBrk="0" fontAlgn="base" hangingPunct="0">
                <a:spcBef>
                  <a:spcPct val="0"/>
                </a:spcBef>
                <a:spcAft>
                  <a:spcPct val="0"/>
                </a:spcAft>
                <a:defRPr sz="2400" b="1">
                  <a:solidFill>
                    <a:schemeClr val="tx1"/>
                  </a:solidFill>
                  <a:latin typeface="Arial" charset="0"/>
                  <a:cs typeface="David" pitchFamily="2" charset="-79"/>
                </a:defRPr>
              </a:lvl8pPr>
              <a:lvl9pPr marL="3886200" indent="-228600" algn="ctr" rtl="1" eaLnBrk="0" fontAlgn="base" hangingPunct="0">
                <a:spcBef>
                  <a:spcPct val="0"/>
                </a:spcBef>
                <a:spcAft>
                  <a:spcPct val="0"/>
                </a:spcAft>
                <a:defRPr sz="2400" b="1">
                  <a:solidFill>
                    <a:schemeClr val="tx1"/>
                  </a:solidFill>
                  <a:latin typeface="Arial" charset="0"/>
                  <a:cs typeface="David" pitchFamily="2" charset="-79"/>
                </a:defRPr>
              </a:lvl9pPr>
            </a:lstStyle>
            <a:p>
              <a:pPr eaLnBrk="1" hangingPunct="1">
                <a:defRPr/>
              </a:pPr>
              <a:endParaRPr lang="en-US" altLang="en-US" sz="1800" b="0">
                <a:solidFill>
                  <a:schemeClr val="accent2"/>
                </a:solidFill>
                <a:cs typeface="Arial" charset="0"/>
              </a:endParaRPr>
            </a:p>
          </p:txBody>
        </p:sp>
      </p:grpSp>
      <p:sp>
        <p:nvSpPr>
          <p:cNvPr id="1029" name="Rectangle 14">
            <a:extLst>
              <a:ext uri="{FF2B5EF4-FFF2-40B4-BE49-F238E27FC236}">
                <a16:creationId xmlns:a16="http://schemas.microsoft.com/office/drawing/2014/main" id="{FA90A765-3AFC-4FA8-A077-7B3655F8DCA8}"/>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he-IL" altLang="en-US"/>
              <a:t>לחץ כדי לערוך סגנון כותרת של תבנית בסיס</a:t>
            </a:r>
          </a:p>
        </p:txBody>
      </p:sp>
      <p:sp>
        <p:nvSpPr>
          <p:cNvPr id="1030" name="Rectangle 15">
            <a:extLst>
              <a:ext uri="{FF2B5EF4-FFF2-40B4-BE49-F238E27FC236}">
                <a16:creationId xmlns:a16="http://schemas.microsoft.com/office/drawing/2014/main" id="{11A28507-431B-4CAF-A6BA-B219FAEA32EF}"/>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he-IL" altLang="en-US"/>
              <a:t>לחץ כדי לערוך סגנונות טקסט של תבנית בסיס</a:t>
            </a:r>
          </a:p>
          <a:p>
            <a:pPr lvl="1"/>
            <a:r>
              <a:rPr lang="he-IL" altLang="en-US"/>
              <a:t>רמה שנייה</a:t>
            </a:r>
          </a:p>
          <a:p>
            <a:pPr lvl="2"/>
            <a:r>
              <a:rPr lang="he-IL" altLang="en-US"/>
              <a:t>רמה שלישית</a:t>
            </a:r>
          </a:p>
          <a:p>
            <a:pPr lvl="3"/>
            <a:r>
              <a:rPr lang="he-IL" altLang="en-US"/>
              <a:t>רמה רביעית</a:t>
            </a:r>
          </a:p>
          <a:p>
            <a:pPr lvl="4"/>
            <a:r>
              <a:rPr lang="he-IL" altLang="en-US"/>
              <a:t>רמה חמישית</a:t>
            </a:r>
          </a:p>
        </p:txBody>
      </p:sp>
      <p:sp>
        <p:nvSpPr>
          <p:cNvPr id="4112" name="Rectangle 16">
            <a:extLst>
              <a:ext uri="{FF2B5EF4-FFF2-40B4-BE49-F238E27FC236}">
                <a16:creationId xmlns:a16="http://schemas.microsoft.com/office/drawing/2014/main" id="{6D173E97-4104-479D-87C1-2C42A6036F07}"/>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hangingPunct="1">
              <a:defRPr sz="1200" b="0">
                <a:effectLst/>
                <a:latin typeface="Arial" charset="0"/>
                <a:cs typeface="+mn-cs"/>
              </a:defRPr>
            </a:lvl1pPr>
          </a:lstStyle>
          <a:p>
            <a:pPr>
              <a:defRPr/>
            </a:pPr>
            <a:endParaRPr lang="en-US" altLang="en-US"/>
          </a:p>
        </p:txBody>
      </p:sp>
      <p:pic>
        <p:nvPicPr>
          <p:cNvPr id="1032" name="Picture 18" descr="End Show">
            <a:hlinkClick r:id="" action="ppaction://hlinkshowjump?jump=endshow" highlightClick="1"/>
            <a:extLst>
              <a:ext uri="{FF2B5EF4-FFF2-40B4-BE49-F238E27FC236}">
                <a16:creationId xmlns:a16="http://schemas.microsoft.com/office/drawing/2014/main" id="{7103946A-DCA7-441D-9D91-5551F29C9D15}"/>
              </a:ext>
            </a:extLst>
          </p:cNvPr>
          <p:cNvPicPr>
            <a:picLocks noChangeAspect="1" noChangeArrowheads="1"/>
          </p:cNvPicPr>
          <p:nvPr userDrawn="1"/>
        </p:nvPicPr>
        <p:blipFill>
          <a:blip r:embed="rId14">
            <a:lum bright="70000" contrast="-70000"/>
            <a:extLst>
              <a:ext uri="{28A0092B-C50C-407E-A947-70E740481C1C}">
                <a14:useLocalDpi xmlns:a14="http://schemas.microsoft.com/office/drawing/2010/main" val="0"/>
              </a:ext>
            </a:extLst>
          </a:blip>
          <a:srcRect/>
          <a:stretch>
            <a:fillRect/>
          </a:stretch>
        </p:blipFill>
        <p:spPr bwMode="auto">
          <a:xfrm>
            <a:off x="8793163" y="0"/>
            <a:ext cx="3508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1"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l" rtl="1" eaLnBrk="0" fontAlgn="base" hangingPunct="0">
        <a:spcBef>
          <a:spcPct val="0"/>
        </a:spcBef>
        <a:spcAft>
          <a:spcPct val="0"/>
        </a:spcAft>
        <a:defRPr sz="4400">
          <a:solidFill>
            <a:schemeClr val="tx1"/>
          </a:solidFill>
          <a:latin typeface="+mj-lt"/>
          <a:ea typeface="+mj-ea"/>
          <a:cs typeface="+mj-cs"/>
        </a:defRPr>
      </a:lvl1pPr>
      <a:lvl2pPr algn="l" rtl="1" eaLnBrk="0" fontAlgn="base" hangingPunct="0">
        <a:spcBef>
          <a:spcPct val="0"/>
        </a:spcBef>
        <a:spcAft>
          <a:spcPct val="0"/>
        </a:spcAft>
        <a:defRPr sz="4400">
          <a:solidFill>
            <a:schemeClr val="tx1"/>
          </a:solidFill>
          <a:latin typeface="Arial" charset="0"/>
          <a:cs typeface="Arial" charset="0"/>
        </a:defRPr>
      </a:lvl2pPr>
      <a:lvl3pPr algn="l" rtl="1" eaLnBrk="0" fontAlgn="base" hangingPunct="0">
        <a:spcBef>
          <a:spcPct val="0"/>
        </a:spcBef>
        <a:spcAft>
          <a:spcPct val="0"/>
        </a:spcAft>
        <a:defRPr sz="4400">
          <a:solidFill>
            <a:schemeClr val="tx1"/>
          </a:solidFill>
          <a:latin typeface="Arial" charset="0"/>
          <a:cs typeface="Arial" charset="0"/>
        </a:defRPr>
      </a:lvl3pPr>
      <a:lvl4pPr algn="l" rtl="1" eaLnBrk="0" fontAlgn="base" hangingPunct="0">
        <a:spcBef>
          <a:spcPct val="0"/>
        </a:spcBef>
        <a:spcAft>
          <a:spcPct val="0"/>
        </a:spcAft>
        <a:defRPr sz="4400">
          <a:solidFill>
            <a:schemeClr val="tx1"/>
          </a:solidFill>
          <a:latin typeface="Arial" charset="0"/>
          <a:cs typeface="Arial" charset="0"/>
        </a:defRPr>
      </a:lvl4pPr>
      <a:lvl5pPr algn="l" rtl="1" eaLnBrk="0" fontAlgn="base" hangingPunct="0">
        <a:spcBef>
          <a:spcPct val="0"/>
        </a:spcBef>
        <a:spcAft>
          <a:spcPct val="0"/>
        </a:spcAft>
        <a:defRPr sz="4400">
          <a:solidFill>
            <a:schemeClr val="tx1"/>
          </a:solidFill>
          <a:latin typeface="Arial" charset="0"/>
          <a:cs typeface="Arial" charset="0"/>
        </a:defRPr>
      </a:lvl5pPr>
      <a:lvl6pPr marL="457200" algn="l" rtl="1" fontAlgn="base">
        <a:spcBef>
          <a:spcPct val="0"/>
        </a:spcBef>
        <a:spcAft>
          <a:spcPct val="0"/>
        </a:spcAft>
        <a:defRPr sz="4400">
          <a:solidFill>
            <a:schemeClr val="tx1"/>
          </a:solidFill>
          <a:latin typeface="Arial" charset="0"/>
          <a:cs typeface="Arial" charset="0"/>
        </a:defRPr>
      </a:lvl6pPr>
      <a:lvl7pPr marL="914400" algn="l" rtl="1" fontAlgn="base">
        <a:spcBef>
          <a:spcPct val="0"/>
        </a:spcBef>
        <a:spcAft>
          <a:spcPct val="0"/>
        </a:spcAft>
        <a:defRPr sz="4400">
          <a:solidFill>
            <a:schemeClr val="tx1"/>
          </a:solidFill>
          <a:latin typeface="Arial" charset="0"/>
          <a:cs typeface="Arial" charset="0"/>
        </a:defRPr>
      </a:lvl7pPr>
      <a:lvl8pPr marL="1371600" algn="l" rtl="1" fontAlgn="base">
        <a:spcBef>
          <a:spcPct val="0"/>
        </a:spcBef>
        <a:spcAft>
          <a:spcPct val="0"/>
        </a:spcAft>
        <a:defRPr sz="4400">
          <a:solidFill>
            <a:schemeClr val="tx1"/>
          </a:solidFill>
          <a:latin typeface="Arial" charset="0"/>
          <a:cs typeface="Arial" charset="0"/>
        </a:defRPr>
      </a:lvl8pPr>
      <a:lvl9pPr marL="1828800" algn="l" rtl="1" fontAlgn="base">
        <a:spcBef>
          <a:spcPct val="0"/>
        </a:spcBef>
        <a:spcAft>
          <a:spcPct val="0"/>
        </a:spcAft>
        <a:defRPr sz="4400">
          <a:solidFill>
            <a:schemeClr val="tx1"/>
          </a:solidFill>
          <a:latin typeface="Arial" charset="0"/>
          <a:cs typeface="Arial" charset="0"/>
        </a:defRPr>
      </a:lvl9pPr>
    </p:titleStyle>
    <p:bodyStyle>
      <a:lvl1pPr marL="342900" indent="-342900" algn="r" rtl="1"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r" rtl="1"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rtl="0" eaLnBrk="1" hangingPunct="1">
              <a:defRPr sz="1200" b="0">
                <a:effectLst/>
                <a:cs typeface="+mn-cs"/>
              </a:defRPr>
            </a:lvl1pPr>
          </a:lstStyle>
          <a:p>
            <a:endParaRPr 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rtl="0" eaLnBrk="1" hangingPunct="1">
              <a:defRPr sz="1200" b="0">
                <a:effectLst/>
                <a:latin typeface="Arial Black" pitchFamily="34" charset="0"/>
                <a:cs typeface="+mn-cs"/>
              </a:defRPr>
            </a:lvl1pPr>
          </a:lstStyle>
          <a:p>
            <a:fld id="{68018E41-4AE2-44E4-B5E3-326AE8C3F830}" type="slidenum">
              <a:rPr lang="he-IL"/>
              <a:pPr/>
              <a:t>‹#›</a:t>
            </a:fld>
            <a:endParaRPr lang="en-US"/>
          </a:p>
        </p:txBody>
      </p:sp>
      <p:grpSp>
        <p:nvGrpSpPr>
          <p:cNvPr id="4100" name="Group 4"/>
          <p:cNvGrpSpPr>
            <a:grpSpLocks/>
          </p:cNvGrpSpPr>
          <p:nvPr/>
        </p:nvGrpSpPr>
        <p:grpSpPr bwMode="auto">
          <a:xfrm>
            <a:off x="0" y="0"/>
            <a:ext cx="9144000" cy="546100"/>
            <a:chOff x="0" y="0"/>
            <a:chExt cx="5760" cy="344"/>
          </a:xfrm>
        </p:grpSpPr>
        <p:sp>
          <p:nvSpPr>
            <p:cNvPr id="4101"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rtl="0" eaLnBrk="1" hangingPunct="1"/>
              <a:endParaRPr lang="en-US" b="0">
                <a:effectLst/>
                <a:latin typeface="Times New Roman" pitchFamily="18" charset="0"/>
                <a:cs typeface="Arial" charset="0"/>
              </a:endParaRPr>
            </a:p>
          </p:txBody>
        </p:sp>
        <p:sp>
          <p:nvSpPr>
            <p:cNvPr id="4102"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4103"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hlink"/>
                </a:solidFill>
                <a:effectLst/>
                <a:cs typeface="Arial" charset="0"/>
              </a:endParaRPr>
            </a:p>
          </p:txBody>
        </p:sp>
        <p:sp>
          <p:nvSpPr>
            <p:cNvPr id="4104"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hlink"/>
                </a:solidFill>
                <a:effectLst/>
                <a:cs typeface="Arial" charset="0"/>
              </a:endParaRPr>
            </a:p>
          </p:txBody>
        </p:sp>
        <p:sp>
          <p:nvSpPr>
            <p:cNvPr id="4105"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accent2"/>
                </a:solidFill>
                <a:effectLst/>
                <a:cs typeface="Arial" charset="0"/>
              </a:endParaRPr>
            </a:p>
          </p:txBody>
        </p:sp>
        <p:sp>
          <p:nvSpPr>
            <p:cNvPr id="4106"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hlink"/>
                </a:solidFill>
                <a:effectLst/>
                <a:cs typeface="Arial" charset="0"/>
              </a:endParaRPr>
            </a:p>
          </p:txBody>
        </p:sp>
        <p:sp>
          <p:nvSpPr>
            <p:cNvPr id="4107"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b="0">
                <a:effectLst/>
                <a:latin typeface="Times New Roman" pitchFamily="18" charset="0"/>
                <a:cs typeface="Arial" charset="0"/>
              </a:endParaRPr>
            </a:p>
          </p:txBody>
        </p:sp>
        <p:sp>
          <p:nvSpPr>
            <p:cNvPr id="4108"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accent2"/>
                </a:solidFill>
                <a:effectLst/>
                <a:cs typeface="Arial" charset="0"/>
              </a:endParaRPr>
            </a:p>
          </p:txBody>
        </p:sp>
        <p:sp>
          <p:nvSpPr>
            <p:cNvPr id="4109"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endParaRPr lang="en-US" sz="1800" b="0">
                <a:solidFill>
                  <a:schemeClr val="accent2"/>
                </a:solidFill>
                <a:effectLst/>
                <a:cs typeface="Arial" charset="0"/>
              </a:endParaRPr>
            </a:p>
          </p:txBody>
        </p:sp>
      </p:grpSp>
      <p:sp>
        <p:nvSpPr>
          <p:cNvPr id="4110"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he-IL"/>
              <a:t>לחץ כדי לערוך סגנון כותרת של תבנית בסיס</a:t>
            </a:r>
          </a:p>
        </p:txBody>
      </p:sp>
      <p:sp>
        <p:nvSpPr>
          <p:cNvPr id="4111"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hangingPunct="1">
              <a:defRPr sz="1200" b="0">
                <a:effectLst/>
                <a:cs typeface="+mn-cs"/>
              </a:defRPr>
            </a:lvl1pPr>
          </a:lstStyle>
          <a:p>
            <a:endParaRPr lang="en-US"/>
          </a:p>
        </p:txBody>
      </p:sp>
      <p:pic>
        <p:nvPicPr>
          <p:cNvPr id="4114" name="Picture 18" descr="End Show">
            <a:hlinkClick r:id="" action="ppaction://hlinkshowjump?jump=endshow" highlightClick="1"/>
          </p:cNvPr>
          <p:cNvPicPr>
            <a:picLocks noChangeAspect="1" noChangeArrowheads="1"/>
          </p:cNvPicPr>
          <p:nvPr userDrawn="1"/>
        </p:nvPicPr>
        <p:blipFill>
          <a:blip r:embed="rId14" cstate="print">
            <a:lum bright="70000" contrast="-70000"/>
            <a:extLst>
              <a:ext uri="{28A0092B-C50C-407E-A947-70E740481C1C}">
                <a14:useLocalDpi xmlns:a14="http://schemas.microsoft.com/office/drawing/2010/main" val="0"/>
              </a:ext>
            </a:extLst>
          </a:blip>
          <a:srcRect/>
          <a:stretch>
            <a:fillRect/>
          </a:stretch>
        </p:blipFill>
        <p:spPr bwMode="auto">
          <a:xfrm>
            <a:off x="8793163" y="0"/>
            <a:ext cx="3508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9154874"/>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txStyles>
    <p:titleStyle>
      <a:lvl1pPr algn="l" rtl="1" fontAlgn="base">
        <a:spcBef>
          <a:spcPct val="0"/>
        </a:spcBef>
        <a:spcAft>
          <a:spcPct val="0"/>
        </a:spcAft>
        <a:defRPr sz="4400">
          <a:solidFill>
            <a:schemeClr val="tx1"/>
          </a:solidFill>
          <a:latin typeface="+mj-lt"/>
          <a:ea typeface="+mj-ea"/>
          <a:cs typeface="+mj-cs"/>
        </a:defRPr>
      </a:lvl1pPr>
      <a:lvl2pPr algn="l" rtl="1" fontAlgn="base">
        <a:spcBef>
          <a:spcPct val="0"/>
        </a:spcBef>
        <a:spcAft>
          <a:spcPct val="0"/>
        </a:spcAft>
        <a:defRPr sz="4400">
          <a:solidFill>
            <a:schemeClr val="tx1"/>
          </a:solidFill>
          <a:latin typeface="Arial" charset="0"/>
          <a:cs typeface="Arial" charset="0"/>
        </a:defRPr>
      </a:lvl2pPr>
      <a:lvl3pPr algn="l" rtl="1" fontAlgn="base">
        <a:spcBef>
          <a:spcPct val="0"/>
        </a:spcBef>
        <a:spcAft>
          <a:spcPct val="0"/>
        </a:spcAft>
        <a:defRPr sz="4400">
          <a:solidFill>
            <a:schemeClr val="tx1"/>
          </a:solidFill>
          <a:latin typeface="Arial" charset="0"/>
          <a:cs typeface="Arial" charset="0"/>
        </a:defRPr>
      </a:lvl3pPr>
      <a:lvl4pPr algn="l" rtl="1" fontAlgn="base">
        <a:spcBef>
          <a:spcPct val="0"/>
        </a:spcBef>
        <a:spcAft>
          <a:spcPct val="0"/>
        </a:spcAft>
        <a:defRPr sz="4400">
          <a:solidFill>
            <a:schemeClr val="tx1"/>
          </a:solidFill>
          <a:latin typeface="Arial" charset="0"/>
          <a:cs typeface="Arial" charset="0"/>
        </a:defRPr>
      </a:lvl4pPr>
      <a:lvl5pPr algn="l" rtl="1" fontAlgn="base">
        <a:spcBef>
          <a:spcPct val="0"/>
        </a:spcBef>
        <a:spcAft>
          <a:spcPct val="0"/>
        </a:spcAft>
        <a:defRPr sz="4400">
          <a:solidFill>
            <a:schemeClr val="tx1"/>
          </a:solidFill>
          <a:latin typeface="Arial" charset="0"/>
          <a:cs typeface="Arial" charset="0"/>
        </a:defRPr>
      </a:lvl5pPr>
      <a:lvl6pPr marL="457200" algn="l" rtl="1" fontAlgn="base">
        <a:spcBef>
          <a:spcPct val="0"/>
        </a:spcBef>
        <a:spcAft>
          <a:spcPct val="0"/>
        </a:spcAft>
        <a:defRPr sz="4400">
          <a:solidFill>
            <a:schemeClr val="tx1"/>
          </a:solidFill>
          <a:latin typeface="Arial" charset="0"/>
          <a:cs typeface="Arial" charset="0"/>
        </a:defRPr>
      </a:lvl6pPr>
      <a:lvl7pPr marL="914400" algn="l" rtl="1" fontAlgn="base">
        <a:spcBef>
          <a:spcPct val="0"/>
        </a:spcBef>
        <a:spcAft>
          <a:spcPct val="0"/>
        </a:spcAft>
        <a:defRPr sz="4400">
          <a:solidFill>
            <a:schemeClr val="tx1"/>
          </a:solidFill>
          <a:latin typeface="Arial" charset="0"/>
          <a:cs typeface="Arial" charset="0"/>
        </a:defRPr>
      </a:lvl7pPr>
      <a:lvl8pPr marL="1371600" algn="l" rtl="1" fontAlgn="base">
        <a:spcBef>
          <a:spcPct val="0"/>
        </a:spcBef>
        <a:spcAft>
          <a:spcPct val="0"/>
        </a:spcAft>
        <a:defRPr sz="4400">
          <a:solidFill>
            <a:schemeClr val="tx1"/>
          </a:solidFill>
          <a:latin typeface="Arial" charset="0"/>
          <a:cs typeface="Arial" charset="0"/>
        </a:defRPr>
      </a:lvl8pPr>
      <a:lvl9pPr marL="1828800" algn="l" rtl="1" fontAlgn="base">
        <a:spcBef>
          <a:spcPct val="0"/>
        </a:spcBef>
        <a:spcAft>
          <a:spcPct val="0"/>
        </a:spcAft>
        <a:defRPr sz="4400">
          <a:solidFill>
            <a:schemeClr val="tx1"/>
          </a:solidFill>
          <a:latin typeface="Arial" charset="0"/>
          <a:cs typeface="Arial" charset="0"/>
        </a:defRPr>
      </a:lvl9pPr>
    </p:titleStyle>
    <p:bodyStyle>
      <a:lvl1pPr marL="342900" indent="-342900" algn="r" rtl="1"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r" rtl="1" fontAlgn="base">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r" rtl="1" fontAlgn="base">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r" rtl="1" fontAlgn="base">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r" rtl="1"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9999FF"/>
            </a:gs>
          </a:gsLst>
          <a:lin ang="0" scaled="1"/>
        </a:gradFill>
        <a:effectLst/>
      </p:bgPr>
    </p:bg>
    <p:spTree>
      <p:nvGrpSpPr>
        <p:cNvPr id="1" name=""/>
        <p:cNvGrpSpPr/>
        <p:nvPr/>
      </p:nvGrpSpPr>
      <p:grpSpPr>
        <a:xfrm>
          <a:off x="0" y="0"/>
          <a:ext cx="0" cy="0"/>
          <a:chOff x="0" y="0"/>
          <a:chExt cx="0" cy="0"/>
        </a:xfrm>
      </p:grpSpPr>
      <p:pic>
        <p:nvPicPr>
          <p:cNvPr id="1026" name="Picture 10" descr="image_home">
            <a:extLst>
              <a:ext uri="{FF2B5EF4-FFF2-40B4-BE49-F238E27FC236}">
                <a16:creationId xmlns:a16="http://schemas.microsoft.com/office/drawing/2014/main" id="{43F9ABDA-B353-4A70-B80A-7204B7A0A563}"/>
              </a:ext>
            </a:extLst>
          </p:cNvPr>
          <p:cNvPicPr>
            <a:picLocks noChangeAspect="1" noChangeArrowheads="1"/>
          </p:cNvPicPr>
          <p:nvPr/>
        </p:nvPicPr>
        <p:blipFill>
          <a:blip r:embed="rId13">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35217466-C69A-44F4-979E-EDB385F75BC5}"/>
              </a:ext>
            </a:extLst>
          </p:cNvPr>
          <p:cNvSpPr>
            <a:spLocks noChangeArrowheads="1"/>
          </p:cNvSpPr>
          <p:nvPr/>
        </p:nvSpPr>
        <p:spPr bwMode="auto">
          <a:xfrm>
            <a:off x="179388" y="188913"/>
            <a:ext cx="8713787" cy="6335712"/>
          </a:xfrm>
          <a:prstGeom prst="rect">
            <a:avLst/>
          </a:prstGeom>
          <a:solidFill>
            <a:schemeClr val="bg1">
              <a:alpha val="92940"/>
            </a:schemeClr>
          </a:solidFill>
          <a:ln>
            <a:noFill/>
          </a:ln>
          <a:effectLst/>
        </p:spPr>
        <p:txBody>
          <a:bodyPr wrap="none" anchor="ctr"/>
          <a:lstStyle>
            <a:lvl1pPr eaLnBrk="0" hangingPunct="0">
              <a:defRPr sz="4000" b="1">
                <a:solidFill>
                  <a:srgbClr val="FFFF00"/>
                </a:solidFill>
                <a:latin typeface="Arial" panose="020B0604020202020204" pitchFamily="34" charset="0"/>
                <a:cs typeface="Arial" panose="020B0604020202020204" pitchFamily="34" charset="0"/>
              </a:defRPr>
            </a:lvl1pPr>
            <a:lvl2pPr marL="742950" indent="-285750" eaLnBrk="0" hangingPunct="0">
              <a:defRPr sz="4000" b="1">
                <a:solidFill>
                  <a:srgbClr val="FFFF00"/>
                </a:solidFill>
                <a:latin typeface="Arial" panose="020B0604020202020204" pitchFamily="34" charset="0"/>
                <a:cs typeface="Arial" panose="020B0604020202020204" pitchFamily="34" charset="0"/>
              </a:defRPr>
            </a:lvl2pPr>
            <a:lvl3pPr marL="1143000" indent="-228600" eaLnBrk="0" hangingPunct="0">
              <a:defRPr sz="4000" b="1">
                <a:solidFill>
                  <a:srgbClr val="FFFF00"/>
                </a:solidFill>
                <a:latin typeface="Arial" panose="020B0604020202020204" pitchFamily="34" charset="0"/>
                <a:cs typeface="Arial" panose="020B0604020202020204" pitchFamily="34" charset="0"/>
              </a:defRPr>
            </a:lvl3pPr>
            <a:lvl4pPr marL="1600200" indent="-228600" eaLnBrk="0" hangingPunct="0">
              <a:defRPr sz="4000" b="1">
                <a:solidFill>
                  <a:srgbClr val="FFFF00"/>
                </a:solidFill>
                <a:latin typeface="Arial" panose="020B0604020202020204" pitchFamily="34" charset="0"/>
                <a:cs typeface="Arial" panose="020B0604020202020204" pitchFamily="34" charset="0"/>
              </a:defRPr>
            </a:lvl4pPr>
            <a:lvl5pPr marL="2057400" indent="-228600" eaLnBrk="0" hangingPunct="0">
              <a:defRPr sz="4000" b="1">
                <a:solidFill>
                  <a:srgbClr val="FFFF00"/>
                </a:solidFill>
                <a:latin typeface="Arial" panose="020B0604020202020204" pitchFamily="34" charset="0"/>
                <a:cs typeface="Arial" panose="020B0604020202020204" pitchFamily="34" charset="0"/>
              </a:defRPr>
            </a:lvl5pPr>
            <a:lvl6pPr marL="25146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algn="ctr" eaLnBrk="0" fontAlgn="base" hangingPunct="0">
              <a:spcBef>
                <a:spcPct val="50000"/>
              </a:spcBef>
              <a:spcAft>
                <a:spcPct val="0"/>
              </a:spcAft>
              <a:defRPr sz="4000" b="1">
                <a:solidFill>
                  <a:srgbClr val="FFFF00"/>
                </a:solidFill>
                <a:latin typeface="Arial" panose="020B0604020202020204" pitchFamily="34" charset="0"/>
                <a:cs typeface="Arial" panose="020B0604020202020204" pitchFamily="34" charset="0"/>
              </a:defRPr>
            </a:lvl9pPr>
          </a:lstStyle>
          <a:p>
            <a:pPr algn="ctr" rtl="1" eaLnBrk="1" hangingPunct="1">
              <a:spcBef>
                <a:spcPct val="50000"/>
              </a:spcBef>
              <a:defRPr/>
            </a:pPr>
            <a:endParaRPr lang="he-IL"/>
          </a:p>
        </p:txBody>
      </p:sp>
      <p:sp>
        <p:nvSpPr>
          <p:cNvPr id="1028" name="Rectangle 3">
            <a:extLst>
              <a:ext uri="{FF2B5EF4-FFF2-40B4-BE49-F238E27FC236}">
                <a16:creationId xmlns:a16="http://schemas.microsoft.com/office/drawing/2014/main" id="{987945D2-7453-4691-9E1B-DBDB5D144A1E}"/>
              </a:ext>
            </a:extLst>
          </p:cNvPr>
          <p:cNvSpPr>
            <a:spLocks noGrp="1" noChangeArrowheads="1"/>
          </p:cNvSpPr>
          <p:nvPr>
            <p:ph type="body" idx="1"/>
          </p:nvPr>
        </p:nvSpPr>
        <p:spPr bwMode="auto">
          <a:xfrm>
            <a:off x="179388" y="908050"/>
            <a:ext cx="8713787" cy="565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4">
            <a:extLst>
              <a:ext uri="{FF2B5EF4-FFF2-40B4-BE49-F238E27FC236}">
                <a16:creationId xmlns:a16="http://schemas.microsoft.com/office/drawing/2014/main" id="{859A6102-B0D8-4833-A9DE-8F3256487921}"/>
              </a:ext>
            </a:extLst>
          </p:cNvPr>
          <p:cNvSpPr>
            <a:spLocks noGrp="1" noChangeArrowheads="1"/>
          </p:cNvSpPr>
          <p:nvPr>
            <p:ph type="title"/>
          </p:nvPr>
        </p:nvSpPr>
        <p:spPr bwMode="auto">
          <a:xfrm>
            <a:off x="539750" y="188913"/>
            <a:ext cx="835342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53605" name="Rectangle 5">
            <a:extLst>
              <a:ext uri="{FF2B5EF4-FFF2-40B4-BE49-F238E27FC236}">
                <a16:creationId xmlns:a16="http://schemas.microsoft.com/office/drawing/2014/main" id="{0E562AEC-084A-4D4F-874D-DECFB09A6965}"/>
              </a:ext>
            </a:extLst>
          </p:cNvPr>
          <p:cNvSpPr>
            <a:spLocks noGrp="1" noChangeArrowheads="1"/>
          </p:cNvSpPr>
          <p:nvPr>
            <p:ph type="dt" sz="half" idx="2"/>
          </p:nvPr>
        </p:nvSpPr>
        <p:spPr bwMode="auto">
          <a:xfrm>
            <a:off x="0" y="6584950"/>
            <a:ext cx="2133600" cy="1968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rtl="0" eaLnBrk="1" hangingPunct="1">
              <a:spcBef>
                <a:spcPct val="0"/>
              </a:spcBef>
              <a:defRPr sz="1000" b="0">
                <a:solidFill>
                  <a:schemeClr val="tx1"/>
                </a:solidFill>
                <a:latin typeface="Tahoma" pitchFamily="34" charset="0"/>
                <a:cs typeface="Arial" charset="0"/>
              </a:defRPr>
            </a:lvl1pPr>
          </a:lstStyle>
          <a:p>
            <a:pPr>
              <a:defRPr/>
            </a:pPr>
            <a:endParaRPr lang="en-US"/>
          </a:p>
        </p:txBody>
      </p:sp>
      <p:sp>
        <p:nvSpPr>
          <p:cNvPr id="153606" name="Rectangle 6">
            <a:extLst>
              <a:ext uri="{FF2B5EF4-FFF2-40B4-BE49-F238E27FC236}">
                <a16:creationId xmlns:a16="http://schemas.microsoft.com/office/drawing/2014/main" id="{1670CE54-9D48-4197-8E9A-03C45882F26D}"/>
              </a:ext>
            </a:extLst>
          </p:cNvPr>
          <p:cNvSpPr>
            <a:spLocks noGrp="1" noChangeArrowheads="1"/>
          </p:cNvSpPr>
          <p:nvPr>
            <p:ph type="ftr" sz="quarter" idx="3"/>
          </p:nvPr>
        </p:nvSpPr>
        <p:spPr bwMode="auto">
          <a:xfrm>
            <a:off x="3124200" y="6613525"/>
            <a:ext cx="2895600" cy="168275"/>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rtl="0" eaLnBrk="1" hangingPunct="1">
              <a:spcBef>
                <a:spcPct val="0"/>
              </a:spcBef>
              <a:defRPr sz="1000" b="0">
                <a:solidFill>
                  <a:schemeClr val="tx1"/>
                </a:solidFill>
                <a:latin typeface="Tahoma" pitchFamily="34" charset="0"/>
                <a:cs typeface="Arial" charset="0"/>
              </a:defRPr>
            </a:lvl1pPr>
          </a:lstStyle>
          <a:p>
            <a:pPr>
              <a:defRPr/>
            </a:pPr>
            <a:endParaRPr lang="en-US"/>
          </a:p>
        </p:txBody>
      </p:sp>
      <p:sp>
        <p:nvSpPr>
          <p:cNvPr id="153607" name="Rectangle 7">
            <a:extLst>
              <a:ext uri="{FF2B5EF4-FFF2-40B4-BE49-F238E27FC236}">
                <a16:creationId xmlns:a16="http://schemas.microsoft.com/office/drawing/2014/main" id="{570221A9-754F-4EA6-AA1C-DD6CA7153E48}"/>
              </a:ext>
            </a:extLst>
          </p:cNvPr>
          <p:cNvSpPr>
            <a:spLocks noGrp="1" noChangeArrowheads="1"/>
          </p:cNvSpPr>
          <p:nvPr>
            <p:ph type="sldNum" sz="quarter" idx="4"/>
          </p:nvPr>
        </p:nvSpPr>
        <p:spPr bwMode="auto">
          <a:xfrm>
            <a:off x="7010400" y="6613525"/>
            <a:ext cx="2133600" cy="1365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b="0" smtClean="0">
                <a:solidFill>
                  <a:schemeClr val="tx1"/>
                </a:solidFill>
                <a:latin typeface="Tahoma" panose="020B0604030504040204" pitchFamily="34" charset="0"/>
              </a:defRPr>
            </a:lvl1pPr>
          </a:lstStyle>
          <a:p>
            <a:pPr>
              <a:defRPr/>
            </a:pPr>
            <a:fld id="{D5EC3072-5972-4B68-BE27-1EEE5112B247}" type="slidenum">
              <a:rPr lang="he-IL" altLang="en-US"/>
              <a:pPr>
                <a:defRPr/>
              </a:pPr>
              <a:t>‹#›</a:t>
            </a:fld>
            <a:endParaRPr lang="en-US" altLang="en-US"/>
          </a:p>
        </p:txBody>
      </p:sp>
      <p:pic>
        <p:nvPicPr>
          <p:cNvPr id="1033" name="Picture 8" descr="MCj04325580000[1]">
            <a:hlinkClick r:id="" action="ppaction://hlinkshowjump?jump=endshow"/>
            <a:extLst>
              <a:ext uri="{FF2B5EF4-FFF2-40B4-BE49-F238E27FC236}">
                <a16:creationId xmlns:a16="http://schemas.microsoft.com/office/drawing/2014/main" id="{3E0045D5-D0E0-4ECB-AC80-E7CD93BF2CB0}"/>
              </a:ext>
            </a:extLst>
          </p:cNvPr>
          <p:cNvPicPr>
            <a:picLocks noChangeAspect="1" noChangeArrowheads="1"/>
          </p:cNvPicPr>
          <p:nvPr/>
        </p:nvPicPr>
        <p:blipFill>
          <a:blip r:embed="rId14">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7889795"/>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ransition spd="med">
    <p:fade thruBlk="1"/>
  </p:transition>
  <p:hf hdr="0" ftr="0" dt="0"/>
  <p:txStyles>
    <p:titleStyle>
      <a:lvl1pPr algn="ctr" rtl="1" eaLnBrk="0" fontAlgn="base" hangingPunct="0">
        <a:spcBef>
          <a:spcPct val="0"/>
        </a:spcBef>
        <a:spcAft>
          <a:spcPct val="0"/>
        </a:spcAft>
        <a:defRPr sz="3600" b="1">
          <a:solidFill>
            <a:srgbClr val="990033"/>
          </a:solidFill>
          <a:latin typeface="+mj-lt"/>
          <a:ea typeface="+mj-ea"/>
          <a:cs typeface="+mj-cs"/>
        </a:defRPr>
      </a:lvl1pPr>
      <a:lvl2pPr algn="ctr" rtl="1" eaLnBrk="0" fontAlgn="base" hangingPunct="0">
        <a:spcBef>
          <a:spcPct val="0"/>
        </a:spcBef>
        <a:spcAft>
          <a:spcPct val="0"/>
        </a:spcAft>
        <a:defRPr sz="3600" b="1">
          <a:solidFill>
            <a:srgbClr val="990033"/>
          </a:solidFill>
          <a:latin typeface="Arial Black" pitchFamily="34" charset="0"/>
          <a:cs typeface="Arial" charset="0"/>
        </a:defRPr>
      </a:lvl2pPr>
      <a:lvl3pPr algn="ctr" rtl="1" eaLnBrk="0" fontAlgn="base" hangingPunct="0">
        <a:spcBef>
          <a:spcPct val="0"/>
        </a:spcBef>
        <a:spcAft>
          <a:spcPct val="0"/>
        </a:spcAft>
        <a:defRPr sz="3600" b="1">
          <a:solidFill>
            <a:srgbClr val="990033"/>
          </a:solidFill>
          <a:latin typeface="Arial Black" pitchFamily="34" charset="0"/>
          <a:cs typeface="Arial" charset="0"/>
        </a:defRPr>
      </a:lvl3pPr>
      <a:lvl4pPr algn="ctr" rtl="1" eaLnBrk="0" fontAlgn="base" hangingPunct="0">
        <a:spcBef>
          <a:spcPct val="0"/>
        </a:spcBef>
        <a:spcAft>
          <a:spcPct val="0"/>
        </a:spcAft>
        <a:defRPr sz="3600" b="1">
          <a:solidFill>
            <a:srgbClr val="990033"/>
          </a:solidFill>
          <a:latin typeface="Arial Black" pitchFamily="34" charset="0"/>
          <a:cs typeface="Arial" charset="0"/>
        </a:defRPr>
      </a:lvl4pPr>
      <a:lvl5pPr algn="ctr" rtl="1" eaLnBrk="0" fontAlgn="base" hangingPunct="0">
        <a:spcBef>
          <a:spcPct val="0"/>
        </a:spcBef>
        <a:spcAft>
          <a:spcPct val="0"/>
        </a:spcAft>
        <a:defRPr sz="3600" b="1">
          <a:solidFill>
            <a:srgbClr val="990033"/>
          </a:solidFill>
          <a:latin typeface="Arial Black" pitchFamily="34" charset="0"/>
          <a:cs typeface="Arial" charset="0"/>
        </a:defRPr>
      </a:lvl5pPr>
      <a:lvl6pPr marL="457200" algn="ctr" rtl="1" fontAlgn="base">
        <a:spcBef>
          <a:spcPct val="0"/>
        </a:spcBef>
        <a:spcAft>
          <a:spcPct val="0"/>
        </a:spcAft>
        <a:defRPr sz="3600" b="1">
          <a:solidFill>
            <a:srgbClr val="990033"/>
          </a:solidFill>
          <a:latin typeface="Arial Black" pitchFamily="34" charset="0"/>
          <a:cs typeface="Arial" charset="0"/>
        </a:defRPr>
      </a:lvl6pPr>
      <a:lvl7pPr marL="914400" algn="ctr" rtl="1" fontAlgn="base">
        <a:spcBef>
          <a:spcPct val="0"/>
        </a:spcBef>
        <a:spcAft>
          <a:spcPct val="0"/>
        </a:spcAft>
        <a:defRPr sz="3600" b="1">
          <a:solidFill>
            <a:srgbClr val="990033"/>
          </a:solidFill>
          <a:latin typeface="Arial Black" pitchFamily="34" charset="0"/>
          <a:cs typeface="Arial" charset="0"/>
        </a:defRPr>
      </a:lvl7pPr>
      <a:lvl8pPr marL="1371600" algn="ctr" rtl="1" fontAlgn="base">
        <a:spcBef>
          <a:spcPct val="0"/>
        </a:spcBef>
        <a:spcAft>
          <a:spcPct val="0"/>
        </a:spcAft>
        <a:defRPr sz="3600" b="1">
          <a:solidFill>
            <a:srgbClr val="990033"/>
          </a:solidFill>
          <a:latin typeface="Arial Black" pitchFamily="34" charset="0"/>
          <a:cs typeface="Arial" charset="0"/>
        </a:defRPr>
      </a:lvl8pPr>
      <a:lvl9pPr marL="1828800" algn="ctr" rtl="1" fontAlgn="base">
        <a:spcBef>
          <a:spcPct val="0"/>
        </a:spcBef>
        <a:spcAft>
          <a:spcPct val="0"/>
        </a:spcAft>
        <a:defRPr sz="3600" b="1">
          <a:solidFill>
            <a:srgbClr val="990033"/>
          </a:solidFill>
          <a:latin typeface="Arial Black" pitchFamily="34" charset="0"/>
          <a:cs typeface="Arial" charset="0"/>
        </a:defRPr>
      </a:lvl9pPr>
    </p:titleStyle>
    <p:bodyStyle>
      <a:lvl1pPr marL="342900" indent="-342900" algn="r" rtl="1" eaLnBrk="0" fontAlgn="base" hangingPunct="0">
        <a:spcBef>
          <a:spcPct val="20000"/>
        </a:spcBef>
        <a:spcAft>
          <a:spcPct val="0"/>
        </a:spcAft>
        <a:buSzPct val="70000"/>
        <a:buFont typeface="Wingdings" panose="05000000000000000000" pitchFamily="2" charset="2"/>
        <a:buBlip>
          <a:blip r:embed="rId15"/>
        </a:buBlip>
        <a:defRPr sz="3200" b="1">
          <a:solidFill>
            <a:schemeClr val="accent2"/>
          </a:solidFill>
          <a:latin typeface="+mn-lt"/>
          <a:ea typeface="+mn-ea"/>
          <a:cs typeface="+mn-cs"/>
        </a:defRPr>
      </a:lvl1pPr>
      <a:lvl2pPr marL="742950" indent="-285750" algn="r" rtl="1" eaLnBrk="0" fontAlgn="base" hangingPunct="0">
        <a:spcBef>
          <a:spcPct val="20000"/>
        </a:spcBef>
        <a:spcAft>
          <a:spcPct val="0"/>
        </a:spcAft>
        <a:buSzPct val="70000"/>
        <a:buFont typeface="Wingdings" panose="05000000000000000000" pitchFamily="2" charset="2"/>
        <a:buBlip>
          <a:blip r:embed="rId15"/>
        </a:buBlip>
        <a:defRPr sz="2800" b="1">
          <a:solidFill>
            <a:schemeClr val="accent2"/>
          </a:solidFill>
          <a:latin typeface="+mn-lt"/>
          <a:cs typeface="+mn-cs"/>
        </a:defRPr>
      </a:lvl2pPr>
      <a:lvl3pPr marL="1143000" indent="-228600" algn="r" rtl="1" eaLnBrk="0" fontAlgn="base" hangingPunct="0">
        <a:spcBef>
          <a:spcPct val="20000"/>
        </a:spcBef>
        <a:spcAft>
          <a:spcPct val="0"/>
        </a:spcAft>
        <a:buSzPct val="70000"/>
        <a:buBlip>
          <a:blip r:embed="rId15"/>
        </a:buBlip>
        <a:defRPr sz="2400" b="1">
          <a:solidFill>
            <a:schemeClr val="accent2"/>
          </a:solidFill>
          <a:latin typeface="+mn-lt"/>
          <a:cs typeface="+mn-cs"/>
        </a:defRPr>
      </a:lvl3pPr>
      <a:lvl4pPr marL="1600200" indent="-228600" algn="r" rtl="1" eaLnBrk="0" fontAlgn="base" hangingPunct="0">
        <a:spcBef>
          <a:spcPct val="20000"/>
        </a:spcBef>
        <a:spcAft>
          <a:spcPct val="0"/>
        </a:spcAft>
        <a:buSzPct val="70000"/>
        <a:buBlip>
          <a:blip r:embed="rId15"/>
        </a:buBlip>
        <a:defRPr sz="2000" b="1">
          <a:solidFill>
            <a:schemeClr val="accent2"/>
          </a:solidFill>
          <a:latin typeface="+mn-lt"/>
          <a:cs typeface="+mn-cs"/>
        </a:defRPr>
      </a:lvl4pPr>
      <a:lvl5pPr marL="2057400" indent="-228600" algn="r" rtl="1" eaLnBrk="0" fontAlgn="base" hangingPunct="0">
        <a:spcBef>
          <a:spcPct val="20000"/>
        </a:spcBef>
        <a:spcAft>
          <a:spcPct val="0"/>
        </a:spcAft>
        <a:buSzPct val="70000"/>
        <a:buBlip>
          <a:blip r:embed="rId15"/>
        </a:buBlip>
        <a:defRPr sz="1600" b="1">
          <a:solidFill>
            <a:schemeClr val="accent2"/>
          </a:solidFill>
          <a:latin typeface="+mn-lt"/>
          <a:cs typeface="+mn-cs"/>
        </a:defRPr>
      </a:lvl5pPr>
      <a:lvl6pPr marL="2514600" indent="-228600" algn="r" rtl="1" fontAlgn="base">
        <a:spcBef>
          <a:spcPct val="20000"/>
        </a:spcBef>
        <a:spcAft>
          <a:spcPct val="0"/>
        </a:spcAft>
        <a:buSzPct val="70000"/>
        <a:buBlip>
          <a:blip r:embed="rId15"/>
        </a:buBlip>
        <a:defRPr sz="1600" b="1">
          <a:solidFill>
            <a:schemeClr val="accent2"/>
          </a:solidFill>
          <a:latin typeface="+mn-lt"/>
          <a:cs typeface="+mn-cs"/>
        </a:defRPr>
      </a:lvl6pPr>
      <a:lvl7pPr marL="2971800" indent="-228600" algn="r" rtl="1" fontAlgn="base">
        <a:spcBef>
          <a:spcPct val="20000"/>
        </a:spcBef>
        <a:spcAft>
          <a:spcPct val="0"/>
        </a:spcAft>
        <a:buSzPct val="70000"/>
        <a:buBlip>
          <a:blip r:embed="rId15"/>
        </a:buBlip>
        <a:defRPr sz="1600" b="1">
          <a:solidFill>
            <a:schemeClr val="accent2"/>
          </a:solidFill>
          <a:latin typeface="+mn-lt"/>
          <a:cs typeface="+mn-cs"/>
        </a:defRPr>
      </a:lvl7pPr>
      <a:lvl8pPr marL="3429000" indent="-228600" algn="r" rtl="1" fontAlgn="base">
        <a:spcBef>
          <a:spcPct val="20000"/>
        </a:spcBef>
        <a:spcAft>
          <a:spcPct val="0"/>
        </a:spcAft>
        <a:buSzPct val="70000"/>
        <a:buBlip>
          <a:blip r:embed="rId15"/>
        </a:buBlip>
        <a:defRPr sz="1600" b="1">
          <a:solidFill>
            <a:schemeClr val="accent2"/>
          </a:solidFill>
          <a:latin typeface="+mn-lt"/>
          <a:cs typeface="+mn-cs"/>
        </a:defRPr>
      </a:lvl8pPr>
      <a:lvl9pPr marL="3886200" indent="-228600" algn="r" rtl="1" fontAlgn="base">
        <a:spcBef>
          <a:spcPct val="20000"/>
        </a:spcBef>
        <a:spcAft>
          <a:spcPct val="0"/>
        </a:spcAft>
        <a:buSzPct val="70000"/>
        <a:buBlip>
          <a:blip r:embed="rId15"/>
        </a:buBlip>
        <a:defRPr sz="1600" b="1">
          <a:solidFill>
            <a:schemeClr val="accent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hyperlink" Target="http://images.google.com/imgres?imgurl=http://www.coe.uh.edu/archive/sstudies/sstudies_lessons/ssles5/images/assemblylinesm1.jpg&amp;imgrefurl=http://www.coe.uh.edu/archive/sstudies/sstudies_lessons/ssles5/production.html&amp;h=407&amp;w=471&amp;sz=59&amp;hl=en&amp;start=7&amp;tbnid=kXYbacyfOtB_UM:&amp;tbnh=111&amp;tbnw=129&amp;prev=/images%3Fq%3DScientific%2BManagement%26svnum%3D10%26hl%3Den%26lr%3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E6D7-CE58-4EE8-B0CC-AF5F7C848A2D}"/>
              </a:ext>
            </a:extLst>
          </p:cNvPr>
          <p:cNvSpPr>
            <a:spLocks noGrp="1"/>
          </p:cNvSpPr>
          <p:nvPr>
            <p:ph type="ctrTitle"/>
          </p:nvPr>
        </p:nvSpPr>
        <p:spPr>
          <a:xfrm>
            <a:off x="2411760" y="1828800"/>
            <a:ext cx="6579840" cy="2209800"/>
          </a:xfrm>
        </p:spPr>
        <p:txBody>
          <a:bodyPr/>
          <a:lstStyle/>
          <a:p>
            <a:pPr algn="r"/>
            <a:r>
              <a:rPr lang="he-IL"/>
              <a:t>ניהול משאבי אנוש</a:t>
            </a:r>
            <a:endParaRPr lang="en-US" dirty="0"/>
          </a:p>
        </p:txBody>
      </p:sp>
      <p:sp>
        <p:nvSpPr>
          <p:cNvPr id="3" name="Subtitle 2">
            <a:extLst>
              <a:ext uri="{FF2B5EF4-FFF2-40B4-BE49-F238E27FC236}">
                <a16:creationId xmlns:a16="http://schemas.microsoft.com/office/drawing/2014/main" id="{89F80696-378C-4F9D-801A-DF0F072BCE47}"/>
              </a:ext>
            </a:extLst>
          </p:cNvPr>
          <p:cNvSpPr>
            <a:spLocks noGrp="1"/>
          </p:cNvSpPr>
          <p:nvPr>
            <p:ph type="subTitle" idx="1"/>
          </p:nvPr>
        </p:nvSpPr>
        <p:spPr/>
        <p:txBody>
          <a:bodyPr/>
          <a:lstStyle/>
          <a:p>
            <a:r>
              <a:rPr lang="he-IL" dirty="0"/>
              <a:t>ד"ר שרון ברקן </a:t>
            </a:r>
          </a:p>
          <a:p>
            <a:r>
              <a:rPr lang="he-IL" sz="2800" dirty="0"/>
              <a:t>תשפו</a:t>
            </a:r>
          </a:p>
          <a:p>
            <a:endParaRPr lang="en-US" dirty="0"/>
          </a:p>
        </p:txBody>
      </p:sp>
    </p:spTree>
    <p:extLst>
      <p:ext uri="{BB962C8B-B14F-4D97-AF65-F5344CB8AC3E}">
        <p14:creationId xmlns:p14="http://schemas.microsoft.com/office/powerpoint/2010/main" val="155286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8" name="Picture 6" descr="govtoffice-lg">
            <a:extLst>
              <a:ext uri="{FF2B5EF4-FFF2-40B4-BE49-F238E27FC236}">
                <a16:creationId xmlns:a16="http://schemas.microsoft.com/office/drawing/2014/main" id="{4060C5A0-6692-4337-99AB-8D72B24E5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357563"/>
            <a:ext cx="3600450" cy="3251200"/>
          </a:xfrm>
          <a:prstGeom prst="rect">
            <a:avLst/>
          </a:prstGeom>
          <a:noFill/>
          <a:ln w="9525">
            <a:solidFill>
              <a:srgbClr val="800080"/>
            </a:solidFill>
            <a:miter lim="800000"/>
            <a:headEnd/>
            <a:tailEnd/>
          </a:ln>
          <a:extLst>
            <a:ext uri="{909E8E84-426E-40DD-AFC4-6F175D3DCCD1}">
              <a14:hiddenFill xmlns:a14="http://schemas.microsoft.com/office/drawing/2010/main">
                <a:solidFill>
                  <a:srgbClr val="FFFFFF"/>
                </a:solidFill>
              </a14:hiddenFill>
            </a:ext>
          </a:extLst>
        </p:spPr>
      </p:pic>
      <p:sp>
        <p:nvSpPr>
          <p:cNvPr id="17411" name="Rectangle 2">
            <a:extLst>
              <a:ext uri="{FF2B5EF4-FFF2-40B4-BE49-F238E27FC236}">
                <a16:creationId xmlns:a16="http://schemas.microsoft.com/office/drawing/2014/main" id="{A6B03346-6D9E-4E69-AE38-DFE2D2A432C5}"/>
              </a:ext>
            </a:extLst>
          </p:cNvPr>
          <p:cNvSpPr>
            <a:spLocks noGrp="1" noChangeArrowheads="1"/>
          </p:cNvSpPr>
          <p:nvPr>
            <p:ph type="title"/>
          </p:nvPr>
        </p:nvSpPr>
        <p:spPr>
          <a:xfrm>
            <a:off x="468313" y="0"/>
            <a:ext cx="8229600" cy="1371600"/>
          </a:xfrm>
        </p:spPr>
        <p:txBody>
          <a:bodyPr/>
          <a:lstStyle/>
          <a:p>
            <a:pPr algn="ctr" eaLnBrk="1" hangingPunct="1"/>
            <a:r>
              <a:rPr lang="he-IL" altLang="en-US" sz="4000">
                <a:solidFill>
                  <a:schemeClr val="hlink"/>
                </a:solidFill>
                <a:cs typeface="David" panose="020E0502060401010101" pitchFamily="34" charset="-79"/>
              </a:rPr>
              <a:t>הצעות התייעלות עפ"י הניהול המדעי</a:t>
            </a:r>
            <a:endParaRPr lang="en-US" altLang="en-US" sz="4000">
              <a:solidFill>
                <a:schemeClr val="hlink"/>
              </a:solidFill>
              <a:cs typeface="David" panose="020E0502060401010101" pitchFamily="34" charset="-79"/>
            </a:endParaRPr>
          </a:p>
        </p:txBody>
      </p:sp>
      <p:sp>
        <p:nvSpPr>
          <p:cNvPr id="54275" name="Rectangle 3">
            <a:extLst>
              <a:ext uri="{FF2B5EF4-FFF2-40B4-BE49-F238E27FC236}">
                <a16:creationId xmlns:a16="http://schemas.microsoft.com/office/drawing/2014/main" id="{7B13497A-DF51-4D60-86A3-DD8587C53134}"/>
              </a:ext>
            </a:extLst>
          </p:cNvPr>
          <p:cNvSpPr>
            <a:spLocks noGrp="1" noChangeArrowheads="1"/>
          </p:cNvSpPr>
          <p:nvPr>
            <p:ph type="body" idx="1"/>
          </p:nvPr>
        </p:nvSpPr>
        <p:spPr>
          <a:xfrm>
            <a:off x="539750" y="1196975"/>
            <a:ext cx="8362950" cy="3143250"/>
          </a:xfrm>
        </p:spPr>
        <p:txBody>
          <a:bodyPr/>
          <a:lstStyle/>
          <a:p>
            <a:pPr eaLnBrk="1" hangingPunct="1">
              <a:lnSpc>
                <a:spcPct val="110000"/>
              </a:lnSpc>
              <a:buFont typeface="Wingdings" panose="05000000000000000000" pitchFamily="2" charset="2"/>
              <a:buChar char="t"/>
            </a:pPr>
            <a:r>
              <a:rPr lang="he-IL" altLang="en-US" dirty="0"/>
              <a:t> </a:t>
            </a:r>
            <a:r>
              <a:rPr lang="he-IL" altLang="en-US" dirty="0">
                <a:solidFill>
                  <a:schemeClr val="bg2"/>
                </a:solidFill>
                <a:cs typeface="David" panose="020E0502060401010101" pitchFamily="34" charset="-79"/>
              </a:rPr>
              <a:t>חלוקת עבודה ברורה ומוגדרת.</a:t>
            </a:r>
            <a:r>
              <a:rPr lang="he-IL" altLang="en-US" dirty="0"/>
              <a:t> </a:t>
            </a:r>
          </a:p>
          <a:p>
            <a:pPr eaLnBrk="1" hangingPunct="1">
              <a:lnSpc>
                <a:spcPct val="110000"/>
              </a:lnSpc>
              <a:buFont typeface="Wingdings" panose="05000000000000000000" pitchFamily="2" charset="2"/>
              <a:buChar char="t"/>
            </a:pPr>
            <a:r>
              <a:rPr lang="he-IL" altLang="en-US" dirty="0">
                <a:solidFill>
                  <a:schemeClr val="bg2"/>
                </a:solidFill>
                <a:cs typeface="David" panose="020E0502060401010101" pitchFamily="34" charset="-79"/>
              </a:rPr>
              <a:t>תגמול ביחידות זמן קצרות.</a:t>
            </a:r>
            <a:endParaRPr lang="en-US" altLang="en-US" dirty="0">
              <a:solidFill>
                <a:schemeClr val="bg2"/>
              </a:solidFill>
              <a:cs typeface="David" panose="020E0502060401010101" pitchFamily="34" charset="-79"/>
            </a:endParaRPr>
          </a:p>
          <a:p>
            <a:pPr eaLnBrk="1" hangingPunct="1">
              <a:lnSpc>
                <a:spcPct val="110000"/>
              </a:lnSpc>
              <a:buFont typeface="Wingdings" panose="05000000000000000000" pitchFamily="2" charset="2"/>
              <a:buChar char="t"/>
            </a:pPr>
            <a:r>
              <a:rPr lang="he-IL" altLang="en-US" dirty="0">
                <a:solidFill>
                  <a:schemeClr val="bg2"/>
                </a:solidFill>
                <a:cs typeface="David" panose="020E0502060401010101" pitchFamily="34" charset="-79"/>
              </a:rPr>
              <a:t> תגמול על ביצוע אישי מעודד התייעלות</a:t>
            </a:r>
            <a:r>
              <a:rPr lang="en-US" altLang="en-US" dirty="0">
                <a:solidFill>
                  <a:schemeClr val="bg2"/>
                </a:solidFill>
                <a:cs typeface="David" panose="020E0502060401010101" pitchFamily="34" charset="-79"/>
              </a:rPr>
              <a:t>.</a:t>
            </a:r>
            <a:r>
              <a:rPr lang="he-IL" altLang="en-US" dirty="0">
                <a:solidFill>
                  <a:schemeClr val="bg2"/>
                </a:solidFill>
                <a:cs typeface="David" panose="020E0502060401010101" pitchFamily="34" charset="-79"/>
              </a:rPr>
              <a:t> </a:t>
            </a:r>
            <a:endParaRPr lang="en-US" altLang="en-US" dirty="0">
              <a:solidFill>
                <a:schemeClr val="bg2"/>
              </a:solidFill>
              <a:cs typeface="David" panose="020E0502060401010101" pitchFamily="34" charset="-79"/>
            </a:endParaRPr>
          </a:p>
          <a:p>
            <a:pPr eaLnBrk="1" hangingPunct="1">
              <a:lnSpc>
                <a:spcPct val="110000"/>
              </a:lnSpc>
              <a:buFont typeface="Wingdings" panose="05000000000000000000" pitchFamily="2" charset="2"/>
              <a:buChar char="t"/>
            </a:pPr>
            <a:r>
              <a:rPr lang="he-IL" altLang="en-US" dirty="0">
                <a:solidFill>
                  <a:schemeClr val="bg2"/>
                </a:solidFill>
                <a:cs typeface="David" panose="020E0502060401010101" pitchFamily="34" charset="-79"/>
              </a:rPr>
              <a:t>פיקוח צמוד.</a:t>
            </a:r>
          </a:p>
          <a:p>
            <a:pPr eaLnBrk="1" hangingPunct="1">
              <a:lnSpc>
                <a:spcPct val="110000"/>
              </a:lnSpc>
              <a:buFont typeface="Wingdings" panose="05000000000000000000" pitchFamily="2" charset="2"/>
              <a:buChar char="t"/>
            </a:pPr>
            <a:r>
              <a:rPr lang="he-IL" altLang="en-US" dirty="0">
                <a:solidFill>
                  <a:schemeClr val="bg2"/>
                </a:solidFill>
                <a:cs typeface="David" panose="020E0502060401010101" pitchFamily="34" charset="-79"/>
              </a:rPr>
              <a:t>"דרך אחת"</a:t>
            </a:r>
            <a:endParaRPr lang="en-US" altLang="en-US" dirty="0">
              <a:solidFill>
                <a:schemeClr val="bg2"/>
              </a:solidFill>
              <a:cs typeface="David" panose="020E0502060401010101" pitchFamily="34" charset="-79"/>
            </a:endParaRPr>
          </a:p>
        </p:txBody>
      </p:sp>
      <p:pic>
        <p:nvPicPr>
          <p:cNvPr id="54276" name="Picture 4" descr="assemblylinesm1">
            <a:hlinkClick r:id="rId4"/>
            <a:extLst>
              <a:ext uri="{FF2B5EF4-FFF2-40B4-BE49-F238E27FC236}">
                <a16:creationId xmlns:a16="http://schemas.microsoft.com/office/drawing/2014/main" id="{E5AE09BA-B106-41A0-AB80-0D7A6F767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916113"/>
            <a:ext cx="2087563" cy="1693862"/>
          </a:xfrm>
          <a:prstGeom prst="rect">
            <a:avLst/>
          </a:prstGeom>
          <a:noFill/>
          <a:ln w="9525">
            <a:solidFill>
              <a:srgbClr val="800080"/>
            </a:solidFill>
            <a:miter lim="800000"/>
            <a:headEnd/>
            <a:tailEnd/>
          </a:ln>
          <a:extLst>
            <a:ext uri="{909E8E84-426E-40DD-AFC4-6F175D3DCCD1}">
              <a14:hiddenFill xmlns:a14="http://schemas.microsoft.com/office/drawing/2010/main">
                <a:solidFill>
                  <a:srgbClr val="FFFFFF"/>
                </a:solidFill>
              </a14:hiddenFill>
            </a:ext>
          </a:extLst>
        </p:spPr>
      </p:pic>
      <p:pic>
        <p:nvPicPr>
          <p:cNvPr id="54277" name="Picture 5" descr="t1">
            <a:extLst>
              <a:ext uri="{FF2B5EF4-FFF2-40B4-BE49-F238E27FC236}">
                <a16:creationId xmlns:a16="http://schemas.microsoft.com/office/drawing/2014/main" id="{96B4B7D6-E16F-417A-8A01-D9ABEDB7ED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6585" y="4805070"/>
            <a:ext cx="2036529" cy="1711910"/>
          </a:xfrm>
          <a:prstGeom prst="rect">
            <a:avLst/>
          </a:prstGeom>
          <a:noFill/>
          <a:ln w="9525">
            <a:solidFill>
              <a:srgbClr val="80008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fade">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fade">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fade">
                                      <p:cBhvr>
                                        <p:cTn id="17" dur="500"/>
                                        <p:tgtEl>
                                          <p:spTgt spid="542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4275">
                                            <p:txEl>
                                              <p:pRg st="3" end="3"/>
                                            </p:txEl>
                                          </p:spTgt>
                                        </p:tgtEl>
                                        <p:attrNameLst>
                                          <p:attrName>style.visibility</p:attrName>
                                        </p:attrNameLst>
                                      </p:cBhvr>
                                      <p:to>
                                        <p:strVal val="visible"/>
                                      </p:to>
                                    </p:set>
                                    <p:animEffect transition="in" filter="fade">
                                      <p:cBhvr>
                                        <p:cTn id="22" dur="500"/>
                                        <p:tgtEl>
                                          <p:spTgt spid="54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4275">
                                            <p:txEl>
                                              <p:pRg st="4" end="4"/>
                                            </p:txEl>
                                          </p:spTgt>
                                        </p:tgtEl>
                                        <p:attrNameLst>
                                          <p:attrName>style.visibility</p:attrName>
                                        </p:attrNameLst>
                                      </p:cBhvr>
                                      <p:to>
                                        <p:strVal val="visible"/>
                                      </p:to>
                                    </p:set>
                                    <p:animEffect transition="in" filter="fade">
                                      <p:cBhvr>
                                        <p:cTn id="27" dur="500"/>
                                        <p:tgtEl>
                                          <p:spTgt spid="54275">
                                            <p:txEl>
                                              <p:pRg st="4" end="4"/>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54276"/>
                                        </p:tgtEl>
                                        <p:attrNameLst>
                                          <p:attrName>style.visibility</p:attrName>
                                        </p:attrNameLst>
                                      </p:cBhvr>
                                      <p:to>
                                        <p:strVal val="visible"/>
                                      </p:to>
                                    </p:set>
                                    <p:animEffect transition="in" filter="box(in)">
                                      <p:cBhvr>
                                        <p:cTn id="30" dur="500"/>
                                        <p:tgtEl>
                                          <p:spTgt spid="54276"/>
                                        </p:tgtEl>
                                      </p:cBhvr>
                                    </p:animEffect>
                                  </p:childTnLst>
                                </p:cTn>
                              </p:par>
                              <p:par>
                                <p:cTn id="31" presetID="4" presetClass="entr" presetSubtype="16" fill="hold" nodeType="withEffect">
                                  <p:stCondLst>
                                    <p:cond delay="0"/>
                                  </p:stCondLst>
                                  <p:childTnLst>
                                    <p:set>
                                      <p:cBhvr>
                                        <p:cTn id="32" dur="1" fill="hold">
                                          <p:stCondLst>
                                            <p:cond delay="0"/>
                                          </p:stCondLst>
                                        </p:cTn>
                                        <p:tgtEl>
                                          <p:spTgt spid="54278"/>
                                        </p:tgtEl>
                                        <p:attrNameLst>
                                          <p:attrName>style.visibility</p:attrName>
                                        </p:attrNameLst>
                                      </p:cBhvr>
                                      <p:to>
                                        <p:strVal val="visible"/>
                                      </p:to>
                                    </p:set>
                                    <p:animEffect transition="in" filter="box(in)">
                                      <p:cBhvr>
                                        <p:cTn id="33" dur="500"/>
                                        <p:tgtEl>
                                          <p:spTgt spid="54278"/>
                                        </p:tgtEl>
                                      </p:cBhvr>
                                    </p:animEffect>
                                  </p:childTnLst>
                                </p:cTn>
                              </p:par>
                              <p:par>
                                <p:cTn id="34" presetID="4" presetClass="entr" presetSubtype="16" fill="hold" nodeType="withEffect">
                                  <p:stCondLst>
                                    <p:cond delay="0"/>
                                  </p:stCondLst>
                                  <p:childTnLst>
                                    <p:set>
                                      <p:cBhvr>
                                        <p:cTn id="35" dur="1" fill="hold">
                                          <p:stCondLst>
                                            <p:cond delay="0"/>
                                          </p:stCondLst>
                                        </p:cTn>
                                        <p:tgtEl>
                                          <p:spTgt spid="54277"/>
                                        </p:tgtEl>
                                        <p:attrNameLst>
                                          <p:attrName>style.visibility</p:attrName>
                                        </p:attrNameLst>
                                      </p:cBhvr>
                                      <p:to>
                                        <p:strVal val="visible"/>
                                      </p:to>
                                    </p:set>
                                    <p:animEffect transition="in" filter="box(in)">
                                      <p:cBhvr>
                                        <p:cTn id="36" dur="500"/>
                                        <p:tgtEl>
                                          <p:spTgt spid="5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A6980B1-F954-4E19-BC06-44F8F6A251CD}"/>
              </a:ext>
            </a:extLst>
          </p:cNvPr>
          <p:cNvSpPr>
            <a:spLocks noGrp="1" noChangeArrowheads="1"/>
          </p:cNvSpPr>
          <p:nvPr>
            <p:ph type="title"/>
          </p:nvPr>
        </p:nvSpPr>
        <p:spPr>
          <a:xfrm>
            <a:off x="468313" y="333375"/>
            <a:ext cx="8207375" cy="935038"/>
          </a:xfrm>
        </p:spPr>
        <p:txBody>
          <a:bodyPr/>
          <a:lstStyle/>
          <a:p>
            <a:pPr algn="ctr" eaLnBrk="1" hangingPunct="1"/>
            <a:r>
              <a:rPr lang="he-IL" altLang="en-US" sz="4000">
                <a:solidFill>
                  <a:schemeClr val="hlink"/>
                </a:solidFill>
                <a:cs typeface="David" panose="020E0502060401010101" pitchFamily="34" charset="-79"/>
              </a:rPr>
              <a:t>תנועת יחסי האנוש</a:t>
            </a:r>
            <a:br>
              <a:rPr lang="he-IL" altLang="en-US" sz="4000">
                <a:solidFill>
                  <a:schemeClr val="hlink"/>
                </a:solidFill>
                <a:cs typeface="David" panose="020E0502060401010101" pitchFamily="34" charset="-79"/>
              </a:rPr>
            </a:br>
            <a:r>
              <a:rPr lang="en-US" altLang="en-US" sz="3200">
                <a:solidFill>
                  <a:schemeClr val="hlink"/>
                </a:solidFill>
                <a:cs typeface="David" panose="020E0502060401010101" pitchFamily="34" charset="-79"/>
              </a:rPr>
              <a:t>Human Relations Movement</a:t>
            </a:r>
          </a:p>
        </p:txBody>
      </p:sp>
      <p:sp>
        <p:nvSpPr>
          <p:cNvPr id="20483" name="Rectangle 3">
            <a:extLst>
              <a:ext uri="{FF2B5EF4-FFF2-40B4-BE49-F238E27FC236}">
                <a16:creationId xmlns:a16="http://schemas.microsoft.com/office/drawing/2014/main" id="{AA0A691B-3C91-4272-987B-13BD7501B4B5}"/>
              </a:ext>
            </a:extLst>
          </p:cNvPr>
          <p:cNvSpPr>
            <a:spLocks noGrp="1" noChangeArrowheads="1"/>
          </p:cNvSpPr>
          <p:nvPr>
            <p:ph type="body" idx="1"/>
          </p:nvPr>
        </p:nvSpPr>
        <p:spPr>
          <a:xfrm>
            <a:off x="0" y="1412875"/>
            <a:ext cx="9144000" cy="5688013"/>
          </a:xfrm>
        </p:spPr>
        <p:txBody>
          <a:bodyPr/>
          <a:lstStyle/>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תגובה להשלכות השליליות של הטיילוריזם.</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יעילות אישית לעומת יעילות כלכלית הנדסית.</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מיקוד בהבדלים בין אישיים וכבוד לעובד.</a:t>
            </a:r>
          </a:p>
          <a:p>
            <a:pPr eaLnBrk="1" hangingPunct="1">
              <a:lnSpc>
                <a:spcPct val="90000"/>
              </a:lnSpc>
              <a:buFont typeface="Wingdings" panose="05000000000000000000" pitchFamily="2" charset="2"/>
              <a:buChar char="t"/>
            </a:pPr>
            <a:endParaRPr lang="he-IL" altLang="en-US" sz="2800" dirty="0">
              <a:solidFill>
                <a:schemeClr val="bg2"/>
              </a:solidFill>
              <a:cs typeface="David" panose="020E0502060401010101" pitchFamily="34" charset="-79"/>
            </a:endParaRPr>
          </a:p>
          <a:p>
            <a:pPr eaLnBrk="1" hangingPunct="1">
              <a:buFont typeface="Wingdings" panose="05000000000000000000" pitchFamily="2" charset="2"/>
              <a:buNone/>
            </a:pPr>
            <a:r>
              <a:rPr lang="en-US" altLang="en-US" sz="2800" b="1" dirty="0">
                <a:solidFill>
                  <a:srgbClr val="FF0000"/>
                </a:solidFill>
                <a:cs typeface="David" panose="020E0502060401010101" pitchFamily="34" charset="-79"/>
              </a:rPr>
              <a:t>Elton W. Mayo      </a:t>
            </a:r>
            <a:r>
              <a:rPr lang="he-IL" altLang="en-US" sz="2800" b="1" dirty="0">
                <a:solidFill>
                  <a:srgbClr val="FF0000"/>
                </a:solidFill>
                <a:cs typeface="David" panose="020E0502060401010101" pitchFamily="34" charset="-79"/>
              </a:rPr>
              <a:t> – 1880-1949</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מייסד גישת יחסי האנוש המכירה בחשיבות תהליכים חברתיים בסביבת העבודה.</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1927- </a:t>
            </a:r>
            <a:r>
              <a:rPr lang="he-IL" altLang="en-US" sz="2800" b="1" dirty="0">
                <a:solidFill>
                  <a:schemeClr val="bg2"/>
                </a:solidFill>
                <a:cs typeface="David" panose="020E0502060401010101" pitchFamily="34" charset="-79"/>
              </a:rPr>
              <a:t>מחקרי הות'ורן </a:t>
            </a:r>
            <a:r>
              <a:rPr lang="he-IL" altLang="en-US" sz="2800" dirty="0">
                <a:solidFill>
                  <a:schemeClr val="bg2"/>
                </a:solidFill>
                <a:cs typeface="David" panose="020E0502060401010101" pitchFamily="34" charset="-79"/>
              </a:rPr>
              <a:t>(מפעלי חב' </a:t>
            </a:r>
            <a:r>
              <a:rPr lang="en-US" altLang="en-US" sz="2800" dirty="0">
                <a:solidFill>
                  <a:schemeClr val="bg2"/>
                </a:solidFill>
                <a:cs typeface="David" panose="020E0502060401010101" pitchFamily="34" charset="-79"/>
              </a:rPr>
              <a:t>Western Electric</a:t>
            </a:r>
            <a:r>
              <a:rPr lang="he-IL" altLang="en-US" sz="2800" dirty="0">
                <a:solidFill>
                  <a:schemeClr val="bg2"/>
                </a:solidFill>
                <a:cs typeface="David" panose="020E0502060401010101" pitchFamily="34" charset="-79"/>
              </a:rPr>
              <a:t>)</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ברוח הגישה המדעית נבחנה השפעת התאורה על הפרודוקטיביות.</a:t>
            </a:r>
          </a:p>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התוצאות – הפרודוקטיביות גדלה הן בקבוצת הניסוי והן בקבוצת הביקורת!!! כמו כן, לא נמצא קשר בין מידת התאורה והביצוע.</a:t>
            </a:r>
            <a:endParaRPr lang="en-US" altLang="en-US" sz="2800" dirty="0">
              <a:solidFill>
                <a:schemeClr val="bg2"/>
              </a:solidFill>
              <a:cs typeface="David" panose="020E0502060401010101" pitchFamily="34" charset="-79"/>
            </a:endParaRPr>
          </a:p>
        </p:txBody>
      </p:sp>
      <p:pic>
        <p:nvPicPr>
          <p:cNvPr id="20485" name="Picture 5" descr="old photo of Mayo">
            <a:extLst>
              <a:ext uri="{FF2B5EF4-FFF2-40B4-BE49-F238E27FC236}">
                <a16:creationId xmlns:a16="http://schemas.microsoft.com/office/drawing/2014/main" id="{FDB7BCC0-7C84-4DE7-9873-B6B75F01E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57338"/>
            <a:ext cx="1785937" cy="2232025"/>
          </a:xfrm>
          <a:prstGeom prst="rect">
            <a:avLst/>
          </a:prstGeom>
          <a:noFill/>
          <a:ln w="9525">
            <a:solidFill>
              <a:srgbClr val="80008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par>
                                <p:cTn id="19" presetID="8" presetClass="entr" presetSubtype="16" fill="hold" nodeType="withEffect">
                                  <p:stCondLst>
                                    <p:cond delay="0"/>
                                  </p:stCondLst>
                                  <p:childTnLst>
                                    <p:set>
                                      <p:cBhvr>
                                        <p:cTn id="20" dur="1" fill="hold">
                                          <p:stCondLst>
                                            <p:cond delay="0"/>
                                          </p:stCondLst>
                                        </p:cTn>
                                        <p:tgtEl>
                                          <p:spTgt spid="20485"/>
                                        </p:tgtEl>
                                        <p:attrNameLst>
                                          <p:attrName>style.visibility</p:attrName>
                                        </p:attrNameLst>
                                      </p:cBhvr>
                                      <p:to>
                                        <p:strVal val="visible"/>
                                      </p:to>
                                    </p:set>
                                    <p:animEffect transition="in" filter="diamond(in)">
                                      <p:cBhvr>
                                        <p:cTn id="21" dur="1000"/>
                                        <p:tgtEl>
                                          <p:spTgt spid="204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20483">
                                            <p:txEl>
                                              <p:pRg st="6" end="6"/>
                                            </p:txEl>
                                          </p:spTgt>
                                        </p:tgtEl>
                                        <p:attrNameLst>
                                          <p:attrName>style.visibility</p:attrName>
                                        </p:attrNameLst>
                                      </p:cBhvr>
                                      <p:to>
                                        <p:strVal val="visible"/>
                                      </p:to>
                                    </p:set>
                                    <p:anim calcmode="lin" valueType="num">
                                      <p:cBhvr additive="base">
                                        <p:cTn id="30"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90EB0D1-8939-4594-9F2D-7583496D50D8}"/>
              </a:ext>
            </a:extLst>
          </p:cNvPr>
          <p:cNvSpPr>
            <a:spLocks noGrp="1" noChangeArrowheads="1"/>
          </p:cNvSpPr>
          <p:nvPr>
            <p:ph type="title"/>
          </p:nvPr>
        </p:nvSpPr>
        <p:spPr>
          <a:xfrm>
            <a:off x="457200" y="457200"/>
            <a:ext cx="8229600" cy="811213"/>
          </a:xfrm>
        </p:spPr>
        <p:txBody>
          <a:bodyPr/>
          <a:lstStyle/>
          <a:p>
            <a:pPr algn="ctr" eaLnBrk="1" hangingPunct="1"/>
            <a:r>
              <a:rPr lang="he-IL" altLang="en-US" sz="4000">
                <a:solidFill>
                  <a:schemeClr val="hlink"/>
                </a:solidFill>
                <a:cs typeface="David" panose="020E0502060401010101" pitchFamily="34" charset="-79"/>
              </a:rPr>
              <a:t>תנועת יחסי האנוש - המשך</a:t>
            </a:r>
            <a:endParaRPr lang="en-US" altLang="en-US" sz="4000">
              <a:solidFill>
                <a:schemeClr val="hlink"/>
              </a:solidFill>
              <a:cs typeface="David" panose="020E0502060401010101" pitchFamily="34" charset="-79"/>
            </a:endParaRPr>
          </a:p>
        </p:txBody>
      </p:sp>
      <p:sp>
        <p:nvSpPr>
          <p:cNvPr id="21507" name="Rectangle 3">
            <a:extLst>
              <a:ext uri="{FF2B5EF4-FFF2-40B4-BE49-F238E27FC236}">
                <a16:creationId xmlns:a16="http://schemas.microsoft.com/office/drawing/2014/main" id="{5E1F5546-21CA-4953-B5F8-727680B0781B}"/>
              </a:ext>
            </a:extLst>
          </p:cNvPr>
          <p:cNvSpPr>
            <a:spLocks noGrp="1" noChangeArrowheads="1"/>
          </p:cNvSpPr>
          <p:nvPr>
            <p:ph type="body" idx="1"/>
          </p:nvPr>
        </p:nvSpPr>
        <p:spPr>
          <a:xfrm>
            <a:off x="0" y="1484313"/>
            <a:ext cx="9144000" cy="5373687"/>
          </a:xfrm>
        </p:spPr>
        <p:txBody>
          <a:bodyPr/>
          <a:lstStyle/>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בניסוי נוסף תופעלו אורך יום העבודה, אורך שבוע העבודה, אורך ההפסקות וקבלת ארוחת צהריים חינם.</a:t>
            </a:r>
          </a:p>
          <a:p>
            <a:pPr lvl="1" eaLnBrk="1" hangingPunct="1">
              <a:buFont typeface="Wingdings" panose="05000000000000000000" pitchFamily="2" charset="2"/>
              <a:buChar char="t"/>
            </a:pPr>
            <a:r>
              <a:rPr lang="he-IL" altLang="en-US" sz="2400" dirty="0">
                <a:solidFill>
                  <a:schemeClr val="bg2"/>
                </a:solidFill>
                <a:cs typeface="David" panose="020E0502060401010101" pitchFamily="34" charset="-79"/>
              </a:rPr>
              <a:t>התוצאות: הפרודוקטיביות גדלה כמעט לאחר כל שינוי בתנאי העבודה.</a:t>
            </a:r>
          </a:p>
          <a:p>
            <a:pPr lvl="1" eaLnBrk="1" hangingPunct="1">
              <a:buFont typeface="Wingdings" panose="05000000000000000000" pitchFamily="2" charset="2"/>
              <a:buChar char="t"/>
            </a:pPr>
            <a:r>
              <a:rPr lang="he-IL" altLang="en-US" sz="2400" dirty="0">
                <a:solidFill>
                  <a:schemeClr val="bg2"/>
                </a:solidFill>
                <a:cs typeface="David" panose="020E0502060401010101" pitchFamily="34" charset="-79"/>
              </a:rPr>
              <a:t>כשהתנאים הוחזרו לקדמותם, רמת הפרודוקטיביות נשארה גבוהה.</a:t>
            </a:r>
          </a:p>
          <a:p>
            <a:pPr eaLnBrk="1" hangingPunct="1">
              <a:buFont typeface="Wingdings" panose="05000000000000000000" pitchFamily="2" charset="2"/>
              <a:buChar char="t"/>
            </a:pPr>
            <a:endParaRPr lang="he-IL" altLang="en-US" sz="2800" dirty="0">
              <a:solidFill>
                <a:schemeClr val="bg2"/>
              </a:solidFill>
              <a:cs typeface="David" panose="020E0502060401010101" pitchFamily="34" charset="-79"/>
            </a:endParaRPr>
          </a:p>
          <a:p>
            <a:pPr algn="ctr" eaLnBrk="1" hangingPunct="1">
              <a:buFont typeface="Wingdings" panose="05000000000000000000" pitchFamily="2" charset="2"/>
              <a:buChar char="t"/>
            </a:pPr>
            <a:endParaRPr lang="he-IL" altLang="en-US" sz="2800" dirty="0">
              <a:solidFill>
                <a:schemeClr val="bg2"/>
              </a:solidFill>
              <a:cs typeface="David" panose="020E0502060401010101" pitchFamily="34" charset="-79"/>
            </a:endParaRPr>
          </a:p>
          <a:p>
            <a:pPr algn="ctr" eaLnBrk="1" hangingPunct="1">
              <a:buFont typeface="Wingdings" panose="05000000000000000000" pitchFamily="2" charset="2"/>
              <a:buNone/>
            </a:pPr>
            <a:r>
              <a:rPr lang="he-IL" altLang="en-US" sz="2800" dirty="0">
                <a:solidFill>
                  <a:schemeClr val="bg2"/>
                </a:solidFill>
                <a:cs typeface="David" panose="020E0502060401010101" pitchFamily="34" charset="-79"/>
              </a:rPr>
              <a:t>מדוע??</a:t>
            </a:r>
          </a:p>
          <a:p>
            <a:pPr eaLnBrk="1" hangingPunct="1">
              <a:buFont typeface="Wingdings" panose="05000000000000000000" pitchFamily="2" charset="2"/>
              <a:buNone/>
            </a:pPr>
            <a:endParaRPr lang="en-US" altLang="en-US" sz="2800" dirty="0">
              <a:solidFill>
                <a:schemeClr val="bg2"/>
              </a:solidFill>
              <a:cs typeface="David" panose="020E0502060401010101" pitchFamily="34" charset="-79"/>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anim calcmode="lin" valueType="num">
                                      <p:cBhvr>
                                        <p:cTn id="19" dur="1000" fill="hold"/>
                                        <p:tgtEl>
                                          <p:spTgt spid="21507">
                                            <p:txEl>
                                              <p:pRg st="5" end="5"/>
                                            </p:txEl>
                                          </p:spTgt>
                                        </p:tgtEl>
                                        <p:attrNameLst>
                                          <p:attrName>ppt_w</p:attrName>
                                        </p:attrNameLst>
                                      </p:cBhvr>
                                      <p:tavLst>
                                        <p:tav tm="0">
                                          <p:val>
                                            <p:strVal val="#ppt_w*0.70"/>
                                          </p:val>
                                        </p:tav>
                                        <p:tav tm="100000">
                                          <p:val>
                                            <p:strVal val="#ppt_w"/>
                                          </p:val>
                                        </p:tav>
                                      </p:tavLst>
                                    </p:anim>
                                    <p:anim calcmode="lin" valueType="num">
                                      <p:cBhvr>
                                        <p:cTn id="20" dur="1000" fill="hold"/>
                                        <p:tgtEl>
                                          <p:spTgt spid="21507">
                                            <p:txEl>
                                              <p:pRg st="5" end="5"/>
                                            </p:txEl>
                                          </p:spTgt>
                                        </p:tgtEl>
                                        <p:attrNameLst>
                                          <p:attrName>ppt_h</p:attrName>
                                        </p:attrNameLst>
                                      </p:cBhvr>
                                      <p:tavLst>
                                        <p:tav tm="0">
                                          <p:val>
                                            <p:strVal val="#ppt_h"/>
                                          </p:val>
                                        </p:tav>
                                        <p:tav tm="100000">
                                          <p:val>
                                            <p:strVal val="#ppt_h"/>
                                          </p:val>
                                        </p:tav>
                                      </p:tavLst>
                                    </p:anim>
                                    <p:animEffect transition="in" filter="fade">
                                      <p:cBhvr>
                                        <p:cTn id="21" dur="10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Line 4">
            <a:extLst>
              <a:ext uri="{FF2B5EF4-FFF2-40B4-BE49-F238E27FC236}">
                <a16:creationId xmlns:a16="http://schemas.microsoft.com/office/drawing/2014/main" id="{7D77F693-ED52-42AA-A944-5619BDEAB263}"/>
              </a:ext>
            </a:extLst>
          </p:cNvPr>
          <p:cNvSpPr>
            <a:spLocks noChangeShapeType="1"/>
          </p:cNvSpPr>
          <p:nvPr/>
        </p:nvSpPr>
        <p:spPr bwMode="auto">
          <a:xfrm>
            <a:off x="1349375" y="1646238"/>
            <a:ext cx="0" cy="294640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3" name="Line 5">
            <a:extLst>
              <a:ext uri="{FF2B5EF4-FFF2-40B4-BE49-F238E27FC236}">
                <a16:creationId xmlns:a16="http://schemas.microsoft.com/office/drawing/2014/main" id="{342BB74E-8B42-4A5A-B109-7AC360F935FD}"/>
              </a:ext>
            </a:extLst>
          </p:cNvPr>
          <p:cNvSpPr>
            <a:spLocks noChangeShapeType="1"/>
          </p:cNvSpPr>
          <p:nvPr/>
        </p:nvSpPr>
        <p:spPr bwMode="auto">
          <a:xfrm>
            <a:off x="1400175" y="4605338"/>
            <a:ext cx="72136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4" name="Line 6">
            <a:extLst>
              <a:ext uri="{FF2B5EF4-FFF2-40B4-BE49-F238E27FC236}">
                <a16:creationId xmlns:a16="http://schemas.microsoft.com/office/drawing/2014/main" id="{4FA2369F-AC77-4696-A190-2FC7EA1E8AFD}"/>
              </a:ext>
            </a:extLst>
          </p:cNvPr>
          <p:cNvSpPr>
            <a:spLocks noChangeShapeType="1"/>
          </p:cNvSpPr>
          <p:nvPr/>
        </p:nvSpPr>
        <p:spPr bwMode="auto">
          <a:xfrm>
            <a:off x="1362075" y="3462338"/>
            <a:ext cx="127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5" name="Line 7">
            <a:extLst>
              <a:ext uri="{FF2B5EF4-FFF2-40B4-BE49-F238E27FC236}">
                <a16:creationId xmlns:a16="http://schemas.microsoft.com/office/drawing/2014/main" id="{24113386-66A0-4C51-8EA7-63999AE72713}"/>
              </a:ext>
            </a:extLst>
          </p:cNvPr>
          <p:cNvSpPr>
            <a:spLocks noChangeShapeType="1"/>
          </p:cNvSpPr>
          <p:nvPr/>
        </p:nvSpPr>
        <p:spPr bwMode="auto">
          <a:xfrm>
            <a:off x="1362075" y="4013200"/>
            <a:ext cx="127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6" name="Line 8">
            <a:extLst>
              <a:ext uri="{FF2B5EF4-FFF2-40B4-BE49-F238E27FC236}">
                <a16:creationId xmlns:a16="http://schemas.microsoft.com/office/drawing/2014/main" id="{F1E425DC-CD67-4ED5-9BCB-B3737E714797}"/>
              </a:ext>
            </a:extLst>
          </p:cNvPr>
          <p:cNvSpPr>
            <a:spLocks noChangeShapeType="1"/>
          </p:cNvSpPr>
          <p:nvPr/>
        </p:nvSpPr>
        <p:spPr bwMode="auto">
          <a:xfrm>
            <a:off x="1362075" y="2395538"/>
            <a:ext cx="127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7" name="Line 9">
            <a:extLst>
              <a:ext uri="{FF2B5EF4-FFF2-40B4-BE49-F238E27FC236}">
                <a16:creationId xmlns:a16="http://schemas.microsoft.com/office/drawing/2014/main" id="{C4F1DED7-0F94-4A24-B3B2-70C48E9F4454}"/>
              </a:ext>
            </a:extLst>
          </p:cNvPr>
          <p:cNvSpPr>
            <a:spLocks noChangeShapeType="1"/>
          </p:cNvSpPr>
          <p:nvPr/>
        </p:nvSpPr>
        <p:spPr bwMode="auto">
          <a:xfrm>
            <a:off x="1362075" y="2928938"/>
            <a:ext cx="127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38" name="Line 10">
            <a:extLst>
              <a:ext uri="{FF2B5EF4-FFF2-40B4-BE49-F238E27FC236}">
                <a16:creationId xmlns:a16="http://schemas.microsoft.com/office/drawing/2014/main" id="{D3D36A1C-D20E-4600-BA0D-F27FCECFA8A6}"/>
              </a:ext>
            </a:extLst>
          </p:cNvPr>
          <p:cNvSpPr>
            <a:spLocks noChangeShapeType="1"/>
          </p:cNvSpPr>
          <p:nvPr/>
        </p:nvSpPr>
        <p:spPr bwMode="auto">
          <a:xfrm>
            <a:off x="1362075" y="1862138"/>
            <a:ext cx="127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8681" name="Rectangle 11">
            <a:extLst>
              <a:ext uri="{FF2B5EF4-FFF2-40B4-BE49-F238E27FC236}">
                <a16:creationId xmlns:a16="http://schemas.microsoft.com/office/drawing/2014/main" id="{4A5E8835-B8E9-4F5C-9347-3368E3F4CAB6}"/>
              </a:ext>
            </a:extLst>
          </p:cNvPr>
          <p:cNvSpPr>
            <a:spLocks noChangeArrowheads="1"/>
          </p:cNvSpPr>
          <p:nvPr/>
        </p:nvSpPr>
        <p:spPr bwMode="auto">
          <a:xfrm>
            <a:off x="725488" y="3897313"/>
            <a:ext cx="52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800">
                <a:latin typeface="Times New Roman" panose="02020603050405020304" pitchFamily="18" charset="0"/>
                <a:cs typeface="Times New Roman" panose="02020603050405020304" pitchFamily="18" charset="0"/>
              </a:rPr>
              <a:t>100</a:t>
            </a:r>
          </a:p>
        </p:txBody>
      </p:sp>
      <p:sp>
        <p:nvSpPr>
          <p:cNvPr id="28682" name="Rectangle 12">
            <a:extLst>
              <a:ext uri="{FF2B5EF4-FFF2-40B4-BE49-F238E27FC236}">
                <a16:creationId xmlns:a16="http://schemas.microsoft.com/office/drawing/2014/main" id="{551716B1-1BEC-4D0E-8FF3-27997A2757FE}"/>
              </a:ext>
            </a:extLst>
          </p:cNvPr>
          <p:cNvSpPr>
            <a:spLocks noChangeArrowheads="1"/>
          </p:cNvSpPr>
          <p:nvPr/>
        </p:nvSpPr>
        <p:spPr bwMode="auto">
          <a:xfrm>
            <a:off x="725488" y="3287713"/>
            <a:ext cx="52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800">
                <a:latin typeface="Times New Roman" panose="02020603050405020304" pitchFamily="18" charset="0"/>
                <a:cs typeface="Times New Roman" panose="02020603050405020304" pitchFamily="18" charset="0"/>
              </a:rPr>
              <a:t>108</a:t>
            </a:r>
          </a:p>
        </p:txBody>
      </p:sp>
      <p:sp>
        <p:nvSpPr>
          <p:cNvPr id="28683" name="Rectangle 13">
            <a:extLst>
              <a:ext uri="{FF2B5EF4-FFF2-40B4-BE49-F238E27FC236}">
                <a16:creationId xmlns:a16="http://schemas.microsoft.com/office/drawing/2014/main" id="{F75AA52A-1039-490F-95FB-682E026919B5}"/>
              </a:ext>
            </a:extLst>
          </p:cNvPr>
          <p:cNvSpPr>
            <a:spLocks noChangeArrowheads="1"/>
          </p:cNvSpPr>
          <p:nvPr/>
        </p:nvSpPr>
        <p:spPr bwMode="auto">
          <a:xfrm>
            <a:off x="725488" y="2754313"/>
            <a:ext cx="52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800">
                <a:latin typeface="Times New Roman" panose="02020603050405020304" pitchFamily="18" charset="0"/>
                <a:cs typeface="Times New Roman" panose="02020603050405020304" pitchFamily="18" charset="0"/>
              </a:rPr>
              <a:t>116</a:t>
            </a:r>
          </a:p>
        </p:txBody>
      </p:sp>
      <p:sp>
        <p:nvSpPr>
          <p:cNvPr id="28684" name="Rectangle 14">
            <a:extLst>
              <a:ext uri="{FF2B5EF4-FFF2-40B4-BE49-F238E27FC236}">
                <a16:creationId xmlns:a16="http://schemas.microsoft.com/office/drawing/2014/main" id="{7CBD1888-8ECA-438C-9FEE-F8FD190D052A}"/>
              </a:ext>
            </a:extLst>
          </p:cNvPr>
          <p:cNvSpPr>
            <a:spLocks noChangeArrowheads="1"/>
          </p:cNvSpPr>
          <p:nvPr/>
        </p:nvSpPr>
        <p:spPr bwMode="auto">
          <a:xfrm>
            <a:off x="725488" y="2220913"/>
            <a:ext cx="52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800">
                <a:latin typeface="Times New Roman" panose="02020603050405020304" pitchFamily="18" charset="0"/>
                <a:cs typeface="Times New Roman" panose="02020603050405020304" pitchFamily="18" charset="0"/>
              </a:rPr>
              <a:t>124</a:t>
            </a:r>
          </a:p>
        </p:txBody>
      </p:sp>
      <p:sp>
        <p:nvSpPr>
          <p:cNvPr id="28685" name="Rectangle 15">
            <a:extLst>
              <a:ext uri="{FF2B5EF4-FFF2-40B4-BE49-F238E27FC236}">
                <a16:creationId xmlns:a16="http://schemas.microsoft.com/office/drawing/2014/main" id="{EC789AEA-659C-4443-A2F9-1C3CD3D4A863}"/>
              </a:ext>
            </a:extLst>
          </p:cNvPr>
          <p:cNvSpPr>
            <a:spLocks noChangeArrowheads="1"/>
          </p:cNvSpPr>
          <p:nvPr/>
        </p:nvSpPr>
        <p:spPr bwMode="auto">
          <a:xfrm>
            <a:off x="725488" y="1687513"/>
            <a:ext cx="52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800">
                <a:latin typeface="Times New Roman" panose="02020603050405020304" pitchFamily="18" charset="0"/>
                <a:cs typeface="Times New Roman" panose="02020603050405020304" pitchFamily="18" charset="0"/>
              </a:rPr>
              <a:t>132</a:t>
            </a:r>
          </a:p>
        </p:txBody>
      </p:sp>
      <p:sp>
        <p:nvSpPr>
          <p:cNvPr id="22544" name="Rectangle 16">
            <a:extLst>
              <a:ext uri="{FF2B5EF4-FFF2-40B4-BE49-F238E27FC236}">
                <a16:creationId xmlns:a16="http://schemas.microsoft.com/office/drawing/2014/main" id="{013B02D5-E7D4-455C-8A52-952C13948B12}"/>
              </a:ext>
            </a:extLst>
          </p:cNvPr>
          <p:cNvSpPr>
            <a:spLocks noChangeArrowheads="1"/>
          </p:cNvSpPr>
          <p:nvPr/>
        </p:nvSpPr>
        <p:spPr bwMode="auto">
          <a:xfrm>
            <a:off x="1501775" y="4041775"/>
            <a:ext cx="381000" cy="550863"/>
          </a:xfrm>
          <a:prstGeom prst="rect">
            <a:avLst/>
          </a:prstGeom>
          <a:solidFill>
            <a:schemeClr val="tx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45" name="Rectangle 17">
            <a:extLst>
              <a:ext uri="{FF2B5EF4-FFF2-40B4-BE49-F238E27FC236}">
                <a16:creationId xmlns:a16="http://schemas.microsoft.com/office/drawing/2014/main" id="{DC786DBC-D360-4914-9690-25BF7A86BF4E}"/>
              </a:ext>
            </a:extLst>
          </p:cNvPr>
          <p:cNvSpPr>
            <a:spLocks noChangeArrowheads="1"/>
          </p:cNvSpPr>
          <p:nvPr/>
        </p:nvSpPr>
        <p:spPr bwMode="auto">
          <a:xfrm>
            <a:off x="2035175" y="3919538"/>
            <a:ext cx="381000" cy="673100"/>
          </a:xfrm>
          <a:prstGeom prst="rect">
            <a:avLst/>
          </a:prstGeom>
          <a:solidFill>
            <a:schemeClr val="tx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46" name="Rectangle 18">
            <a:extLst>
              <a:ext uri="{FF2B5EF4-FFF2-40B4-BE49-F238E27FC236}">
                <a16:creationId xmlns:a16="http://schemas.microsoft.com/office/drawing/2014/main" id="{6D61C84A-728B-4FE7-AFC5-8C6E68F15FF1}"/>
              </a:ext>
            </a:extLst>
          </p:cNvPr>
          <p:cNvSpPr>
            <a:spLocks noChangeArrowheads="1"/>
          </p:cNvSpPr>
          <p:nvPr/>
        </p:nvSpPr>
        <p:spPr bwMode="auto">
          <a:xfrm>
            <a:off x="2568575" y="3843338"/>
            <a:ext cx="381000" cy="749300"/>
          </a:xfrm>
          <a:prstGeom prst="rect">
            <a:avLst/>
          </a:prstGeom>
          <a:solidFill>
            <a:schemeClr val="tx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47" name="Line 19">
            <a:extLst>
              <a:ext uri="{FF2B5EF4-FFF2-40B4-BE49-F238E27FC236}">
                <a16:creationId xmlns:a16="http://schemas.microsoft.com/office/drawing/2014/main" id="{ED40864E-C9BD-40CD-9033-64E91C893C44}"/>
              </a:ext>
            </a:extLst>
          </p:cNvPr>
          <p:cNvSpPr>
            <a:spLocks noChangeShapeType="1"/>
          </p:cNvSpPr>
          <p:nvPr/>
        </p:nvSpPr>
        <p:spPr bwMode="auto">
          <a:xfrm>
            <a:off x="1584325" y="4687888"/>
            <a:ext cx="1588"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48" name="Line 20">
            <a:extLst>
              <a:ext uri="{FF2B5EF4-FFF2-40B4-BE49-F238E27FC236}">
                <a16:creationId xmlns:a16="http://schemas.microsoft.com/office/drawing/2014/main" id="{D3362858-D312-47C9-A467-C57E98E2D4D1}"/>
              </a:ext>
            </a:extLst>
          </p:cNvPr>
          <p:cNvSpPr>
            <a:spLocks noChangeShapeType="1"/>
          </p:cNvSpPr>
          <p:nvPr/>
        </p:nvSpPr>
        <p:spPr bwMode="auto">
          <a:xfrm>
            <a:off x="2879725" y="4687888"/>
            <a:ext cx="1588"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49" name="Line 21">
            <a:extLst>
              <a:ext uri="{FF2B5EF4-FFF2-40B4-BE49-F238E27FC236}">
                <a16:creationId xmlns:a16="http://schemas.microsoft.com/office/drawing/2014/main" id="{49FC288B-C38B-4537-B81A-726766A15E5A}"/>
              </a:ext>
            </a:extLst>
          </p:cNvPr>
          <p:cNvSpPr>
            <a:spLocks noChangeShapeType="1"/>
          </p:cNvSpPr>
          <p:nvPr/>
        </p:nvSpPr>
        <p:spPr bwMode="auto">
          <a:xfrm>
            <a:off x="1584325" y="4833938"/>
            <a:ext cx="1292225" cy="1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8692" name="Rectangle 22">
            <a:extLst>
              <a:ext uri="{FF2B5EF4-FFF2-40B4-BE49-F238E27FC236}">
                <a16:creationId xmlns:a16="http://schemas.microsoft.com/office/drawing/2014/main" id="{33183B15-091B-415D-BE3C-91680384C49C}"/>
              </a:ext>
            </a:extLst>
          </p:cNvPr>
          <p:cNvSpPr>
            <a:spLocks noChangeArrowheads="1"/>
          </p:cNvSpPr>
          <p:nvPr/>
        </p:nvSpPr>
        <p:spPr bwMode="auto">
          <a:xfrm>
            <a:off x="1606550" y="4986338"/>
            <a:ext cx="12112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600">
                <a:solidFill>
                  <a:schemeClr val="tx2"/>
                </a:solidFill>
                <a:latin typeface="Times New Roman" panose="02020603050405020304" pitchFamily="18" charset="0"/>
                <a:cs typeface="Times New Roman" panose="02020603050405020304" pitchFamily="18" charset="0"/>
              </a:rPr>
              <a:t>תנאי עבודה</a:t>
            </a:r>
          </a:p>
          <a:p>
            <a:pPr algn="ctr" rtl="0">
              <a:spcBef>
                <a:spcPct val="0"/>
              </a:spcBef>
              <a:buClrTx/>
              <a:buSzTx/>
              <a:buFontTx/>
              <a:buNone/>
            </a:pPr>
            <a:r>
              <a:rPr lang="he-IL" altLang="en-US" sz="1600">
                <a:solidFill>
                  <a:schemeClr val="tx2"/>
                </a:solidFill>
                <a:latin typeface="Times New Roman" panose="02020603050405020304" pitchFamily="18" charset="0"/>
                <a:cs typeface="Times New Roman" panose="02020603050405020304" pitchFamily="18" charset="0"/>
              </a:rPr>
              <a:t>סטנדרטיים</a:t>
            </a:r>
            <a:endParaRPr lang="en-US" altLang="en-US" sz="1600">
              <a:solidFill>
                <a:schemeClr val="tx2"/>
              </a:solidFill>
              <a:latin typeface="Times New Roman" panose="02020603050405020304" pitchFamily="18" charset="0"/>
              <a:cs typeface="Times New Roman" panose="02020603050405020304" pitchFamily="18" charset="0"/>
            </a:endParaRPr>
          </a:p>
        </p:txBody>
      </p:sp>
      <p:sp>
        <p:nvSpPr>
          <p:cNvPr id="22551" name="Rectangle 23">
            <a:extLst>
              <a:ext uri="{FF2B5EF4-FFF2-40B4-BE49-F238E27FC236}">
                <a16:creationId xmlns:a16="http://schemas.microsoft.com/office/drawing/2014/main" id="{8F819479-B8AD-4E8E-97BF-6E0810D3346F}"/>
              </a:ext>
            </a:extLst>
          </p:cNvPr>
          <p:cNvSpPr>
            <a:spLocks noChangeArrowheads="1"/>
          </p:cNvSpPr>
          <p:nvPr/>
        </p:nvSpPr>
        <p:spPr bwMode="auto">
          <a:xfrm>
            <a:off x="3101975" y="3462338"/>
            <a:ext cx="381000" cy="11303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52" name="Rectangle 24">
            <a:extLst>
              <a:ext uri="{FF2B5EF4-FFF2-40B4-BE49-F238E27FC236}">
                <a16:creationId xmlns:a16="http://schemas.microsoft.com/office/drawing/2014/main" id="{A8C12199-B1D6-41FF-96BB-B39E7966C19A}"/>
              </a:ext>
            </a:extLst>
          </p:cNvPr>
          <p:cNvSpPr>
            <a:spLocks noChangeArrowheads="1"/>
          </p:cNvSpPr>
          <p:nvPr/>
        </p:nvSpPr>
        <p:spPr bwMode="auto">
          <a:xfrm>
            <a:off x="3635375" y="3309938"/>
            <a:ext cx="381000" cy="12827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53" name="Rectangle 25">
            <a:extLst>
              <a:ext uri="{FF2B5EF4-FFF2-40B4-BE49-F238E27FC236}">
                <a16:creationId xmlns:a16="http://schemas.microsoft.com/office/drawing/2014/main" id="{55A4DDAF-9CFD-411C-8C5A-DF656C3AE030}"/>
              </a:ext>
            </a:extLst>
          </p:cNvPr>
          <p:cNvSpPr>
            <a:spLocks noChangeArrowheads="1"/>
          </p:cNvSpPr>
          <p:nvPr/>
        </p:nvSpPr>
        <p:spPr bwMode="auto">
          <a:xfrm>
            <a:off x="4168775" y="3005138"/>
            <a:ext cx="381000" cy="15875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54" name="Rectangle 26">
            <a:extLst>
              <a:ext uri="{FF2B5EF4-FFF2-40B4-BE49-F238E27FC236}">
                <a16:creationId xmlns:a16="http://schemas.microsoft.com/office/drawing/2014/main" id="{37A3E5AD-A637-459D-99A2-0AAE003F0D57}"/>
              </a:ext>
            </a:extLst>
          </p:cNvPr>
          <p:cNvSpPr>
            <a:spLocks noChangeArrowheads="1"/>
          </p:cNvSpPr>
          <p:nvPr/>
        </p:nvSpPr>
        <p:spPr bwMode="auto">
          <a:xfrm>
            <a:off x="4702175" y="2928938"/>
            <a:ext cx="381000" cy="16637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55" name="Rectangle 27">
            <a:extLst>
              <a:ext uri="{FF2B5EF4-FFF2-40B4-BE49-F238E27FC236}">
                <a16:creationId xmlns:a16="http://schemas.microsoft.com/office/drawing/2014/main" id="{E748A7F9-EB4F-42CA-B0B2-A59063A80C8D}"/>
              </a:ext>
            </a:extLst>
          </p:cNvPr>
          <p:cNvSpPr>
            <a:spLocks noChangeArrowheads="1"/>
          </p:cNvSpPr>
          <p:nvPr/>
        </p:nvSpPr>
        <p:spPr bwMode="auto">
          <a:xfrm rot="16200000">
            <a:off x="2160588" y="5337175"/>
            <a:ext cx="23018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2 הפסקות בנות 5 דקות</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56" name="Rectangle 28">
            <a:extLst>
              <a:ext uri="{FF2B5EF4-FFF2-40B4-BE49-F238E27FC236}">
                <a16:creationId xmlns:a16="http://schemas.microsoft.com/office/drawing/2014/main" id="{C7CF1235-D4AF-43CC-95A2-9C9D46627261}"/>
              </a:ext>
            </a:extLst>
          </p:cNvPr>
          <p:cNvSpPr>
            <a:spLocks noChangeArrowheads="1"/>
          </p:cNvSpPr>
          <p:nvPr/>
        </p:nvSpPr>
        <p:spPr bwMode="auto">
          <a:xfrm rot="16260000">
            <a:off x="2654301" y="5343525"/>
            <a:ext cx="23368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2 הפסקות בנות 10 דקות</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57" name="Rectangle 29">
            <a:extLst>
              <a:ext uri="{FF2B5EF4-FFF2-40B4-BE49-F238E27FC236}">
                <a16:creationId xmlns:a16="http://schemas.microsoft.com/office/drawing/2014/main" id="{D9312C06-7B31-48F8-BC6C-A19BDCD2083A}"/>
              </a:ext>
            </a:extLst>
          </p:cNvPr>
          <p:cNvSpPr>
            <a:spLocks noChangeArrowheads="1"/>
          </p:cNvSpPr>
          <p:nvPr/>
        </p:nvSpPr>
        <p:spPr bwMode="auto">
          <a:xfrm rot="16200000">
            <a:off x="3287713" y="5353050"/>
            <a:ext cx="21526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6 הפסקות בנות 5 דקות</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58" name="Rectangle 30">
            <a:extLst>
              <a:ext uri="{FF2B5EF4-FFF2-40B4-BE49-F238E27FC236}">
                <a16:creationId xmlns:a16="http://schemas.microsoft.com/office/drawing/2014/main" id="{0074217A-F062-48DE-BB38-1F97548F5849}"/>
              </a:ext>
            </a:extLst>
          </p:cNvPr>
          <p:cNvSpPr>
            <a:spLocks noChangeArrowheads="1"/>
          </p:cNvSpPr>
          <p:nvPr/>
        </p:nvSpPr>
        <p:spPr bwMode="auto">
          <a:xfrm rot="16200000">
            <a:off x="3792538" y="5456237"/>
            <a:ext cx="21526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15 דקות מנוחה + ארוח"צ</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59" name="Rectangle 31">
            <a:extLst>
              <a:ext uri="{FF2B5EF4-FFF2-40B4-BE49-F238E27FC236}">
                <a16:creationId xmlns:a16="http://schemas.microsoft.com/office/drawing/2014/main" id="{65495133-D4B9-42E9-95A6-041A7D35D47C}"/>
              </a:ext>
            </a:extLst>
          </p:cNvPr>
          <p:cNvSpPr>
            <a:spLocks noChangeArrowheads="1"/>
          </p:cNvSpPr>
          <p:nvPr/>
        </p:nvSpPr>
        <p:spPr bwMode="auto">
          <a:xfrm>
            <a:off x="5235575" y="2471738"/>
            <a:ext cx="381000" cy="2120900"/>
          </a:xfrm>
          <a:prstGeom prst="rect">
            <a:avLst/>
          </a:prstGeom>
          <a:solidFill>
            <a:srgbClr val="CC66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0" name="Rectangle 32">
            <a:extLst>
              <a:ext uri="{FF2B5EF4-FFF2-40B4-BE49-F238E27FC236}">
                <a16:creationId xmlns:a16="http://schemas.microsoft.com/office/drawing/2014/main" id="{7C66D252-7A11-4F37-B0F9-DAFD74C9141D}"/>
              </a:ext>
            </a:extLst>
          </p:cNvPr>
          <p:cNvSpPr>
            <a:spLocks noChangeArrowheads="1"/>
          </p:cNvSpPr>
          <p:nvPr/>
        </p:nvSpPr>
        <p:spPr bwMode="auto">
          <a:xfrm>
            <a:off x="5768975" y="2166938"/>
            <a:ext cx="381000" cy="2425700"/>
          </a:xfrm>
          <a:prstGeom prst="rect">
            <a:avLst/>
          </a:prstGeom>
          <a:solidFill>
            <a:srgbClr val="CC66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1" name="Rectangle 33">
            <a:extLst>
              <a:ext uri="{FF2B5EF4-FFF2-40B4-BE49-F238E27FC236}">
                <a16:creationId xmlns:a16="http://schemas.microsoft.com/office/drawing/2014/main" id="{5304000D-9C50-441E-B36E-66A0714BFA39}"/>
              </a:ext>
            </a:extLst>
          </p:cNvPr>
          <p:cNvSpPr>
            <a:spLocks noChangeArrowheads="1"/>
          </p:cNvSpPr>
          <p:nvPr/>
        </p:nvSpPr>
        <p:spPr bwMode="auto">
          <a:xfrm rot="16200000">
            <a:off x="4446588" y="5635625"/>
            <a:ext cx="19399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כנ"ל + הפסקה ב-16:30</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62" name="Rectangle 34">
            <a:extLst>
              <a:ext uri="{FF2B5EF4-FFF2-40B4-BE49-F238E27FC236}">
                <a16:creationId xmlns:a16="http://schemas.microsoft.com/office/drawing/2014/main" id="{DA611601-387B-4C2C-AB54-EC73660C167D}"/>
              </a:ext>
            </a:extLst>
          </p:cNvPr>
          <p:cNvSpPr>
            <a:spLocks noChangeArrowheads="1"/>
          </p:cNvSpPr>
          <p:nvPr/>
        </p:nvSpPr>
        <p:spPr bwMode="auto">
          <a:xfrm rot="16200000">
            <a:off x="4914901" y="5457825"/>
            <a:ext cx="20828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כנ"ל + הפסקה ב-16:00</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63" name="Rectangle 35">
            <a:extLst>
              <a:ext uri="{FF2B5EF4-FFF2-40B4-BE49-F238E27FC236}">
                <a16:creationId xmlns:a16="http://schemas.microsoft.com/office/drawing/2014/main" id="{710FF24B-5C3D-4976-B0D0-70828F7BD104}"/>
              </a:ext>
            </a:extLst>
          </p:cNvPr>
          <p:cNvSpPr>
            <a:spLocks noChangeArrowheads="1"/>
          </p:cNvSpPr>
          <p:nvPr/>
        </p:nvSpPr>
        <p:spPr bwMode="auto">
          <a:xfrm>
            <a:off x="7902575" y="1862138"/>
            <a:ext cx="381000" cy="27305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4" name="Rectangle 36">
            <a:extLst>
              <a:ext uri="{FF2B5EF4-FFF2-40B4-BE49-F238E27FC236}">
                <a16:creationId xmlns:a16="http://schemas.microsoft.com/office/drawing/2014/main" id="{80727000-7F61-47A0-9BE7-DAF780E9B4E7}"/>
              </a:ext>
            </a:extLst>
          </p:cNvPr>
          <p:cNvSpPr>
            <a:spLocks noChangeArrowheads="1"/>
          </p:cNvSpPr>
          <p:nvPr/>
        </p:nvSpPr>
        <p:spPr bwMode="auto">
          <a:xfrm>
            <a:off x="7369175" y="2547938"/>
            <a:ext cx="381000" cy="2044700"/>
          </a:xfrm>
          <a:prstGeom prst="rect">
            <a:avLst/>
          </a:prstGeom>
          <a:solidFill>
            <a:schemeClr val="tx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5" name="Rectangle 37">
            <a:extLst>
              <a:ext uri="{FF2B5EF4-FFF2-40B4-BE49-F238E27FC236}">
                <a16:creationId xmlns:a16="http://schemas.microsoft.com/office/drawing/2014/main" id="{A0308005-3628-4068-8806-755D869560AC}"/>
              </a:ext>
            </a:extLst>
          </p:cNvPr>
          <p:cNvSpPr>
            <a:spLocks noChangeArrowheads="1"/>
          </p:cNvSpPr>
          <p:nvPr/>
        </p:nvSpPr>
        <p:spPr bwMode="auto">
          <a:xfrm>
            <a:off x="6835775" y="2319338"/>
            <a:ext cx="381000" cy="2273300"/>
          </a:xfrm>
          <a:prstGeom prst="rect">
            <a:avLst/>
          </a:prstGeom>
          <a:solidFill>
            <a:srgbClr val="CC66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6" name="Rectangle 38">
            <a:extLst>
              <a:ext uri="{FF2B5EF4-FFF2-40B4-BE49-F238E27FC236}">
                <a16:creationId xmlns:a16="http://schemas.microsoft.com/office/drawing/2014/main" id="{6C962798-2B27-4F18-94F9-46238D276DFA}"/>
              </a:ext>
            </a:extLst>
          </p:cNvPr>
          <p:cNvSpPr>
            <a:spLocks noChangeArrowheads="1"/>
          </p:cNvSpPr>
          <p:nvPr/>
        </p:nvSpPr>
        <p:spPr bwMode="auto">
          <a:xfrm>
            <a:off x="6302375" y="2243138"/>
            <a:ext cx="381000" cy="2349500"/>
          </a:xfrm>
          <a:prstGeom prst="rect">
            <a:avLst/>
          </a:prstGeom>
          <a:solidFill>
            <a:schemeClr val="bg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2567" name="Rectangle 39">
            <a:extLst>
              <a:ext uri="{FF2B5EF4-FFF2-40B4-BE49-F238E27FC236}">
                <a16:creationId xmlns:a16="http://schemas.microsoft.com/office/drawing/2014/main" id="{056E64B1-379A-4F7F-B0A0-59C716334168}"/>
              </a:ext>
            </a:extLst>
          </p:cNvPr>
          <p:cNvSpPr>
            <a:spLocks noChangeArrowheads="1"/>
          </p:cNvSpPr>
          <p:nvPr/>
        </p:nvSpPr>
        <p:spPr bwMode="auto">
          <a:xfrm rot="16200000">
            <a:off x="5238751" y="5443537"/>
            <a:ext cx="24955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15 דקות מנוחה + ארוח"צ</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68" name="Rectangle 40">
            <a:extLst>
              <a:ext uri="{FF2B5EF4-FFF2-40B4-BE49-F238E27FC236}">
                <a16:creationId xmlns:a16="http://schemas.microsoft.com/office/drawing/2014/main" id="{CEB0B34B-3C30-4799-8080-6F598118BE4D}"/>
              </a:ext>
            </a:extLst>
          </p:cNvPr>
          <p:cNvSpPr>
            <a:spLocks noChangeArrowheads="1"/>
          </p:cNvSpPr>
          <p:nvPr/>
        </p:nvSpPr>
        <p:spPr bwMode="auto">
          <a:xfrm rot="16200000">
            <a:off x="5845970" y="5466556"/>
            <a:ext cx="24495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כנ"ל + הפסקה בשבת בבוקר</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69" name="Rectangle 41">
            <a:extLst>
              <a:ext uri="{FF2B5EF4-FFF2-40B4-BE49-F238E27FC236}">
                <a16:creationId xmlns:a16="http://schemas.microsoft.com/office/drawing/2014/main" id="{2DC7B174-30B6-4B7C-B864-1C5FD210FABB}"/>
              </a:ext>
            </a:extLst>
          </p:cNvPr>
          <p:cNvSpPr>
            <a:spLocks noChangeArrowheads="1"/>
          </p:cNvSpPr>
          <p:nvPr/>
        </p:nvSpPr>
        <p:spPr bwMode="auto">
          <a:xfrm rot="16200000">
            <a:off x="6610351" y="5038725"/>
            <a:ext cx="19812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תנאים סטנדרטיים</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2570" name="Rectangle 42">
            <a:extLst>
              <a:ext uri="{FF2B5EF4-FFF2-40B4-BE49-F238E27FC236}">
                <a16:creationId xmlns:a16="http://schemas.microsoft.com/office/drawing/2014/main" id="{FCC6FD4F-427A-4F9C-A550-BD32C449985E}"/>
              </a:ext>
            </a:extLst>
          </p:cNvPr>
          <p:cNvSpPr>
            <a:spLocks noChangeArrowheads="1"/>
          </p:cNvSpPr>
          <p:nvPr/>
        </p:nvSpPr>
        <p:spPr bwMode="auto">
          <a:xfrm rot="16200000">
            <a:off x="7000875" y="5586413"/>
            <a:ext cx="2206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defRPr/>
            </a:pPr>
            <a:r>
              <a:rPr lang="he-IL" altLang="en-US" sz="1600">
                <a:solidFill>
                  <a:schemeClr val="tx2"/>
                </a:solidFill>
                <a:effectLst>
                  <a:outerShdw blurRad="38100" dist="38100" dir="2700000" algn="tl">
                    <a:srgbClr val="C0C0C0"/>
                  </a:outerShdw>
                </a:effectLst>
                <a:latin typeface="Times New Roman" pitchFamily="18" charset="0"/>
                <a:cs typeface="Times New Roman" pitchFamily="18" charset="0"/>
              </a:rPr>
              <a:t>15 דקות מנוחה + ארוח"צ</a:t>
            </a:r>
            <a:endParaRPr lang="en-US" altLang="en-US" sz="1600">
              <a:solidFill>
                <a:schemeClr val="tx2"/>
              </a:solidFill>
              <a:effectLst>
                <a:outerShdw blurRad="38100" dist="38100" dir="2700000" algn="tl">
                  <a:srgbClr val="C0C0C0"/>
                </a:outerShdw>
              </a:effectLst>
              <a:latin typeface="Times New Roman" pitchFamily="18" charset="0"/>
              <a:cs typeface="Times New Roman" pitchFamily="18" charset="0"/>
            </a:endParaRPr>
          </a:p>
        </p:txBody>
      </p:sp>
      <p:sp>
        <p:nvSpPr>
          <p:cNvPr id="28713" name="Text Box 43">
            <a:extLst>
              <a:ext uri="{FF2B5EF4-FFF2-40B4-BE49-F238E27FC236}">
                <a16:creationId xmlns:a16="http://schemas.microsoft.com/office/drawing/2014/main" id="{FC238286-4CD1-446E-B56D-80A0D02FD664}"/>
              </a:ext>
            </a:extLst>
          </p:cNvPr>
          <p:cNvSpPr txBox="1">
            <a:spLocks noChangeArrowheads="1"/>
          </p:cNvSpPr>
          <p:nvPr/>
        </p:nvSpPr>
        <p:spPr bwMode="auto">
          <a:xfrm>
            <a:off x="323850" y="1125538"/>
            <a:ext cx="1042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he-IL" altLang="en-US" sz="1800"/>
              <a:t>תפוקה</a:t>
            </a: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3A561-1EB9-40D0-8B48-955391DE5FD6}"/>
              </a:ext>
            </a:extLst>
          </p:cNvPr>
          <p:cNvSpPr>
            <a:spLocks noGrp="1"/>
          </p:cNvSpPr>
          <p:nvPr>
            <p:ph idx="1"/>
          </p:nvPr>
        </p:nvSpPr>
        <p:spPr/>
        <p:txBody>
          <a:bodyPr/>
          <a:lstStyle/>
          <a:p>
            <a:pPr eaLnBrk="1" hangingPunct="1">
              <a:buFont typeface="Wingdings" panose="05000000000000000000" pitchFamily="2" charset="2"/>
              <a:buChar char="t"/>
            </a:pPr>
            <a:r>
              <a:rPr lang="he-IL" altLang="en-US" sz="2800" dirty="0">
                <a:solidFill>
                  <a:schemeClr val="bg2"/>
                </a:solidFill>
                <a:cs typeface="David" panose="020E0502060401010101" pitchFamily="34" charset="-79"/>
              </a:rPr>
              <a:t>עריכת תצפית על תפקוד העובדים ולאחריה ראיון.</a:t>
            </a:r>
          </a:p>
          <a:p>
            <a:pPr lvl="1" eaLnBrk="1" hangingPunct="1">
              <a:buFont typeface="Wingdings" panose="05000000000000000000" pitchFamily="2" charset="2"/>
              <a:buChar char="t"/>
            </a:pPr>
            <a:r>
              <a:rPr lang="he-IL" altLang="en-US" sz="2400" dirty="0">
                <a:solidFill>
                  <a:schemeClr val="bg2"/>
                </a:solidFill>
                <a:cs typeface="David" panose="020E0502060401010101" pitchFamily="34" charset="-79"/>
              </a:rPr>
              <a:t>תוצאות: במקום לשפר את הביצוע, העובדים הגבילו במכוון את תפוקתם למרות מערכת שכר העידוד.</a:t>
            </a:r>
          </a:p>
          <a:p>
            <a:endParaRPr lang="en-US" dirty="0"/>
          </a:p>
        </p:txBody>
      </p:sp>
    </p:spTree>
    <p:extLst>
      <p:ext uri="{BB962C8B-B14F-4D97-AF65-F5344CB8AC3E}">
        <p14:creationId xmlns:p14="http://schemas.microsoft.com/office/powerpoint/2010/main" val="312817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403379D-A0C7-474D-A153-048CBADB8084}"/>
              </a:ext>
            </a:extLst>
          </p:cNvPr>
          <p:cNvSpPr>
            <a:spLocks noGrp="1" noChangeArrowheads="1"/>
          </p:cNvSpPr>
          <p:nvPr>
            <p:ph type="title"/>
          </p:nvPr>
        </p:nvSpPr>
        <p:spPr>
          <a:xfrm>
            <a:off x="457200" y="457200"/>
            <a:ext cx="8229600" cy="884238"/>
          </a:xfrm>
        </p:spPr>
        <p:txBody>
          <a:bodyPr/>
          <a:lstStyle/>
          <a:p>
            <a:pPr algn="ctr" eaLnBrk="1" hangingPunct="1"/>
            <a:r>
              <a:rPr lang="he-IL" altLang="en-US" sz="4000">
                <a:solidFill>
                  <a:schemeClr val="hlink"/>
                </a:solidFill>
                <a:cs typeface="David" panose="020E0502060401010101" pitchFamily="34" charset="-79"/>
              </a:rPr>
              <a:t>מסקנות</a:t>
            </a:r>
            <a:endParaRPr lang="en-US" altLang="en-US" sz="4000">
              <a:solidFill>
                <a:schemeClr val="hlink"/>
              </a:solidFill>
              <a:cs typeface="David" panose="020E0502060401010101" pitchFamily="34" charset="-79"/>
            </a:endParaRPr>
          </a:p>
        </p:txBody>
      </p:sp>
      <p:sp>
        <p:nvSpPr>
          <p:cNvPr id="23555" name="Rectangle 3">
            <a:extLst>
              <a:ext uri="{FF2B5EF4-FFF2-40B4-BE49-F238E27FC236}">
                <a16:creationId xmlns:a16="http://schemas.microsoft.com/office/drawing/2014/main" id="{9DC7F03A-C0A7-4C95-BF48-1F1FD5A6AE78}"/>
              </a:ext>
            </a:extLst>
          </p:cNvPr>
          <p:cNvSpPr>
            <a:spLocks noGrp="1" noChangeArrowheads="1"/>
          </p:cNvSpPr>
          <p:nvPr>
            <p:ph type="body" idx="1"/>
          </p:nvPr>
        </p:nvSpPr>
        <p:spPr/>
        <p:txBody>
          <a:bodyPr/>
          <a:lstStyle/>
          <a:p>
            <a:pPr eaLnBrk="1" hangingPunct="1">
              <a:spcAft>
                <a:spcPct val="40000"/>
              </a:spcAft>
              <a:buFont typeface="Wingdings" panose="05000000000000000000" pitchFamily="2" charset="2"/>
              <a:buChar char="t"/>
            </a:pPr>
            <a:r>
              <a:rPr lang="he-IL" altLang="en-US">
                <a:solidFill>
                  <a:schemeClr val="bg2"/>
                </a:solidFill>
                <a:cs typeface="David" panose="020E0502060401010101" pitchFamily="34" charset="-79"/>
              </a:rPr>
              <a:t>ארגונים מהווים מערכות חברתיות.</a:t>
            </a:r>
            <a:endParaRPr lang="en-US" altLang="en-US" i="1">
              <a:solidFill>
                <a:schemeClr val="bg2"/>
              </a:solidFill>
              <a:cs typeface="David" panose="020E0502060401010101" pitchFamily="34" charset="-79"/>
            </a:endParaRPr>
          </a:p>
          <a:p>
            <a:pPr eaLnBrk="1" hangingPunct="1">
              <a:spcAft>
                <a:spcPct val="40000"/>
              </a:spcAft>
              <a:buFont typeface="Wingdings" panose="05000000000000000000" pitchFamily="2" charset="2"/>
              <a:buChar char="t"/>
            </a:pPr>
            <a:r>
              <a:rPr lang="he-IL" altLang="en-US">
                <a:solidFill>
                  <a:schemeClr val="bg2"/>
                </a:solidFill>
                <a:cs typeface="David" panose="020E0502060401010101" pitchFamily="34" charset="-79"/>
              </a:rPr>
              <a:t>ישנם משתנים נוספים אשר משפיעים על פרודוקטיביות העובדים מעבר לתגמולים הכלכליים והתנאים הפיזיים במקום העבודה.</a:t>
            </a:r>
          </a:p>
          <a:p>
            <a:pPr eaLnBrk="1" hangingPunct="1">
              <a:spcAft>
                <a:spcPct val="40000"/>
              </a:spcAft>
              <a:buFont typeface="Wingdings" panose="05000000000000000000" pitchFamily="2" charset="2"/>
              <a:buChar char="t"/>
            </a:pPr>
            <a:r>
              <a:rPr lang="he-IL" altLang="en-US">
                <a:solidFill>
                  <a:schemeClr val="bg2"/>
                </a:solidFill>
                <a:cs typeface="David" panose="020E0502060401010101" pitchFamily="34" charset="-79"/>
              </a:rPr>
              <a:t>קיומו של מחקר משפיע ולעיתים משנה, את אובייקט המחקר.</a:t>
            </a:r>
            <a:endParaRPr lang="en-US" altLang="en-US">
              <a:solidFill>
                <a:schemeClr val="bg2"/>
              </a:solidFill>
              <a:cs typeface="David" panose="020E0502060401010101" pitchFamily="34" charset="-79"/>
            </a:endParaRPr>
          </a:p>
          <a:p>
            <a:pPr eaLnBrk="1" hangingPunct="1">
              <a:spcAft>
                <a:spcPct val="40000"/>
              </a:spcAft>
              <a:buFont typeface="Wingdings" panose="05000000000000000000" pitchFamily="2" charset="2"/>
              <a:buChar char="t"/>
            </a:pPr>
            <a:endParaRPr lang="en-US" altLang="en-US">
              <a:solidFill>
                <a:schemeClr val="bg2"/>
              </a:solidFill>
              <a:cs typeface="David" panose="020E0502060401010101" pitchFamily="34" charset="-79"/>
            </a:endParaRPr>
          </a:p>
          <a:p>
            <a:pPr eaLnBrk="1" hangingPunct="1"/>
            <a:endParaRPr lang="en-US" altLang="en-US">
              <a:cs typeface="David" panose="020E0502060401010101" pitchFamily="34" charset="-79"/>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4882A6F-90B0-4227-B51A-6DCFF00AFCFE}"/>
              </a:ext>
            </a:extLst>
          </p:cNvPr>
          <p:cNvSpPr>
            <a:spLocks noGrp="1" noChangeArrowheads="1"/>
          </p:cNvSpPr>
          <p:nvPr>
            <p:ph type="title"/>
          </p:nvPr>
        </p:nvSpPr>
        <p:spPr>
          <a:xfrm>
            <a:off x="395288" y="260350"/>
            <a:ext cx="8435975" cy="1371600"/>
          </a:xfrm>
        </p:spPr>
        <p:txBody>
          <a:bodyPr/>
          <a:lstStyle/>
          <a:p>
            <a:pPr algn="ctr" eaLnBrk="1" hangingPunct="1"/>
            <a:r>
              <a:rPr lang="he-IL" altLang="en-US" sz="3800">
                <a:solidFill>
                  <a:schemeClr val="hlink"/>
                </a:solidFill>
                <a:cs typeface="David" panose="020E0502060401010101" pitchFamily="34" charset="-79"/>
              </a:rPr>
              <a:t>שיפור היעילות הארגונית עפ"י גישת יחסי האנוש</a:t>
            </a:r>
            <a:endParaRPr lang="en-US" altLang="en-US" sz="3800">
              <a:solidFill>
                <a:schemeClr val="hlink"/>
              </a:solidFill>
              <a:cs typeface="David" panose="020E0502060401010101" pitchFamily="34" charset="-79"/>
            </a:endParaRPr>
          </a:p>
        </p:txBody>
      </p:sp>
      <p:sp>
        <p:nvSpPr>
          <p:cNvPr id="60419" name="Rectangle 3">
            <a:extLst>
              <a:ext uri="{FF2B5EF4-FFF2-40B4-BE49-F238E27FC236}">
                <a16:creationId xmlns:a16="http://schemas.microsoft.com/office/drawing/2014/main" id="{54478126-6C58-4A55-843F-E69C44EEA140}"/>
              </a:ext>
            </a:extLst>
          </p:cNvPr>
          <p:cNvSpPr>
            <a:spLocks noGrp="1" noChangeArrowheads="1"/>
          </p:cNvSpPr>
          <p:nvPr>
            <p:ph type="body" idx="1"/>
          </p:nvPr>
        </p:nvSpPr>
        <p:spPr>
          <a:xfrm>
            <a:off x="0" y="1916113"/>
            <a:ext cx="9144000" cy="4941887"/>
          </a:xfrm>
        </p:spPr>
        <p:txBody>
          <a:bodyPr/>
          <a:lstStyle/>
          <a:p>
            <a:pPr eaLnBrk="1" hangingPunct="1">
              <a:buFont typeface="Wingdings" panose="05000000000000000000" pitchFamily="2" charset="2"/>
              <a:buChar char="t"/>
            </a:pPr>
            <a:r>
              <a:rPr lang="he-IL" altLang="en-US">
                <a:solidFill>
                  <a:schemeClr val="bg2"/>
                </a:solidFill>
                <a:cs typeface="David" panose="020E0502060401010101" pitchFamily="34" charset="-79"/>
              </a:rPr>
              <a:t>שיתוף עובדים בעיצוב המטרות ובקבלת ההחלטות. </a:t>
            </a:r>
          </a:p>
          <a:p>
            <a:pPr eaLnBrk="1" hangingPunct="1">
              <a:buFont typeface="Wingdings" panose="05000000000000000000" pitchFamily="2" charset="2"/>
              <a:buChar char="t"/>
            </a:pPr>
            <a:r>
              <a:rPr lang="he-IL" altLang="en-US">
                <a:solidFill>
                  <a:schemeClr val="bg2"/>
                </a:solidFill>
                <a:cs typeface="David" panose="020E0502060401010101" pitchFamily="34" charset="-79"/>
              </a:rPr>
              <a:t>סיפוק מניעים חברתיים ופסיכולוגיים לעובדים בצד המניע הכלכלי.</a:t>
            </a:r>
          </a:p>
          <a:p>
            <a:pPr eaLnBrk="1" hangingPunct="1">
              <a:buFont typeface="Wingdings" panose="05000000000000000000" pitchFamily="2" charset="2"/>
              <a:buChar char="t"/>
            </a:pPr>
            <a:r>
              <a:rPr lang="he-IL" altLang="en-US">
                <a:solidFill>
                  <a:schemeClr val="bg2"/>
                </a:solidFill>
                <a:cs typeface="David" panose="020E0502060401010101" pitchFamily="34" charset="-79"/>
              </a:rPr>
              <a:t> טיפוח קרבה פסיכולוגית בין העובדים ובקבוצות עבודה.</a:t>
            </a:r>
          </a:p>
          <a:p>
            <a:pPr eaLnBrk="1" hangingPunct="1">
              <a:buFont typeface="Wingdings" panose="05000000000000000000" pitchFamily="2" charset="2"/>
              <a:buChar char="t"/>
            </a:pPr>
            <a:r>
              <a:rPr lang="he-IL" altLang="en-US">
                <a:solidFill>
                  <a:schemeClr val="bg2"/>
                </a:solidFill>
                <a:cs typeface="David" panose="020E0502060401010101" pitchFamily="34" charset="-79"/>
              </a:rPr>
              <a:t> טיפוח נורמות שיתוף פעולה בקבוצות העבודה. </a:t>
            </a:r>
          </a:p>
          <a:p>
            <a:pPr eaLnBrk="1" hangingPunct="1">
              <a:buFont typeface="Wingdings" panose="05000000000000000000" pitchFamily="2" charset="2"/>
              <a:buChar char="t"/>
            </a:pPr>
            <a:r>
              <a:rPr lang="he-IL" altLang="en-US">
                <a:solidFill>
                  <a:schemeClr val="bg2"/>
                </a:solidFill>
                <a:cs typeface="David" panose="020E0502060401010101" pitchFamily="34" charset="-79"/>
              </a:rPr>
              <a:t> טיפוח תקשורת תכופה ורב כיוונית.</a:t>
            </a:r>
            <a:endParaRPr lang="en-US" altLang="en-US">
              <a:solidFill>
                <a:schemeClr val="bg2"/>
              </a:solidFill>
              <a:cs typeface="David" panose="020E0502060401010101" pitchFamily="34" charset="-79"/>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fade">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fade">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fade">
                                      <p:cBhvr>
                                        <p:cTn id="17" dur="500"/>
                                        <p:tgtEl>
                                          <p:spTgt spid="60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fade">
                                      <p:cBhvr>
                                        <p:cTn id="22" dur="500"/>
                                        <p:tgtEl>
                                          <p:spTgt spid="604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fade">
                                      <p:cBhvr>
                                        <p:cTn id="27" dur="500"/>
                                        <p:tgtEl>
                                          <p:spTgt spid="604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5188AAF-04BC-41C1-9F17-1D25F5247AEB}"/>
              </a:ext>
            </a:extLst>
          </p:cNvPr>
          <p:cNvGrpSpPr/>
          <p:nvPr/>
        </p:nvGrpSpPr>
        <p:grpSpPr>
          <a:xfrm>
            <a:off x="0" y="2129552"/>
            <a:ext cx="7812360" cy="1200329"/>
            <a:chOff x="0" y="2129552"/>
            <a:chExt cx="7812360" cy="1200329"/>
          </a:xfrm>
        </p:grpSpPr>
        <p:sp>
          <p:nvSpPr>
            <p:cNvPr id="10" name="TextBox 9">
              <a:extLst>
                <a:ext uri="{FF2B5EF4-FFF2-40B4-BE49-F238E27FC236}">
                  <a16:creationId xmlns:a16="http://schemas.microsoft.com/office/drawing/2014/main" id="{33F8130C-D9E5-4020-B520-A4B27CB23F41}"/>
                </a:ext>
              </a:extLst>
            </p:cNvPr>
            <p:cNvSpPr txBox="1"/>
            <p:nvPr/>
          </p:nvSpPr>
          <p:spPr>
            <a:xfrm>
              <a:off x="0" y="2129552"/>
              <a:ext cx="7812360" cy="1200329"/>
            </a:xfrm>
            <a:prstGeom prst="rect">
              <a:avLst/>
            </a:prstGeom>
            <a:noFill/>
          </p:spPr>
          <p:txBody>
            <a:bodyPr wrap="square" rtlCol="0">
              <a:spAutoFit/>
            </a:bodyPr>
            <a:lstStyle/>
            <a:p>
              <a:pPr algn="r" rtl="1"/>
              <a:r>
                <a:rPr lang="he-IL" sz="4400" dirty="0"/>
                <a:t>יצר         האדם......</a:t>
              </a:r>
            </a:p>
            <a:p>
              <a:pPr algn="r" rtl="1"/>
              <a:r>
                <a:rPr lang="he-IL" sz="2800" dirty="0"/>
                <a:t>(בראשית ח, כא) </a:t>
              </a:r>
              <a:endParaRPr lang="en-US" sz="2800" dirty="0"/>
            </a:p>
          </p:txBody>
        </p:sp>
        <p:sp>
          <p:nvSpPr>
            <p:cNvPr id="11" name="Heart 10">
              <a:extLst>
                <a:ext uri="{FF2B5EF4-FFF2-40B4-BE49-F238E27FC236}">
                  <a16:creationId xmlns:a16="http://schemas.microsoft.com/office/drawing/2014/main" id="{02DF8C5C-A64C-496B-98E8-18FF922F3101}"/>
                </a:ext>
              </a:extLst>
            </p:cNvPr>
            <p:cNvSpPr/>
            <p:nvPr/>
          </p:nvSpPr>
          <p:spPr bwMode="auto">
            <a:xfrm>
              <a:off x="6012160" y="2199479"/>
              <a:ext cx="864096" cy="677689"/>
            </a:xfrm>
            <a:prstGeom prst="heart">
              <a:avLst/>
            </a:prstGeom>
            <a:solidFill>
              <a:srgbClr val="FF0000"/>
            </a:solidFill>
            <a:ln>
              <a:noFill/>
            </a:ln>
            <a:effectLst/>
          </p:spPr>
          <p:txBody>
            <a:bodyPr vert="horz" wrap="square" lIns="90488" tIns="44450" rIns="90488" bIns="44450" numCol="1" rtlCol="0" anchor="t" anchorCtr="0" compatLnSpc="1">
              <a:prstTxWarp prst="textNoShape">
                <a:avLst/>
              </a:prstTxWarp>
              <a:spAutoFit/>
            </a:bodyPr>
            <a:lstStyle/>
            <a:p>
              <a:pPr marL="0" marR="0" indent="0" algn="ctr" defTabSz="914400" rtl="1"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outerShdw blurRad="38100" dist="38100" dir="2700000" algn="tl">
                    <a:srgbClr val="000000">
                      <a:alpha val="43137"/>
                    </a:srgbClr>
                  </a:outerShdw>
                </a:effectLst>
                <a:latin typeface="Arial" charset="0"/>
                <a:cs typeface="David" pitchFamily="2" charset="-79"/>
              </a:endParaRPr>
            </a:p>
          </p:txBody>
        </p:sp>
      </p:grpSp>
    </p:spTree>
    <p:extLst>
      <p:ext uri="{BB962C8B-B14F-4D97-AF65-F5344CB8AC3E}">
        <p14:creationId xmlns:p14="http://schemas.microsoft.com/office/powerpoint/2010/main" val="7422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8673096-E5B6-4844-B3C6-8CA0EB2B702F}"/>
              </a:ext>
            </a:extLst>
          </p:cNvPr>
          <p:cNvSpPr>
            <a:spLocks noGrp="1" noChangeArrowheads="1"/>
          </p:cNvSpPr>
          <p:nvPr>
            <p:ph type="title"/>
          </p:nvPr>
        </p:nvSpPr>
        <p:spPr>
          <a:xfrm>
            <a:off x="457200" y="457200"/>
            <a:ext cx="8229600" cy="955675"/>
          </a:xfrm>
        </p:spPr>
        <p:txBody>
          <a:bodyPr/>
          <a:lstStyle/>
          <a:p>
            <a:pPr algn="ctr" eaLnBrk="1" hangingPunct="1"/>
            <a:r>
              <a:rPr lang="he-IL" altLang="en-US" sz="4000">
                <a:solidFill>
                  <a:schemeClr val="hlink"/>
                </a:solidFill>
                <a:cs typeface="David" panose="020E0502060401010101" pitchFamily="34" charset="-79"/>
              </a:rPr>
              <a:t>תיאוריה </a:t>
            </a:r>
            <a:r>
              <a:rPr lang="en-US" altLang="en-US" sz="4000">
                <a:solidFill>
                  <a:schemeClr val="hlink"/>
                </a:solidFill>
                <a:cs typeface="David" panose="020E0502060401010101" pitchFamily="34" charset="-79"/>
              </a:rPr>
              <a:t>x</a:t>
            </a:r>
            <a:r>
              <a:rPr lang="he-IL" altLang="en-US" sz="4000">
                <a:solidFill>
                  <a:schemeClr val="hlink"/>
                </a:solidFill>
                <a:cs typeface="David" panose="020E0502060401010101" pitchFamily="34" charset="-79"/>
              </a:rPr>
              <a:t> ותיאוריה </a:t>
            </a:r>
            <a:r>
              <a:rPr lang="en-US" altLang="en-US" sz="4000">
                <a:solidFill>
                  <a:schemeClr val="hlink"/>
                </a:solidFill>
                <a:cs typeface="David" panose="020E0502060401010101" pitchFamily="34" charset="-79"/>
              </a:rPr>
              <a:t>y</a:t>
            </a:r>
          </a:p>
        </p:txBody>
      </p:sp>
      <p:pic>
        <p:nvPicPr>
          <p:cNvPr id="35843" name="Picture 5" descr="Douglas McGregor">
            <a:extLst>
              <a:ext uri="{FF2B5EF4-FFF2-40B4-BE49-F238E27FC236}">
                <a16:creationId xmlns:a16="http://schemas.microsoft.com/office/drawing/2014/main" id="{312CABD3-0D0D-4E5C-8D70-687BE35893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1513" y="404813"/>
            <a:ext cx="852487" cy="1222375"/>
          </a:xfrm>
          <a:prstGeom prst="rect">
            <a:avLst/>
          </a:prstGeom>
          <a:noFill/>
          <a:ln w="9525">
            <a:solidFill>
              <a:srgbClr val="800080"/>
            </a:solidFill>
            <a:miter lim="800000"/>
            <a:headEnd/>
            <a:tailEnd/>
          </a:ln>
          <a:extLst>
            <a:ext uri="{909E8E84-426E-40DD-AFC4-6F175D3DCCD1}">
              <a14:hiddenFill xmlns:a14="http://schemas.microsoft.com/office/drawing/2010/main">
                <a:solidFill>
                  <a:srgbClr val="FFFFFF"/>
                </a:solidFill>
              </a14:hiddenFill>
            </a:ext>
          </a:extLst>
        </p:spPr>
      </p:pic>
      <p:sp>
        <p:nvSpPr>
          <p:cNvPr id="24582" name="Rectangle 6">
            <a:extLst>
              <a:ext uri="{FF2B5EF4-FFF2-40B4-BE49-F238E27FC236}">
                <a16:creationId xmlns:a16="http://schemas.microsoft.com/office/drawing/2014/main" id="{BBC69573-3BFB-4BAC-B842-BA705EE1821B}"/>
              </a:ext>
            </a:extLst>
          </p:cNvPr>
          <p:cNvSpPr>
            <a:spLocks noChangeArrowheads="1"/>
          </p:cNvSpPr>
          <p:nvPr/>
        </p:nvSpPr>
        <p:spPr bwMode="auto">
          <a:xfrm>
            <a:off x="6494463" y="2549525"/>
            <a:ext cx="20447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rgbClr val="CCECFF"/>
                </a:solidFill>
                <a:cs typeface="David" panose="020E0502060401010101" pitchFamily="34" charset="-79"/>
              </a:rPr>
              <a:t>חוסר אמון</a:t>
            </a:r>
            <a:endParaRPr lang="en-US" altLang="en-US" sz="1800">
              <a:solidFill>
                <a:srgbClr val="CCECFF"/>
              </a:solidFill>
              <a:cs typeface="David" panose="020E0502060401010101" pitchFamily="34" charset="-79"/>
            </a:endParaRPr>
          </a:p>
        </p:txBody>
      </p:sp>
      <p:sp>
        <p:nvSpPr>
          <p:cNvPr id="24583" name="Rectangle 7">
            <a:extLst>
              <a:ext uri="{FF2B5EF4-FFF2-40B4-BE49-F238E27FC236}">
                <a16:creationId xmlns:a16="http://schemas.microsoft.com/office/drawing/2014/main" id="{85EA63EA-22B3-4BDB-923D-C699DBA9396F}"/>
              </a:ext>
            </a:extLst>
          </p:cNvPr>
          <p:cNvSpPr>
            <a:spLocks noChangeArrowheads="1"/>
          </p:cNvSpPr>
          <p:nvPr/>
        </p:nvSpPr>
        <p:spPr bwMode="auto">
          <a:xfrm>
            <a:off x="6494463" y="3540125"/>
            <a:ext cx="20447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rgbClr val="CCECFF"/>
                </a:solidFill>
                <a:cs typeface="David" panose="020E0502060401010101" pitchFamily="34" charset="-79"/>
              </a:rPr>
              <a:t>עצלנים מטבעם</a:t>
            </a:r>
            <a:endParaRPr lang="en-US" altLang="en-US" sz="1800">
              <a:solidFill>
                <a:srgbClr val="CCECFF"/>
              </a:solidFill>
              <a:cs typeface="David" panose="020E0502060401010101" pitchFamily="34" charset="-79"/>
            </a:endParaRPr>
          </a:p>
        </p:txBody>
      </p:sp>
      <p:sp>
        <p:nvSpPr>
          <p:cNvPr id="24584" name="Rectangle 8">
            <a:extLst>
              <a:ext uri="{FF2B5EF4-FFF2-40B4-BE49-F238E27FC236}">
                <a16:creationId xmlns:a16="http://schemas.microsoft.com/office/drawing/2014/main" id="{19BE70FE-E11B-4050-A1DA-BF1549AEEEBC}"/>
              </a:ext>
            </a:extLst>
          </p:cNvPr>
          <p:cNvSpPr>
            <a:spLocks noChangeArrowheads="1"/>
          </p:cNvSpPr>
          <p:nvPr/>
        </p:nvSpPr>
        <p:spPr bwMode="auto">
          <a:xfrm>
            <a:off x="6494463" y="4473575"/>
            <a:ext cx="2044700" cy="582613"/>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rgbClr val="CCECFF"/>
                </a:solidFill>
                <a:cs typeface="David" panose="020E0502060401010101" pitchFamily="34" charset="-79"/>
              </a:rPr>
              <a:t>נמוך</a:t>
            </a:r>
            <a:endParaRPr lang="en-US" altLang="en-US" sz="1800">
              <a:solidFill>
                <a:srgbClr val="CCECFF"/>
              </a:solidFill>
              <a:cs typeface="David" panose="020E0502060401010101" pitchFamily="34" charset="-79"/>
            </a:endParaRPr>
          </a:p>
        </p:txBody>
      </p:sp>
      <p:sp>
        <p:nvSpPr>
          <p:cNvPr id="24585" name="Rectangle 9">
            <a:extLst>
              <a:ext uri="{FF2B5EF4-FFF2-40B4-BE49-F238E27FC236}">
                <a16:creationId xmlns:a16="http://schemas.microsoft.com/office/drawing/2014/main" id="{62AEDB16-9156-4D1F-8479-3F1703B6F5E8}"/>
              </a:ext>
            </a:extLst>
          </p:cNvPr>
          <p:cNvSpPr>
            <a:spLocks noChangeArrowheads="1"/>
          </p:cNvSpPr>
          <p:nvPr/>
        </p:nvSpPr>
        <p:spPr bwMode="auto">
          <a:xfrm>
            <a:off x="6494463" y="5668963"/>
            <a:ext cx="2044700" cy="65405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rgbClr val="CCECFF"/>
                </a:solidFill>
                <a:cs typeface="David" panose="020E0502060401010101" pitchFamily="34" charset="-79"/>
              </a:rPr>
              <a:t>כאשר דוחפים אותם</a:t>
            </a:r>
            <a:endParaRPr lang="en-US" altLang="en-US" sz="1800">
              <a:solidFill>
                <a:srgbClr val="CCECFF"/>
              </a:solidFill>
              <a:cs typeface="David" panose="020E0502060401010101" pitchFamily="34" charset="-79"/>
            </a:endParaRPr>
          </a:p>
        </p:txBody>
      </p:sp>
      <p:sp>
        <p:nvSpPr>
          <p:cNvPr id="24586" name="Rectangle 10">
            <a:extLst>
              <a:ext uri="{FF2B5EF4-FFF2-40B4-BE49-F238E27FC236}">
                <a16:creationId xmlns:a16="http://schemas.microsoft.com/office/drawing/2014/main" id="{B39A6CE8-FB30-4F5C-A84E-3AA1FC6524CA}"/>
              </a:ext>
            </a:extLst>
          </p:cNvPr>
          <p:cNvSpPr>
            <a:spLocks noChangeArrowheads="1"/>
          </p:cNvSpPr>
          <p:nvPr/>
        </p:nvSpPr>
        <p:spPr bwMode="auto">
          <a:xfrm>
            <a:off x="398463" y="2320925"/>
            <a:ext cx="2273300" cy="7493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chemeClr val="bg2"/>
                </a:solidFill>
                <a:cs typeface="David" panose="020E0502060401010101" pitchFamily="34" charset="-79"/>
              </a:rPr>
              <a:t>מקבלת, מקדמת,</a:t>
            </a:r>
          </a:p>
          <a:p>
            <a:pPr algn="ctr" rtl="0">
              <a:spcBef>
                <a:spcPct val="0"/>
              </a:spcBef>
              <a:buClrTx/>
              <a:buSzTx/>
              <a:buFontTx/>
              <a:buNone/>
            </a:pPr>
            <a:r>
              <a:rPr lang="he-IL" altLang="en-US" sz="1800">
                <a:solidFill>
                  <a:schemeClr val="bg2"/>
                </a:solidFill>
                <a:cs typeface="David" panose="020E0502060401010101" pitchFamily="34" charset="-79"/>
              </a:rPr>
              <a:t>מסייעת</a:t>
            </a:r>
            <a:endParaRPr lang="en-US" altLang="en-US" sz="1800">
              <a:solidFill>
                <a:schemeClr val="bg2"/>
              </a:solidFill>
              <a:cs typeface="David" panose="020E0502060401010101" pitchFamily="34" charset="-79"/>
            </a:endParaRPr>
          </a:p>
        </p:txBody>
      </p:sp>
      <p:sp>
        <p:nvSpPr>
          <p:cNvPr id="24587" name="Rectangle 11">
            <a:extLst>
              <a:ext uri="{FF2B5EF4-FFF2-40B4-BE49-F238E27FC236}">
                <a16:creationId xmlns:a16="http://schemas.microsoft.com/office/drawing/2014/main" id="{D9C5FE5E-6471-4CC6-8957-F9AB9466A6EE}"/>
              </a:ext>
            </a:extLst>
          </p:cNvPr>
          <p:cNvSpPr>
            <a:spLocks noChangeArrowheads="1"/>
          </p:cNvSpPr>
          <p:nvPr/>
        </p:nvSpPr>
        <p:spPr bwMode="auto">
          <a:xfrm>
            <a:off x="398463" y="3311525"/>
            <a:ext cx="2273300" cy="7493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chemeClr val="bg2"/>
                </a:solidFill>
                <a:cs typeface="David" panose="020E0502060401010101" pitchFamily="34" charset="-79"/>
              </a:rPr>
              <a:t>הצורך להגיע להישגים</a:t>
            </a:r>
          </a:p>
          <a:p>
            <a:pPr algn="ctr" rtl="0">
              <a:spcBef>
                <a:spcPct val="0"/>
              </a:spcBef>
              <a:buClrTx/>
              <a:buSzTx/>
              <a:buFontTx/>
              <a:buNone/>
            </a:pPr>
            <a:r>
              <a:rPr lang="he-IL" altLang="en-US" sz="1800">
                <a:solidFill>
                  <a:schemeClr val="bg2"/>
                </a:solidFill>
                <a:cs typeface="David" panose="020E0502060401010101" pitchFamily="34" charset="-79"/>
              </a:rPr>
              <a:t>ולהפגין אחריות אישית</a:t>
            </a:r>
            <a:endParaRPr lang="en-US" altLang="en-US" sz="1800">
              <a:solidFill>
                <a:schemeClr val="bg2"/>
              </a:solidFill>
              <a:cs typeface="David" panose="020E0502060401010101" pitchFamily="34" charset="-79"/>
            </a:endParaRPr>
          </a:p>
        </p:txBody>
      </p:sp>
      <p:sp>
        <p:nvSpPr>
          <p:cNvPr id="24588" name="Rectangle 12">
            <a:extLst>
              <a:ext uri="{FF2B5EF4-FFF2-40B4-BE49-F238E27FC236}">
                <a16:creationId xmlns:a16="http://schemas.microsoft.com/office/drawing/2014/main" id="{888F4B38-FEA1-423F-83E3-A4D0784A2940}"/>
              </a:ext>
            </a:extLst>
          </p:cNvPr>
          <p:cNvSpPr>
            <a:spLocks noChangeArrowheads="1"/>
          </p:cNvSpPr>
          <p:nvPr/>
        </p:nvSpPr>
        <p:spPr bwMode="auto">
          <a:xfrm>
            <a:off x="398463" y="4378325"/>
            <a:ext cx="2273300" cy="7493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chemeClr val="bg2"/>
                </a:solidFill>
                <a:cs typeface="David" panose="020E0502060401010101" pitchFamily="34" charset="-79"/>
              </a:rPr>
              <a:t>גבוה</a:t>
            </a:r>
            <a:endParaRPr lang="en-US" altLang="en-US" sz="1800">
              <a:solidFill>
                <a:schemeClr val="bg2"/>
              </a:solidFill>
              <a:cs typeface="David" panose="020E0502060401010101" pitchFamily="34" charset="-79"/>
            </a:endParaRPr>
          </a:p>
        </p:txBody>
      </p:sp>
      <p:sp>
        <p:nvSpPr>
          <p:cNvPr id="24589" name="Rectangle 13">
            <a:extLst>
              <a:ext uri="{FF2B5EF4-FFF2-40B4-BE49-F238E27FC236}">
                <a16:creationId xmlns:a16="http://schemas.microsoft.com/office/drawing/2014/main" id="{08E7F64F-10A6-4D45-94F1-9841C7EAFF63}"/>
              </a:ext>
            </a:extLst>
          </p:cNvPr>
          <p:cNvSpPr>
            <a:spLocks noChangeArrowheads="1"/>
          </p:cNvSpPr>
          <p:nvPr/>
        </p:nvSpPr>
        <p:spPr bwMode="auto">
          <a:xfrm>
            <a:off x="398463" y="5521325"/>
            <a:ext cx="2273300" cy="10541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ClrTx/>
              <a:buSzTx/>
              <a:buFontTx/>
              <a:buNone/>
            </a:pPr>
            <a:r>
              <a:rPr lang="he-IL" altLang="en-US" sz="1800">
                <a:solidFill>
                  <a:schemeClr val="bg2"/>
                </a:solidFill>
                <a:cs typeface="David" panose="020E0502060401010101" pitchFamily="34" charset="-79"/>
              </a:rPr>
              <a:t>כאשר מכירים בעובדים</a:t>
            </a:r>
          </a:p>
          <a:p>
            <a:pPr algn="ctr" rtl="0">
              <a:spcBef>
                <a:spcPct val="0"/>
              </a:spcBef>
              <a:buClrTx/>
              <a:buSzTx/>
              <a:buFontTx/>
              <a:buNone/>
            </a:pPr>
            <a:r>
              <a:rPr lang="he-IL" altLang="en-US" sz="1800">
                <a:solidFill>
                  <a:schemeClr val="bg2"/>
                </a:solidFill>
                <a:cs typeface="David" panose="020E0502060401010101" pitchFamily="34" charset="-79"/>
              </a:rPr>
              <a:t>ומספקים הדרכה נאותה</a:t>
            </a:r>
            <a:endParaRPr lang="en-US" altLang="en-US" sz="1800">
              <a:solidFill>
                <a:schemeClr val="bg2"/>
              </a:solidFill>
              <a:cs typeface="David" panose="020E0502060401010101" pitchFamily="34" charset="-79"/>
            </a:endParaRPr>
          </a:p>
        </p:txBody>
      </p:sp>
      <p:sp>
        <p:nvSpPr>
          <p:cNvPr id="24590" name="Rectangle 14">
            <a:extLst>
              <a:ext uri="{FF2B5EF4-FFF2-40B4-BE49-F238E27FC236}">
                <a16:creationId xmlns:a16="http://schemas.microsoft.com/office/drawing/2014/main" id="{EADE682E-DBC3-430F-BDDD-03E4CC7E94B8}"/>
              </a:ext>
            </a:extLst>
          </p:cNvPr>
          <p:cNvSpPr>
            <a:spLocks noChangeArrowheads="1"/>
          </p:cNvSpPr>
          <p:nvPr/>
        </p:nvSpPr>
        <p:spPr bwMode="auto">
          <a:xfrm>
            <a:off x="6156325" y="1484313"/>
            <a:ext cx="26320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rtl="1">
              <a:defRPr/>
            </a:pPr>
            <a:r>
              <a:rPr lang="he-IL" altLang="en-US">
                <a:effectLst>
                  <a:outerShdw blurRad="38100" dist="38100" dir="2700000" algn="tl">
                    <a:srgbClr val="C0C0C0"/>
                  </a:outerShdw>
                </a:effectLst>
                <a:latin typeface="Arial" charset="0"/>
                <a:cs typeface="David" pitchFamily="2" charset="-79"/>
              </a:rPr>
              <a:t>תאוריה </a:t>
            </a:r>
            <a:r>
              <a:rPr lang="en-US" altLang="en-US">
                <a:effectLst>
                  <a:outerShdw blurRad="38100" dist="38100" dir="2700000" algn="tl">
                    <a:srgbClr val="C0C0C0"/>
                  </a:outerShdw>
                </a:effectLst>
                <a:latin typeface="Arial" charset="0"/>
                <a:cs typeface="David" pitchFamily="2" charset="-79"/>
              </a:rPr>
              <a:t>X</a:t>
            </a:r>
            <a:endParaRPr lang="he-IL" altLang="en-US">
              <a:effectLst>
                <a:outerShdw blurRad="38100" dist="38100" dir="2700000" algn="tl">
                  <a:srgbClr val="C0C0C0"/>
                </a:outerShdw>
              </a:effectLst>
              <a:latin typeface="Arial" charset="0"/>
              <a:cs typeface="David" pitchFamily="2" charset="-79"/>
            </a:endParaRPr>
          </a:p>
          <a:p>
            <a:pPr algn="ctr" rtl="1">
              <a:defRPr/>
            </a:pPr>
            <a:r>
              <a:rPr lang="he-IL" altLang="en-US">
                <a:effectLst>
                  <a:outerShdw blurRad="38100" dist="38100" dir="2700000" algn="tl">
                    <a:srgbClr val="C0C0C0"/>
                  </a:outerShdw>
                </a:effectLst>
                <a:latin typeface="Arial" charset="0"/>
                <a:cs typeface="David" pitchFamily="2" charset="-79"/>
              </a:rPr>
              <a:t>(הגישה המסורתית)</a:t>
            </a:r>
            <a:endParaRPr lang="en-US" altLang="en-US">
              <a:effectLst>
                <a:outerShdw blurRad="38100" dist="38100" dir="2700000" algn="tl">
                  <a:srgbClr val="C0C0C0"/>
                </a:outerShdw>
              </a:effectLst>
              <a:latin typeface="Arial" charset="0"/>
              <a:cs typeface="David" pitchFamily="2" charset="-79"/>
            </a:endParaRPr>
          </a:p>
        </p:txBody>
      </p:sp>
      <p:sp>
        <p:nvSpPr>
          <p:cNvPr id="24591" name="Rectangle 15">
            <a:extLst>
              <a:ext uri="{FF2B5EF4-FFF2-40B4-BE49-F238E27FC236}">
                <a16:creationId xmlns:a16="http://schemas.microsoft.com/office/drawing/2014/main" id="{11FD3BA6-506C-4A18-B874-C662CEF8DF6B}"/>
              </a:ext>
            </a:extLst>
          </p:cNvPr>
          <p:cNvSpPr>
            <a:spLocks noChangeArrowheads="1"/>
          </p:cNvSpPr>
          <p:nvPr/>
        </p:nvSpPr>
        <p:spPr bwMode="auto">
          <a:xfrm>
            <a:off x="266700" y="1484313"/>
            <a:ext cx="2513013"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rtl="1">
              <a:defRPr/>
            </a:pPr>
            <a:r>
              <a:rPr lang="he-IL" altLang="en-US">
                <a:effectLst>
                  <a:outerShdw blurRad="38100" dist="38100" dir="2700000" algn="tl">
                    <a:srgbClr val="C0C0C0"/>
                  </a:outerShdw>
                </a:effectLst>
                <a:latin typeface="Arial" charset="0"/>
                <a:cs typeface="David" pitchFamily="2" charset="-79"/>
              </a:rPr>
              <a:t>תאוריה </a:t>
            </a:r>
            <a:r>
              <a:rPr lang="en-US" altLang="en-US">
                <a:effectLst>
                  <a:outerShdw blurRad="38100" dist="38100" dir="2700000" algn="tl">
                    <a:srgbClr val="C0C0C0"/>
                  </a:outerShdw>
                </a:effectLst>
                <a:latin typeface="Arial" charset="0"/>
                <a:cs typeface="David" pitchFamily="2" charset="-79"/>
              </a:rPr>
              <a:t>Y</a:t>
            </a:r>
            <a:endParaRPr lang="he-IL" altLang="en-US">
              <a:effectLst>
                <a:outerShdw blurRad="38100" dist="38100" dir="2700000" algn="tl">
                  <a:srgbClr val="C0C0C0"/>
                </a:outerShdw>
              </a:effectLst>
              <a:latin typeface="Arial" charset="0"/>
              <a:cs typeface="David" pitchFamily="2" charset="-79"/>
            </a:endParaRPr>
          </a:p>
          <a:p>
            <a:pPr algn="ctr" rtl="1">
              <a:defRPr/>
            </a:pPr>
            <a:r>
              <a:rPr lang="he-IL" altLang="en-US">
                <a:effectLst>
                  <a:outerShdw blurRad="38100" dist="38100" dir="2700000" algn="tl">
                    <a:srgbClr val="C0C0C0"/>
                  </a:outerShdw>
                </a:effectLst>
                <a:latin typeface="Arial" charset="0"/>
                <a:cs typeface="David" pitchFamily="2" charset="-79"/>
              </a:rPr>
              <a:t>(הגישה המודרנית)</a:t>
            </a:r>
            <a:endParaRPr lang="en-US" altLang="en-US">
              <a:effectLst>
                <a:outerShdw blurRad="38100" dist="38100" dir="2700000" algn="tl">
                  <a:srgbClr val="C0C0C0"/>
                </a:outerShdw>
              </a:effectLst>
              <a:latin typeface="Arial" charset="0"/>
              <a:cs typeface="David" pitchFamily="2" charset="-79"/>
            </a:endParaRPr>
          </a:p>
        </p:txBody>
      </p:sp>
      <p:sp>
        <p:nvSpPr>
          <p:cNvPr id="24592" name="Rectangle 16">
            <a:extLst>
              <a:ext uri="{FF2B5EF4-FFF2-40B4-BE49-F238E27FC236}">
                <a16:creationId xmlns:a16="http://schemas.microsoft.com/office/drawing/2014/main" id="{82AE9297-65E8-4490-918C-7C420A00DBD1}"/>
              </a:ext>
            </a:extLst>
          </p:cNvPr>
          <p:cNvSpPr>
            <a:spLocks noChangeArrowheads="1"/>
          </p:cNvSpPr>
          <p:nvPr/>
        </p:nvSpPr>
        <p:spPr bwMode="auto">
          <a:xfrm>
            <a:off x="3894138" y="2346325"/>
            <a:ext cx="1379537"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rtl="1">
              <a:defRPr/>
            </a:pPr>
            <a:r>
              <a:rPr lang="he-IL" altLang="en-US">
                <a:effectLst>
                  <a:outerShdw blurRad="38100" dist="38100" dir="2700000" algn="tl">
                    <a:srgbClr val="C0C0C0"/>
                  </a:outerShdw>
                </a:effectLst>
                <a:latin typeface="Arial" charset="0"/>
                <a:cs typeface="David" pitchFamily="2" charset="-79"/>
              </a:rPr>
              <a:t>גישה כלפי</a:t>
            </a:r>
          </a:p>
          <a:p>
            <a:pPr algn="ctr" rtl="1">
              <a:defRPr/>
            </a:pPr>
            <a:r>
              <a:rPr lang="he-IL" altLang="en-US">
                <a:effectLst>
                  <a:outerShdw blurRad="38100" dist="38100" dir="2700000" algn="tl">
                    <a:srgbClr val="C0C0C0"/>
                  </a:outerShdw>
                </a:effectLst>
                <a:latin typeface="Arial" charset="0"/>
                <a:cs typeface="David" pitchFamily="2" charset="-79"/>
              </a:rPr>
              <a:t>העובדים</a:t>
            </a:r>
            <a:endParaRPr lang="en-US" altLang="en-US">
              <a:effectLst>
                <a:outerShdw blurRad="38100" dist="38100" dir="2700000" algn="tl">
                  <a:srgbClr val="C0C0C0"/>
                </a:outerShdw>
              </a:effectLst>
              <a:latin typeface="Arial" charset="0"/>
              <a:cs typeface="David" pitchFamily="2" charset="-79"/>
            </a:endParaRPr>
          </a:p>
        </p:txBody>
      </p:sp>
      <p:sp>
        <p:nvSpPr>
          <p:cNvPr id="24593" name="Rectangle 17">
            <a:extLst>
              <a:ext uri="{FF2B5EF4-FFF2-40B4-BE49-F238E27FC236}">
                <a16:creationId xmlns:a16="http://schemas.microsoft.com/office/drawing/2014/main" id="{FE47B26C-EC3E-4B37-A59E-15FDD13F4E7F}"/>
              </a:ext>
            </a:extLst>
          </p:cNvPr>
          <p:cNvSpPr>
            <a:spLocks noChangeArrowheads="1"/>
          </p:cNvSpPr>
          <p:nvPr/>
        </p:nvSpPr>
        <p:spPr bwMode="auto">
          <a:xfrm>
            <a:off x="3725863" y="3378200"/>
            <a:ext cx="171450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defRPr/>
            </a:pPr>
            <a:r>
              <a:rPr lang="he-IL" altLang="en-US">
                <a:effectLst>
                  <a:outerShdw blurRad="38100" dist="38100" dir="2700000" algn="tl">
                    <a:srgbClr val="C0C0C0"/>
                  </a:outerShdw>
                </a:effectLst>
                <a:latin typeface="Arial" charset="0"/>
                <a:cs typeface="David" pitchFamily="2" charset="-79"/>
              </a:rPr>
              <a:t>הנחת יסוד</a:t>
            </a:r>
          </a:p>
          <a:p>
            <a:pPr algn="ctr">
              <a:defRPr/>
            </a:pPr>
            <a:r>
              <a:rPr lang="he-IL" altLang="en-US">
                <a:effectLst>
                  <a:outerShdw blurRad="38100" dist="38100" dir="2700000" algn="tl">
                    <a:srgbClr val="C0C0C0"/>
                  </a:outerShdw>
                </a:effectLst>
                <a:latin typeface="Arial" charset="0"/>
                <a:cs typeface="David" pitchFamily="2" charset="-79"/>
              </a:rPr>
              <a:t>לגבי בני-אדם</a:t>
            </a:r>
            <a:endParaRPr lang="en-US" altLang="en-US">
              <a:effectLst>
                <a:outerShdw blurRad="38100" dist="38100" dir="2700000" algn="tl">
                  <a:srgbClr val="C0C0C0"/>
                </a:outerShdw>
              </a:effectLst>
              <a:latin typeface="Arial" charset="0"/>
              <a:cs typeface="David" pitchFamily="2" charset="-79"/>
            </a:endParaRPr>
          </a:p>
        </p:txBody>
      </p:sp>
      <p:sp>
        <p:nvSpPr>
          <p:cNvPr id="24594" name="Rectangle 18">
            <a:extLst>
              <a:ext uri="{FF2B5EF4-FFF2-40B4-BE49-F238E27FC236}">
                <a16:creationId xmlns:a16="http://schemas.microsoft.com/office/drawing/2014/main" id="{3C8F7CB1-A18C-4AA0-9609-FCE8A70A74AA}"/>
              </a:ext>
            </a:extLst>
          </p:cNvPr>
          <p:cNvSpPr>
            <a:spLocks noChangeArrowheads="1"/>
          </p:cNvSpPr>
          <p:nvPr/>
        </p:nvSpPr>
        <p:spPr bwMode="auto">
          <a:xfrm>
            <a:off x="3779838" y="4556125"/>
            <a:ext cx="16129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rtl="1">
              <a:defRPr/>
            </a:pPr>
            <a:r>
              <a:rPr lang="he-IL" altLang="en-US">
                <a:effectLst>
                  <a:outerShdw blurRad="38100" dist="38100" dir="2700000" algn="tl">
                    <a:srgbClr val="C0C0C0"/>
                  </a:outerShdw>
                </a:effectLst>
                <a:latin typeface="Arial" charset="0"/>
                <a:cs typeface="David" pitchFamily="2" charset="-79"/>
              </a:rPr>
              <a:t>עניין בעבודה</a:t>
            </a:r>
            <a:endParaRPr lang="en-US" altLang="en-US">
              <a:effectLst>
                <a:outerShdw blurRad="38100" dist="38100" dir="2700000" algn="tl">
                  <a:srgbClr val="C0C0C0"/>
                </a:outerShdw>
              </a:effectLst>
              <a:latin typeface="Arial" charset="0"/>
              <a:cs typeface="David" pitchFamily="2" charset="-79"/>
            </a:endParaRPr>
          </a:p>
        </p:txBody>
      </p:sp>
      <p:sp>
        <p:nvSpPr>
          <p:cNvPr id="24595" name="Rectangle 19">
            <a:extLst>
              <a:ext uri="{FF2B5EF4-FFF2-40B4-BE49-F238E27FC236}">
                <a16:creationId xmlns:a16="http://schemas.microsoft.com/office/drawing/2014/main" id="{A9F77AE3-6615-46D3-AE3D-176165A9E26E}"/>
              </a:ext>
            </a:extLst>
          </p:cNvPr>
          <p:cNvSpPr>
            <a:spLocks noChangeArrowheads="1"/>
          </p:cNvSpPr>
          <p:nvPr/>
        </p:nvSpPr>
        <p:spPr bwMode="auto">
          <a:xfrm>
            <a:off x="3335338" y="5505450"/>
            <a:ext cx="250190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defRPr/>
            </a:pPr>
            <a:r>
              <a:rPr lang="he-IL" altLang="en-US">
                <a:effectLst>
                  <a:outerShdw blurRad="38100" dist="38100" dir="2700000" algn="tl">
                    <a:srgbClr val="C0C0C0"/>
                  </a:outerShdw>
                </a:effectLst>
                <a:latin typeface="Arial" charset="0"/>
                <a:cs typeface="David" pitchFamily="2" charset="-79"/>
              </a:rPr>
              <a:t>התנאים בהם אנשים</a:t>
            </a:r>
          </a:p>
          <a:p>
            <a:pPr algn="ctr">
              <a:defRPr/>
            </a:pPr>
            <a:r>
              <a:rPr lang="he-IL" altLang="en-US">
                <a:effectLst>
                  <a:outerShdw blurRad="38100" dist="38100" dir="2700000" algn="tl">
                    <a:srgbClr val="C0C0C0"/>
                  </a:outerShdw>
                </a:effectLst>
                <a:latin typeface="Arial" charset="0"/>
                <a:cs typeface="David" pitchFamily="2" charset="-79"/>
              </a:rPr>
              <a:t>ישקיעו מאמץ</a:t>
            </a:r>
            <a:endParaRPr lang="en-US" altLang="en-US">
              <a:effectLst>
                <a:outerShdw blurRad="38100" dist="38100" dir="2700000" algn="tl">
                  <a:srgbClr val="C0C0C0"/>
                </a:outerShdw>
              </a:effectLst>
              <a:latin typeface="Arial" charset="0"/>
              <a:cs typeface="David" pitchFamily="2" charset="-79"/>
            </a:endParaRPr>
          </a:p>
        </p:txBody>
      </p:sp>
      <p:sp>
        <p:nvSpPr>
          <p:cNvPr id="24596" name="AutoShape 20">
            <a:extLst>
              <a:ext uri="{FF2B5EF4-FFF2-40B4-BE49-F238E27FC236}">
                <a16:creationId xmlns:a16="http://schemas.microsoft.com/office/drawing/2014/main" id="{3CE6A2DF-5A15-44A7-8964-1C2262E5E819}"/>
              </a:ext>
            </a:extLst>
          </p:cNvPr>
          <p:cNvSpPr>
            <a:spLocks noChangeArrowheads="1"/>
          </p:cNvSpPr>
          <p:nvPr/>
        </p:nvSpPr>
        <p:spPr bwMode="auto">
          <a:xfrm flipH="1">
            <a:off x="5808663" y="2514600"/>
            <a:ext cx="4445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597" name="AutoShape 21">
            <a:extLst>
              <a:ext uri="{FF2B5EF4-FFF2-40B4-BE49-F238E27FC236}">
                <a16:creationId xmlns:a16="http://schemas.microsoft.com/office/drawing/2014/main" id="{C1B24FEE-C5E0-4CC9-A34D-5B6CAD823565}"/>
              </a:ext>
            </a:extLst>
          </p:cNvPr>
          <p:cNvSpPr>
            <a:spLocks noChangeArrowheads="1"/>
          </p:cNvSpPr>
          <p:nvPr/>
        </p:nvSpPr>
        <p:spPr bwMode="auto">
          <a:xfrm flipH="1">
            <a:off x="5808663" y="3505200"/>
            <a:ext cx="4445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598" name="AutoShape 22">
            <a:extLst>
              <a:ext uri="{FF2B5EF4-FFF2-40B4-BE49-F238E27FC236}">
                <a16:creationId xmlns:a16="http://schemas.microsoft.com/office/drawing/2014/main" id="{4A4DF722-3F88-4179-9060-20B89DD7FF04}"/>
              </a:ext>
            </a:extLst>
          </p:cNvPr>
          <p:cNvSpPr>
            <a:spLocks noChangeArrowheads="1"/>
          </p:cNvSpPr>
          <p:nvPr/>
        </p:nvSpPr>
        <p:spPr bwMode="auto">
          <a:xfrm flipH="1">
            <a:off x="5808663" y="4495800"/>
            <a:ext cx="4445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599" name="AutoShape 23">
            <a:extLst>
              <a:ext uri="{FF2B5EF4-FFF2-40B4-BE49-F238E27FC236}">
                <a16:creationId xmlns:a16="http://schemas.microsoft.com/office/drawing/2014/main" id="{EFC2D1B4-7949-44B5-A5A0-86E619384EEF}"/>
              </a:ext>
            </a:extLst>
          </p:cNvPr>
          <p:cNvSpPr>
            <a:spLocks noChangeArrowheads="1"/>
          </p:cNvSpPr>
          <p:nvPr/>
        </p:nvSpPr>
        <p:spPr bwMode="auto">
          <a:xfrm flipH="1">
            <a:off x="5808663" y="5791200"/>
            <a:ext cx="4445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600" name="AutoShape 24">
            <a:extLst>
              <a:ext uri="{FF2B5EF4-FFF2-40B4-BE49-F238E27FC236}">
                <a16:creationId xmlns:a16="http://schemas.microsoft.com/office/drawing/2014/main" id="{89C017AA-75D6-4A13-9A73-22240B36C19D}"/>
              </a:ext>
            </a:extLst>
          </p:cNvPr>
          <p:cNvSpPr>
            <a:spLocks noChangeArrowheads="1"/>
          </p:cNvSpPr>
          <p:nvPr/>
        </p:nvSpPr>
        <p:spPr bwMode="auto">
          <a:xfrm>
            <a:off x="2989263" y="2508250"/>
            <a:ext cx="3683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601" name="AutoShape 25">
            <a:extLst>
              <a:ext uri="{FF2B5EF4-FFF2-40B4-BE49-F238E27FC236}">
                <a16:creationId xmlns:a16="http://schemas.microsoft.com/office/drawing/2014/main" id="{498D8DAC-7226-42C3-AFA4-B4353F75E7AA}"/>
              </a:ext>
            </a:extLst>
          </p:cNvPr>
          <p:cNvSpPr>
            <a:spLocks noChangeArrowheads="1"/>
          </p:cNvSpPr>
          <p:nvPr/>
        </p:nvSpPr>
        <p:spPr bwMode="auto">
          <a:xfrm>
            <a:off x="2989263" y="4565650"/>
            <a:ext cx="3683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602" name="AutoShape 26">
            <a:extLst>
              <a:ext uri="{FF2B5EF4-FFF2-40B4-BE49-F238E27FC236}">
                <a16:creationId xmlns:a16="http://schemas.microsoft.com/office/drawing/2014/main" id="{5B39B3D6-7F77-4782-ACAF-ECD873CC99B5}"/>
              </a:ext>
            </a:extLst>
          </p:cNvPr>
          <p:cNvSpPr>
            <a:spLocks noChangeArrowheads="1"/>
          </p:cNvSpPr>
          <p:nvPr/>
        </p:nvSpPr>
        <p:spPr bwMode="auto">
          <a:xfrm>
            <a:off x="2989263" y="3498850"/>
            <a:ext cx="3683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
        <p:nvSpPr>
          <p:cNvPr id="24603" name="AutoShape 27">
            <a:extLst>
              <a:ext uri="{FF2B5EF4-FFF2-40B4-BE49-F238E27FC236}">
                <a16:creationId xmlns:a16="http://schemas.microsoft.com/office/drawing/2014/main" id="{18AC193C-B329-44D4-90D8-5BC342F8D7D2}"/>
              </a:ext>
            </a:extLst>
          </p:cNvPr>
          <p:cNvSpPr>
            <a:spLocks noChangeArrowheads="1"/>
          </p:cNvSpPr>
          <p:nvPr/>
        </p:nvSpPr>
        <p:spPr bwMode="auto">
          <a:xfrm>
            <a:off x="2989263" y="5802313"/>
            <a:ext cx="368300" cy="444500"/>
          </a:xfrm>
          <a:prstGeom prst="rightArrow">
            <a:avLst>
              <a:gd name="adj1" fmla="val 75000"/>
              <a:gd name="adj2" fmla="val 50005"/>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1">
              <a:defRPr/>
            </a:pPr>
            <a:endParaRPr lang="en-US">
              <a:effectLst>
                <a:outerShdw blurRad="38100" dist="38100" dir="2700000" algn="tl">
                  <a:srgbClr val="000000">
                    <a:alpha val="43137"/>
                  </a:srgbClr>
                </a:outerShdw>
              </a:effectLst>
              <a:latin typeface="Arial" charset="0"/>
              <a:cs typeface="David"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90"/>
                                        </p:tgtEl>
                                        <p:attrNameLst>
                                          <p:attrName>style.visibility</p:attrName>
                                        </p:attrNameLst>
                                      </p:cBhvr>
                                      <p:to>
                                        <p:strVal val="visible"/>
                                      </p:to>
                                    </p:set>
                                    <p:animEffect transition="in" filter="blinds(horizontal)">
                                      <p:cBhvr>
                                        <p:cTn id="7" dur="500"/>
                                        <p:tgtEl>
                                          <p:spTgt spid="245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92"/>
                                        </p:tgtEl>
                                        <p:attrNameLst>
                                          <p:attrName>style.visibility</p:attrName>
                                        </p:attrNameLst>
                                      </p:cBhvr>
                                      <p:to>
                                        <p:strVal val="visible"/>
                                      </p:to>
                                    </p:set>
                                    <p:animEffect transition="in" filter="blinds(horizontal)">
                                      <p:cBhvr>
                                        <p:cTn id="12" dur="500"/>
                                        <p:tgtEl>
                                          <p:spTgt spid="245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checkerboard(across)">
                                      <p:cBhvr>
                                        <p:cTn id="17" dur="500"/>
                                        <p:tgtEl>
                                          <p:spTgt spid="24582"/>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24596"/>
                                        </p:tgtEl>
                                        <p:attrNameLst>
                                          <p:attrName>style.visibility</p:attrName>
                                        </p:attrNameLst>
                                      </p:cBhvr>
                                      <p:to>
                                        <p:strVal val="visible"/>
                                      </p:to>
                                    </p:set>
                                    <p:animEffect transition="in" filter="checkerboard(across)">
                                      <p:cBhvr>
                                        <p:cTn id="20" dur="500"/>
                                        <p:tgtEl>
                                          <p:spTgt spid="245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4593"/>
                                        </p:tgtEl>
                                        <p:attrNameLst>
                                          <p:attrName>style.visibility</p:attrName>
                                        </p:attrNameLst>
                                      </p:cBhvr>
                                      <p:to>
                                        <p:strVal val="visible"/>
                                      </p:to>
                                    </p:set>
                                    <p:animEffect transition="in" filter="blinds(horizontal)">
                                      <p:cBhvr>
                                        <p:cTn id="25" dur="500"/>
                                        <p:tgtEl>
                                          <p:spTgt spid="2459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4583"/>
                                        </p:tgtEl>
                                        <p:attrNameLst>
                                          <p:attrName>style.visibility</p:attrName>
                                        </p:attrNameLst>
                                      </p:cBhvr>
                                      <p:to>
                                        <p:strVal val="visible"/>
                                      </p:to>
                                    </p:set>
                                    <p:animEffect transition="in" filter="checkerboard(across)">
                                      <p:cBhvr>
                                        <p:cTn id="30" dur="500"/>
                                        <p:tgtEl>
                                          <p:spTgt spid="24583"/>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24597"/>
                                        </p:tgtEl>
                                        <p:attrNameLst>
                                          <p:attrName>style.visibility</p:attrName>
                                        </p:attrNameLst>
                                      </p:cBhvr>
                                      <p:to>
                                        <p:strVal val="visible"/>
                                      </p:to>
                                    </p:set>
                                    <p:animEffect transition="in" filter="checkerboard(across)">
                                      <p:cBhvr>
                                        <p:cTn id="33" dur="500"/>
                                        <p:tgtEl>
                                          <p:spTgt spid="2459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4594"/>
                                        </p:tgtEl>
                                        <p:attrNameLst>
                                          <p:attrName>style.visibility</p:attrName>
                                        </p:attrNameLst>
                                      </p:cBhvr>
                                      <p:to>
                                        <p:strVal val="visible"/>
                                      </p:to>
                                    </p:set>
                                    <p:animEffect transition="in" filter="blinds(horizontal)">
                                      <p:cBhvr>
                                        <p:cTn id="38" dur="500"/>
                                        <p:tgtEl>
                                          <p:spTgt spid="24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4584"/>
                                        </p:tgtEl>
                                        <p:attrNameLst>
                                          <p:attrName>style.visibility</p:attrName>
                                        </p:attrNameLst>
                                      </p:cBhvr>
                                      <p:to>
                                        <p:strVal val="visible"/>
                                      </p:to>
                                    </p:set>
                                    <p:animEffect transition="in" filter="checkerboard(across)">
                                      <p:cBhvr>
                                        <p:cTn id="43" dur="500"/>
                                        <p:tgtEl>
                                          <p:spTgt spid="2458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24598"/>
                                        </p:tgtEl>
                                        <p:attrNameLst>
                                          <p:attrName>style.visibility</p:attrName>
                                        </p:attrNameLst>
                                      </p:cBhvr>
                                      <p:to>
                                        <p:strVal val="visible"/>
                                      </p:to>
                                    </p:set>
                                    <p:animEffect transition="in" filter="checkerboard(across)">
                                      <p:cBhvr>
                                        <p:cTn id="46" dur="500"/>
                                        <p:tgtEl>
                                          <p:spTgt spid="2459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4595"/>
                                        </p:tgtEl>
                                        <p:attrNameLst>
                                          <p:attrName>style.visibility</p:attrName>
                                        </p:attrNameLst>
                                      </p:cBhvr>
                                      <p:to>
                                        <p:strVal val="visible"/>
                                      </p:to>
                                    </p:set>
                                    <p:animEffect transition="in" filter="blinds(horizontal)">
                                      <p:cBhvr>
                                        <p:cTn id="51" dur="500"/>
                                        <p:tgtEl>
                                          <p:spTgt spid="2459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24585"/>
                                        </p:tgtEl>
                                        <p:attrNameLst>
                                          <p:attrName>style.visibility</p:attrName>
                                        </p:attrNameLst>
                                      </p:cBhvr>
                                      <p:to>
                                        <p:strVal val="visible"/>
                                      </p:to>
                                    </p:set>
                                    <p:animEffect transition="in" filter="checkerboard(across)">
                                      <p:cBhvr>
                                        <p:cTn id="56" dur="500"/>
                                        <p:tgtEl>
                                          <p:spTgt spid="24585"/>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24599"/>
                                        </p:tgtEl>
                                        <p:attrNameLst>
                                          <p:attrName>style.visibility</p:attrName>
                                        </p:attrNameLst>
                                      </p:cBhvr>
                                      <p:to>
                                        <p:strVal val="visible"/>
                                      </p:to>
                                    </p:set>
                                    <p:animEffect transition="in" filter="checkerboard(across)">
                                      <p:cBhvr>
                                        <p:cTn id="59" dur="500"/>
                                        <p:tgtEl>
                                          <p:spTgt spid="2459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4591"/>
                                        </p:tgtEl>
                                        <p:attrNameLst>
                                          <p:attrName>style.visibility</p:attrName>
                                        </p:attrNameLst>
                                      </p:cBhvr>
                                      <p:to>
                                        <p:strVal val="visible"/>
                                      </p:to>
                                    </p:set>
                                    <p:animEffect transition="in" filter="blinds(horizontal)">
                                      <p:cBhvr>
                                        <p:cTn id="64" dur="500"/>
                                        <p:tgtEl>
                                          <p:spTgt spid="2459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 presetClass="entr" presetSubtype="10" fill="hold" grpId="0" nodeType="clickEffect">
                                  <p:stCondLst>
                                    <p:cond delay="0"/>
                                  </p:stCondLst>
                                  <p:childTnLst>
                                    <p:set>
                                      <p:cBhvr>
                                        <p:cTn id="68" dur="1" fill="hold">
                                          <p:stCondLst>
                                            <p:cond delay="0"/>
                                          </p:stCondLst>
                                        </p:cTn>
                                        <p:tgtEl>
                                          <p:spTgt spid="24586"/>
                                        </p:tgtEl>
                                        <p:attrNameLst>
                                          <p:attrName>style.visibility</p:attrName>
                                        </p:attrNameLst>
                                      </p:cBhvr>
                                      <p:to>
                                        <p:strVal val="visible"/>
                                      </p:to>
                                    </p:set>
                                    <p:animEffect transition="in" filter="checkerboard(across)">
                                      <p:cBhvr>
                                        <p:cTn id="69" dur="500"/>
                                        <p:tgtEl>
                                          <p:spTgt spid="24586"/>
                                        </p:tgtEl>
                                      </p:cBhvr>
                                    </p:animEffect>
                                  </p:childTnLst>
                                </p:cTn>
                              </p:par>
                              <p:par>
                                <p:cTn id="70" presetID="5" presetClass="entr" presetSubtype="10" fill="hold" grpId="0" nodeType="withEffect">
                                  <p:stCondLst>
                                    <p:cond delay="0"/>
                                  </p:stCondLst>
                                  <p:childTnLst>
                                    <p:set>
                                      <p:cBhvr>
                                        <p:cTn id="71" dur="1" fill="hold">
                                          <p:stCondLst>
                                            <p:cond delay="0"/>
                                          </p:stCondLst>
                                        </p:cTn>
                                        <p:tgtEl>
                                          <p:spTgt spid="24600"/>
                                        </p:tgtEl>
                                        <p:attrNameLst>
                                          <p:attrName>style.visibility</p:attrName>
                                        </p:attrNameLst>
                                      </p:cBhvr>
                                      <p:to>
                                        <p:strVal val="visible"/>
                                      </p:to>
                                    </p:set>
                                    <p:animEffect transition="in" filter="checkerboard(across)">
                                      <p:cBhvr>
                                        <p:cTn id="72" dur="500"/>
                                        <p:tgtEl>
                                          <p:spTgt spid="2460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 presetClass="entr" presetSubtype="10" fill="hold" grpId="0" nodeType="clickEffect">
                                  <p:stCondLst>
                                    <p:cond delay="0"/>
                                  </p:stCondLst>
                                  <p:childTnLst>
                                    <p:set>
                                      <p:cBhvr>
                                        <p:cTn id="76" dur="1" fill="hold">
                                          <p:stCondLst>
                                            <p:cond delay="0"/>
                                          </p:stCondLst>
                                        </p:cTn>
                                        <p:tgtEl>
                                          <p:spTgt spid="24587"/>
                                        </p:tgtEl>
                                        <p:attrNameLst>
                                          <p:attrName>style.visibility</p:attrName>
                                        </p:attrNameLst>
                                      </p:cBhvr>
                                      <p:to>
                                        <p:strVal val="visible"/>
                                      </p:to>
                                    </p:set>
                                    <p:animEffect transition="in" filter="checkerboard(across)">
                                      <p:cBhvr>
                                        <p:cTn id="77" dur="500"/>
                                        <p:tgtEl>
                                          <p:spTgt spid="24587"/>
                                        </p:tgtEl>
                                      </p:cBhvr>
                                    </p:animEffect>
                                  </p:childTnLst>
                                </p:cTn>
                              </p:par>
                              <p:par>
                                <p:cTn id="78" presetID="5" presetClass="entr" presetSubtype="10" fill="hold" grpId="0" nodeType="withEffect">
                                  <p:stCondLst>
                                    <p:cond delay="0"/>
                                  </p:stCondLst>
                                  <p:childTnLst>
                                    <p:set>
                                      <p:cBhvr>
                                        <p:cTn id="79" dur="1" fill="hold">
                                          <p:stCondLst>
                                            <p:cond delay="0"/>
                                          </p:stCondLst>
                                        </p:cTn>
                                        <p:tgtEl>
                                          <p:spTgt spid="24602"/>
                                        </p:tgtEl>
                                        <p:attrNameLst>
                                          <p:attrName>style.visibility</p:attrName>
                                        </p:attrNameLst>
                                      </p:cBhvr>
                                      <p:to>
                                        <p:strVal val="visible"/>
                                      </p:to>
                                    </p:set>
                                    <p:animEffect transition="in" filter="checkerboard(across)">
                                      <p:cBhvr>
                                        <p:cTn id="80" dur="500"/>
                                        <p:tgtEl>
                                          <p:spTgt spid="2460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 presetClass="entr" presetSubtype="10" fill="hold" grpId="0" nodeType="clickEffect">
                                  <p:stCondLst>
                                    <p:cond delay="0"/>
                                  </p:stCondLst>
                                  <p:childTnLst>
                                    <p:set>
                                      <p:cBhvr>
                                        <p:cTn id="84" dur="1" fill="hold">
                                          <p:stCondLst>
                                            <p:cond delay="0"/>
                                          </p:stCondLst>
                                        </p:cTn>
                                        <p:tgtEl>
                                          <p:spTgt spid="24588"/>
                                        </p:tgtEl>
                                        <p:attrNameLst>
                                          <p:attrName>style.visibility</p:attrName>
                                        </p:attrNameLst>
                                      </p:cBhvr>
                                      <p:to>
                                        <p:strVal val="visible"/>
                                      </p:to>
                                    </p:set>
                                    <p:animEffect transition="in" filter="checkerboard(across)">
                                      <p:cBhvr>
                                        <p:cTn id="85" dur="500"/>
                                        <p:tgtEl>
                                          <p:spTgt spid="24588"/>
                                        </p:tgtEl>
                                      </p:cBhvr>
                                    </p:animEffect>
                                  </p:childTnLst>
                                </p:cTn>
                              </p:par>
                              <p:par>
                                <p:cTn id="86" presetID="5" presetClass="entr" presetSubtype="10" fill="hold" grpId="0" nodeType="withEffect">
                                  <p:stCondLst>
                                    <p:cond delay="0"/>
                                  </p:stCondLst>
                                  <p:childTnLst>
                                    <p:set>
                                      <p:cBhvr>
                                        <p:cTn id="87" dur="1" fill="hold">
                                          <p:stCondLst>
                                            <p:cond delay="0"/>
                                          </p:stCondLst>
                                        </p:cTn>
                                        <p:tgtEl>
                                          <p:spTgt spid="24601"/>
                                        </p:tgtEl>
                                        <p:attrNameLst>
                                          <p:attrName>style.visibility</p:attrName>
                                        </p:attrNameLst>
                                      </p:cBhvr>
                                      <p:to>
                                        <p:strVal val="visible"/>
                                      </p:to>
                                    </p:set>
                                    <p:animEffect transition="in" filter="checkerboard(across)">
                                      <p:cBhvr>
                                        <p:cTn id="88" dur="500"/>
                                        <p:tgtEl>
                                          <p:spTgt spid="2460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 presetClass="entr" presetSubtype="10" fill="hold" grpId="0" nodeType="clickEffect">
                                  <p:stCondLst>
                                    <p:cond delay="0"/>
                                  </p:stCondLst>
                                  <p:childTnLst>
                                    <p:set>
                                      <p:cBhvr>
                                        <p:cTn id="92" dur="1" fill="hold">
                                          <p:stCondLst>
                                            <p:cond delay="0"/>
                                          </p:stCondLst>
                                        </p:cTn>
                                        <p:tgtEl>
                                          <p:spTgt spid="24589"/>
                                        </p:tgtEl>
                                        <p:attrNameLst>
                                          <p:attrName>style.visibility</p:attrName>
                                        </p:attrNameLst>
                                      </p:cBhvr>
                                      <p:to>
                                        <p:strVal val="visible"/>
                                      </p:to>
                                    </p:set>
                                    <p:animEffect transition="in" filter="checkerboard(across)">
                                      <p:cBhvr>
                                        <p:cTn id="93" dur="500"/>
                                        <p:tgtEl>
                                          <p:spTgt spid="24589"/>
                                        </p:tgtEl>
                                      </p:cBhvr>
                                    </p:animEffect>
                                  </p:childTnLst>
                                </p:cTn>
                              </p:par>
                              <p:par>
                                <p:cTn id="94" presetID="5" presetClass="entr" presetSubtype="10" fill="hold" grpId="0" nodeType="withEffect">
                                  <p:stCondLst>
                                    <p:cond delay="0"/>
                                  </p:stCondLst>
                                  <p:childTnLst>
                                    <p:set>
                                      <p:cBhvr>
                                        <p:cTn id="95" dur="1" fill="hold">
                                          <p:stCondLst>
                                            <p:cond delay="0"/>
                                          </p:stCondLst>
                                        </p:cTn>
                                        <p:tgtEl>
                                          <p:spTgt spid="24603"/>
                                        </p:tgtEl>
                                        <p:attrNameLst>
                                          <p:attrName>style.visibility</p:attrName>
                                        </p:attrNameLst>
                                      </p:cBhvr>
                                      <p:to>
                                        <p:strVal val="visible"/>
                                      </p:to>
                                    </p:set>
                                    <p:animEffect transition="in" filter="checkerboard(across)">
                                      <p:cBhvr>
                                        <p:cTn id="96" dur="500"/>
                                        <p:tgtEl>
                                          <p:spTgt spid="24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animBg="1"/>
      <p:bldP spid="24583" grpId="0" animBg="1"/>
      <p:bldP spid="24584" grpId="0" animBg="1"/>
      <p:bldP spid="24585" grpId="0" animBg="1"/>
      <p:bldP spid="24586" grpId="0" animBg="1"/>
      <p:bldP spid="24587" grpId="0" animBg="1"/>
      <p:bldP spid="24588" grpId="0" animBg="1"/>
      <p:bldP spid="24589" grpId="0" animBg="1"/>
      <p:bldP spid="24590" grpId="0"/>
      <p:bldP spid="24591" grpId="0"/>
      <p:bldP spid="24592" grpId="0"/>
      <p:bldP spid="24593" grpId="0"/>
      <p:bldP spid="24594" grpId="0"/>
      <p:bldP spid="24595" grpId="0"/>
      <p:bldP spid="24596" grpId="0" animBg="1"/>
      <p:bldP spid="24597" grpId="0" animBg="1"/>
      <p:bldP spid="24598" grpId="0" animBg="1"/>
      <p:bldP spid="24599" grpId="0" animBg="1"/>
      <p:bldP spid="24600" grpId="0" animBg="1"/>
      <p:bldP spid="24601" grpId="0" animBg="1"/>
      <p:bldP spid="24602" grpId="0" animBg="1"/>
      <p:bldP spid="2460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solidFill>
                  <a:srgbClr val="666699"/>
                </a:solidFill>
                <a:latin typeface="David" pitchFamily="34" charset="-79"/>
                <a:cs typeface="David" pitchFamily="34" charset="-79"/>
              </a:rPr>
              <a:t>הנושאים המרכזיים במחקר</a:t>
            </a:r>
            <a:endParaRPr lang="en-US" dirty="0">
              <a:solidFill>
                <a:srgbClr val="666699"/>
              </a:solidFill>
              <a:latin typeface="David" pitchFamily="34" charset="-79"/>
              <a:cs typeface="David" pitchFamily="34" charset="-79"/>
            </a:endParaRPr>
          </a:p>
        </p:txBody>
      </p:sp>
      <p:sp>
        <p:nvSpPr>
          <p:cNvPr id="3" name="Content Placeholder 2"/>
          <p:cNvSpPr>
            <a:spLocks noGrp="1"/>
          </p:cNvSpPr>
          <p:nvPr>
            <p:ph idx="1"/>
          </p:nvPr>
        </p:nvSpPr>
        <p:spPr>
          <a:xfrm>
            <a:off x="457200" y="1700808"/>
            <a:ext cx="8229600" cy="4166592"/>
          </a:xfrm>
        </p:spPr>
        <p:txBody>
          <a:bodyPr/>
          <a:lstStyle/>
          <a:p>
            <a:r>
              <a:rPr lang="he-IL" dirty="0">
                <a:solidFill>
                  <a:schemeClr val="bg2"/>
                </a:solidFill>
                <a:latin typeface="David" pitchFamily="34" charset="-79"/>
                <a:cs typeface="David" pitchFamily="34" charset="-79"/>
              </a:rPr>
              <a:t>עיקר המחקר ב-30 השנה האחרונות נסוב סביב:</a:t>
            </a:r>
          </a:p>
          <a:p>
            <a:pPr lvl="1"/>
            <a:r>
              <a:rPr lang="he-IL" dirty="0">
                <a:solidFill>
                  <a:schemeClr val="bg2"/>
                </a:solidFill>
                <a:latin typeface="David" pitchFamily="34" charset="-79"/>
                <a:cs typeface="David" pitchFamily="34" charset="-79"/>
              </a:rPr>
              <a:t>עמדות כלפי מקום העבודה</a:t>
            </a:r>
          </a:p>
          <a:p>
            <a:pPr lvl="1"/>
            <a:r>
              <a:rPr lang="he-IL" dirty="0">
                <a:solidFill>
                  <a:schemeClr val="bg2"/>
                </a:solidFill>
                <a:latin typeface="David" pitchFamily="34" charset="-79"/>
                <a:cs typeface="David" pitchFamily="34" charset="-79"/>
              </a:rPr>
              <a:t>מוטיבציה</a:t>
            </a:r>
          </a:p>
          <a:p>
            <a:pPr lvl="1"/>
            <a:r>
              <a:rPr lang="he-IL" dirty="0">
                <a:solidFill>
                  <a:schemeClr val="bg2"/>
                </a:solidFill>
                <a:latin typeface="David" pitchFamily="34" charset="-79"/>
                <a:cs typeface="David" pitchFamily="34" charset="-79"/>
              </a:rPr>
              <a:t>מנהיגות</a:t>
            </a:r>
          </a:p>
          <a:p>
            <a:pPr lvl="1"/>
            <a:r>
              <a:rPr lang="he-IL" dirty="0">
                <a:solidFill>
                  <a:schemeClr val="bg2"/>
                </a:solidFill>
                <a:latin typeface="David" pitchFamily="34" charset="-79"/>
                <a:cs typeface="David" pitchFamily="34" charset="-79"/>
              </a:rPr>
              <a:t>תכנון ועיצוב תפקידים</a:t>
            </a:r>
          </a:p>
          <a:p>
            <a:pPr lvl="1"/>
            <a:r>
              <a:rPr lang="he-IL" dirty="0">
                <a:solidFill>
                  <a:schemeClr val="bg2"/>
                </a:solidFill>
                <a:latin typeface="David" pitchFamily="34" charset="-79"/>
                <a:cs typeface="David" pitchFamily="34" charset="-79"/>
              </a:rPr>
              <a:t>הבדלים בין-אישיים</a:t>
            </a:r>
          </a:p>
          <a:p>
            <a:pPr lvl="1"/>
            <a:r>
              <a:rPr lang="he-IL" dirty="0">
                <a:solidFill>
                  <a:schemeClr val="bg2"/>
                </a:solidFill>
                <a:latin typeface="David" pitchFamily="34" charset="-79"/>
                <a:cs typeface="David" pitchFamily="34" charset="-79"/>
              </a:rPr>
              <a:t>קבלת החלטות</a:t>
            </a:r>
          </a:p>
          <a:p>
            <a:pPr lvl="1"/>
            <a:r>
              <a:rPr lang="he-IL" dirty="0">
                <a:solidFill>
                  <a:schemeClr val="bg2"/>
                </a:solidFill>
                <a:latin typeface="David" pitchFamily="34" charset="-79"/>
                <a:cs typeface="David" pitchFamily="34" charset="-79"/>
              </a:rPr>
              <a:t>תוצאות מדידות: היעדרות, עזיבת מקום עבודה, ביצועים</a:t>
            </a:r>
            <a:endParaRPr lang="en-US" dirty="0">
              <a:solidFill>
                <a:schemeClr val="bg2"/>
              </a:solidFill>
              <a:latin typeface="David" pitchFamily="34" charset="-79"/>
              <a:cs typeface="David" pitchFamily="34" charset="-79"/>
            </a:endParaRPr>
          </a:p>
        </p:txBody>
      </p:sp>
    </p:spTree>
    <p:extLst>
      <p:ext uri="{BB962C8B-B14F-4D97-AF65-F5344CB8AC3E}">
        <p14:creationId xmlns:p14="http://schemas.microsoft.com/office/powerpoint/2010/main" val="2546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up)">
                                      <p:cBhvr>
                                        <p:cTn id="22" dur="500"/>
                                        <p:tgtEl>
                                          <p:spTgt spid="3">
                                            <p:txEl>
                                              <p:pRg st="5" end="5"/>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up)">
                                      <p:cBhvr>
                                        <p:cTn id="25" dur="500"/>
                                        <p:tgtEl>
                                          <p:spTgt spid="3">
                                            <p:txEl>
                                              <p:pRg st="6" end="6"/>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79FF4F0C-3256-4086-B9A6-E658B692501A}"/>
              </a:ext>
            </a:extLst>
          </p:cNvPr>
          <p:cNvSpPr>
            <a:spLocks noChangeArrowheads="1"/>
          </p:cNvSpPr>
          <p:nvPr/>
        </p:nvSpPr>
        <p:spPr bwMode="auto">
          <a:xfrm>
            <a:off x="118269" y="188640"/>
            <a:ext cx="8907462" cy="60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nSpc>
                <a:spcPct val="150000"/>
              </a:lnSpc>
              <a:spcBef>
                <a:spcPct val="0"/>
              </a:spcBef>
              <a:buClrTx/>
              <a:buSzTx/>
              <a:buFontTx/>
              <a:buNone/>
            </a:pPr>
            <a:r>
              <a:rPr lang="he-IL" altLang="en-US" sz="2000" dirty="0">
                <a:cs typeface="David" panose="020E0502060401010101" pitchFamily="34" charset="-79"/>
              </a:rPr>
              <a:t>במכרז  לעבודת ייעוץ ארגוני הציגו נציגים מחברות שונות את תפיסת העולם שלהם. ענת מחברת "ענת ייעוץ ארגוני" טוענת כי על מנת להעלות את תפוקות העובדים יש להתמקד בהגדרה מדוייקת של מטלות העובדים, חלוקתן לתתי משימות - תוך תמרוץ כספי של ביצועיהם האישיים בלבד. יוסי מחברת "יוסי ייעוץ ארגוני" טוען כי על מנת שהארגון יצליח חשוב לתת את הדעת על שביעות הרצון של העובדים והקשרים החברתיים בארגון</a:t>
            </a:r>
            <a:endParaRPr lang="en-US" altLang="en-US" sz="2000" dirty="0">
              <a:cs typeface="David" panose="020E0502060401010101" pitchFamily="34" charset="-79"/>
            </a:endParaRPr>
          </a:p>
          <a:p>
            <a:pPr>
              <a:lnSpc>
                <a:spcPct val="150000"/>
              </a:lnSpc>
              <a:spcBef>
                <a:spcPct val="0"/>
              </a:spcBef>
              <a:buClrTx/>
              <a:buSzTx/>
              <a:buFontTx/>
              <a:buNone/>
            </a:pPr>
            <a:endParaRPr lang="he-IL"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מה נכון לטעון לגבי תפיסת העולם של ענת ?</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א. תפיסת העולם של ענת מתאימה למודל הניהול המדעי של טיילור</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ב. תפיסת העולם של ענת מתאימה לגישת יחסי האנוש</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ג.  ישום תפישת עולמה של ענת יוביל להגברת התנהגויות אזרחיות ארגוניות.</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ד. תפיסת העולם מתאימה לתאוריה </a:t>
            </a:r>
            <a:r>
              <a:rPr lang="en-US" altLang="en-US" sz="2000" dirty="0">
                <a:cs typeface="David" panose="020E0502060401010101" pitchFamily="34" charset="-79"/>
              </a:rPr>
              <a:t>Y</a:t>
            </a:r>
            <a:r>
              <a:rPr lang="he-IL" altLang="en-US" sz="2000" dirty="0">
                <a:cs typeface="David" panose="020E0502060401010101" pitchFamily="34" charset="-79"/>
              </a:rPr>
              <a:t> לפי מקרגור</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ה.  א+ד נכונים.</a:t>
            </a:r>
            <a:endParaRPr lang="en-US" altLang="en-US" sz="2000" dirty="0">
              <a:cs typeface="David" panose="020E0502060401010101" pitchFamily="34" charset="-79"/>
            </a:endParaRPr>
          </a:p>
          <a:p>
            <a:pPr>
              <a:lnSpc>
                <a:spcPct val="150000"/>
              </a:lnSpc>
              <a:spcBef>
                <a:spcPct val="0"/>
              </a:spcBef>
              <a:buClrTx/>
              <a:buSzTx/>
              <a:buFontTx/>
              <a:buNone/>
            </a:pPr>
            <a:r>
              <a:rPr lang="he-IL" altLang="en-US" sz="2000" dirty="0">
                <a:cs typeface="David" panose="020E0502060401010101" pitchFamily="34" charset="-79"/>
              </a:rPr>
              <a:t>  </a:t>
            </a:r>
            <a:endParaRPr lang="en-US" altLang="en-US" sz="2000" dirty="0">
              <a:cs typeface="David" panose="020E0502060401010101" pitchFamily="34" charset="-79"/>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F3689F4F-641D-4140-81D8-2EFCD2DEADF6}"/>
              </a:ext>
            </a:extLst>
          </p:cNvPr>
          <p:cNvSpPr>
            <a:spLocks noChangeArrowheads="1"/>
          </p:cNvSpPr>
          <p:nvPr/>
        </p:nvSpPr>
        <p:spPr bwMode="auto">
          <a:xfrm>
            <a:off x="-107950" y="219075"/>
            <a:ext cx="9144000" cy="334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nSpc>
                <a:spcPct val="150000"/>
              </a:lnSpc>
              <a:spcBef>
                <a:spcPct val="0"/>
              </a:spcBef>
              <a:buClrTx/>
              <a:buSzTx/>
              <a:buFontTx/>
              <a:buNone/>
            </a:pPr>
            <a:r>
              <a:rPr lang="he-IL" altLang="en-US" sz="2400" dirty="0">
                <a:cs typeface="David" panose="020E0502060401010101" pitchFamily="34" charset="-79"/>
              </a:rPr>
              <a:t>תפיסת העולם של יוסי מתאימה ל:</a:t>
            </a:r>
            <a:endParaRPr lang="en-US" altLang="en-US" sz="2400" dirty="0">
              <a:cs typeface="David" panose="020E0502060401010101" pitchFamily="34" charset="-79"/>
            </a:endParaRPr>
          </a:p>
          <a:p>
            <a:pPr>
              <a:lnSpc>
                <a:spcPct val="150000"/>
              </a:lnSpc>
              <a:spcBef>
                <a:spcPct val="0"/>
              </a:spcBef>
              <a:buClrTx/>
              <a:buSzTx/>
              <a:buFontTx/>
              <a:buNone/>
            </a:pPr>
            <a:r>
              <a:rPr lang="he-IL" altLang="en-US" sz="2400" dirty="0">
                <a:cs typeface="David" panose="020E0502060401010101" pitchFamily="34" charset="-79"/>
              </a:rPr>
              <a:t>א. המודל המדעי של טיילור</a:t>
            </a:r>
            <a:endParaRPr lang="en-US" altLang="en-US" sz="2400" dirty="0">
              <a:cs typeface="David" panose="020E0502060401010101" pitchFamily="34" charset="-79"/>
            </a:endParaRPr>
          </a:p>
          <a:p>
            <a:pPr>
              <a:lnSpc>
                <a:spcPct val="150000"/>
              </a:lnSpc>
              <a:spcBef>
                <a:spcPct val="0"/>
              </a:spcBef>
              <a:buClrTx/>
              <a:buSzTx/>
              <a:buFontTx/>
              <a:buNone/>
            </a:pPr>
            <a:r>
              <a:rPr lang="he-IL" altLang="en-US" sz="2400" dirty="0">
                <a:cs typeface="David" panose="020E0502060401010101" pitchFamily="34" charset="-79"/>
              </a:rPr>
              <a:t>ב. גישת יחסי האנוש</a:t>
            </a:r>
            <a:endParaRPr lang="en-US" altLang="en-US" sz="2400" dirty="0">
              <a:cs typeface="David" panose="020E0502060401010101" pitchFamily="34" charset="-79"/>
            </a:endParaRPr>
          </a:p>
          <a:p>
            <a:pPr>
              <a:lnSpc>
                <a:spcPct val="150000"/>
              </a:lnSpc>
              <a:spcBef>
                <a:spcPct val="0"/>
              </a:spcBef>
              <a:buClrTx/>
              <a:buSzTx/>
              <a:buFontTx/>
              <a:buNone/>
            </a:pPr>
            <a:r>
              <a:rPr lang="he-IL" altLang="en-US" sz="2400" dirty="0">
                <a:cs typeface="David" panose="020E0502060401010101" pitchFamily="34" charset="-79"/>
              </a:rPr>
              <a:t>ג. פילוסופיה נהולית </a:t>
            </a:r>
            <a:r>
              <a:rPr lang="en-US" altLang="en-US" sz="2400" dirty="0">
                <a:cs typeface="David" panose="020E0502060401010101" pitchFamily="34" charset="-79"/>
              </a:rPr>
              <a:t>X</a:t>
            </a:r>
          </a:p>
          <a:p>
            <a:pPr>
              <a:lnSpc>
                <a:spcPct val="150000"/>
              </a:lnSpc>
              <a:spcBef>
                <a:spcPct val="0"/>
              </a:spcBef>
              <a:buClrTx/>
              <a:buSzTx/>
              <a:buFontTx/>
              <a:buNone/>
            </a:pPr>
            <a:r>
              <a:rPr lang="he-IL" altLang="en-US" sz="2400" dirty="0">
                <a:cs typeface="David" panose="020E0502060401010101" pitchFamily="34" charset="-79"/>
              </a:rPr>
              <a:t>ד. ב+ג</a:t>
            </a:r>
          </a:p>
          <a:p>
            <a:pPr>
              <a:lnSpc>
                <a:spcPct val="150000"/>
              </a:lnSpc>
              <a:spcBef>
                <a:spcPct val="0"/>
              </a:spcBef>
              <a:buClrTx/>
              <a:buSzTx/>
              <a:buFontTx/>
              <a:buNone/>
            </a:pPr>
            <a:endParaRPr lang="en-US" altLang="en-US" sz="2400" dirty="0">
              <a:cs typeface="David" panose="020E0502060401010101" pitchFamily="34" charset="-79"/>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8925456-7BC6-4687-A6C1-100078306FCA}"/>
              </a:ext>
            </a:extLst>
          </p:cNvPr>
          <p:cNvSpPr/>
          <p:nvPr/>
        </p:nvSpPr>
        <p:spPr>
          <a:xfrm>
            <a:off x="611188" y="461963"/>
            <a:ext cx="7777162" cy="4524375"/>
          </a:xfrm>
          <a:prstGeom prst="rect">
            <a:avLst/>
          </a:prstGeom>
        </p:spPr>
        <p:txBody>
          <a:bodyPr>
            <a:spAutoFit/>
          </a:bodyPr>
          <a:lstStyle/>
          <a:p>
            <a:pPr marL="207010" algn="r" rtl="1">
              <a:spcAft>
                <a:spcPts val="0"/>
              </a:spcAft>
              <a:defRPr/>
            </a:pPr>
            <a:r>
              <a:rPr lang="he-IL" dirty="0"/>
              <a:t> </a:t>
            </a:r>
            <a:endParaRPr lang="en-US" dirty="0"/>
          </a:p>
          <a:p>
            <a:pPr algn="just" rtl="1">
              <a:lnSpc>
                <a:spcPct val="150000"/>
              </a:lnSpc>
              <a:spcAft>
                <a:spcPts val="0"/>
              </a:spcAft>
              <a:defRPr/>
            </a:pPr>
            <a:r>
              <a:rPr lang="he-IL" dirty="0"/>
              <a:t>* אילו מהמשפטים הבאים נכון לגבי מחקרי </a:t>
            </a:r>
            <a:r>
              <a:rPr lang="he-IL" dirty="0" err="1"/>
              <a:t>הות'ורן</a:t>
            </a:r>
            <a:r>
              <a:rPr lang="he-IL" dirty="0"/>
              <a:t>?</a:t>
            </a:r>
            <a:endParaRPr lang="en-US" dirty="0"/>
          </a:p>
          <a:p>
            <a:pPr marL="245110" algn="just" rtl="1">
              <a:lnSpc>
                <a:spcPct val="150000"/>
              </a:lnSpc>
              <a:spcAft>
                <a:spcPts val="0"/>
              </a:spcAft>
              <a:defRPr/>
            </a:pPr>
            <a:r>
              <a:rPr lang="he-IL" dirty="0"/>
              <a:t>א. הם היוו את הבסיס לגישת הניהול המדעי של טיילור.</a:t>
            </a:r>
            <a:endParaRPr lang="en-US" dirty="0"/>
          </a:p>
          <a:p>
            <a:pPr marL="245110" algn="just" rtl="1">
              <a:lnSpc>
                <a:spcPct val="150000"/>
              </a:lnSpc>
              <a:spcAft>
                <a:spcPts val="0"/>
              </a:spcAft>
              <a:defRPr/>
            </a:pPr>
            <a:r>
              <a:rPr lang="he-IL" dirty="0"/>
              <a:t>ב. הם היוו את הבסיס לגישת יחסי אנוש.</a:t>
            </a:r>
            <a:endParaRPr lang="en-US" dirty="0"/>
          </a:p>
          <a:p>
            <a:pPr marL="245110" algn="just" rtl="1">
              <a:lnSpc>
                <a:spcPct val="150000"/>
              </a:lnSpc>
              <a:spcAft>
                <a:spcPts val="0"/>
              </a:spcAft>
              <a:defRPr/>
            </a:pPr>
            <a:r>
              <a:rPr lang="he-IL" dirty="0"/>
              <a:t>ג. הם היוו את הבסיס לגישת המערכת הפתוחה.</a:t>
            </a:r>
            <a:endParaRPr lang="en-US" dirty="0"/>
          </a:p>
          <a:p>
            <a:pPr marL="245110" algn="just" rtl="1">
              <a:lnSpc>
                <a:spcPct val="150000"/>
              </a:lnSpc>
              <a:spcAft>
                <a:spcPts val="0"/>
              </a:spcAft>
              <a:defRPr/>
            </a:pPr>
            <a:r>
              <a:rPr lang="he-IL" dirty="0"/>
              <a:t>ד. הם נערכו בשנים האחרונות וקשורים לתאוריית </a:t>
            </a:r>
            <a:r>
              <a:rPr lang="en-US" dirty="0"/>
              <a:t>X Y</a:t>
            </a:r>
            <a:r>
              <a:rPr lang="he-IL" dirty="0"/>
              <a:t> של </a:t>
            </a:r>
            <a:r>
              <a:rPr lang="he-IL" dirty="0" err="1"/>
              <a:t>מקרגור</a:t>
            </a:r>
            <a:r>
              <a:rPr lang="he-IL" dirty="0"/>
              <a:t>.</a:t>
            </a:r>
            <a:endParaRPr lang="en-US" dirty="0"/>
          </a:p>
          <a:p>
            <a:pPr algn="r" rtl="1">
              <a:spcAft>
                <a:spcPts val="0"/>
              </a:spcAft>
              <a:defRPr/>
            </a:pPr>
            <a:r>
              <a:rPr lang="he-IL" dirty="0"/>
              <a:t> </a:t>
            </a:r>
            <a:endParaRPr lang="en-US" dirty="0"/>
          </a:p>
          <a:p>
            <a:pPr algn="ctr" rtl="1">
              <a:spcAft>
                <a:spcPts val="0"/>
              </a:spcAft>
              <a:defRPr/>
            </a:pPr>
            <a:r>
              <a:rPr lang="he-IL" dirty="0"/>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F74C8B-7120-4837-AE3E-7911E9525977}"/>
              </a:ext>
            </a:extLst>
          </p:cNvPr>
          <p:cNvSpPr/>
          <p:nvPr/>
        </p:nvSpPr>
        <p:spPr>
          <a:xfrm>
            <a:off x="611560" y="461565"/>
            <a:ext cx="7776864" cy="4708981"/>
          </a:xfrm>
          <a:prstGeom prst="rect">
            <a:avLst/>
          </a:prstGeom>
        </p:spPr>
        <p:txBody>
          <a:bodyPr>
            <a:spAutoFit/>
          </a:bodyPr>
          <a:lstStyle/>
          <a:p>
            <a:pPr marL="207010" algn="r" rtl="1">
              <a:spcAft>
                <a:spcPts val="0"/>
              </a:spcAft>
              <a:defRPr/>
            </a:pPr>
            <a:r>
              <a:rPr lang="he-IL" dirty="0">
                <a:latin typeface="Times New Roman" panose="02020603050405020304" pitchFamily="18" charset="0"/>
                <a:ea typeface="MS Mincho" panose="02020609040205080304" pitchFamily="49" charset="-128"/>
              </a:rPr>
              <a:t> </a:t>
            </a:r>
            <a:endParaRPr lang="en-US" sz="1600" dirty="0">
              <a:latin typeface="Times New Roman" panose="02020603050405020304" pitchFamily="18" charset="0"/>
              <a:ea typeface="Times New Roman" panose="02020603050405020304" pitchFamily="18" charset="0"/>
            </a:endParaRPr>
          </a:p>
          <a:p>
            <a:pPr algn="just" rtl="1">
              <a:lnSpc>
                <a:spcPct val="150000"/>
              </a:lnSpc>
              <a:spcAft>
                <a:spcPts val="0"/>
              </a:spcAft>
              <a:defRPr/>
            </a:pPr>
            <a:r>
              <a:rPr lang="he-IL" dirty="0">
                <a:solidFill>
                  <a:srgbClr val="000000"/>
                </a:solidFill>
                <a:latin typeface="Times New Roman" panose="02020603050405020304" pitchFamily="18" charset="0"/>
                <a:ea typeface="MS Mincho" panose="02020609040205080304" pitchFamily="49" charset="-128"/>
              </a:rPr>
              <a:t>* אילו מהמשפטים הבאים נכון לגבי מחקרי </a:t>
            </a:r>
            <a:r>
              <a:rPr lang="he-IL" dirty="0" err="1">
                <a:solidFill>
                  <a:srgbClr val="000000"/>
                </a:solidFill>
                <a:latin typeface="Times New Roman" panose="02020603050405020304" pitchFamily="18" charset="0"/>
                <a:ea typeface="MS Mincho" panose="02020609040205080304" pitchFamily="49" charset="-128"/>
              </a:rPr>
              <a:t>הות'ורן</a:t>
            </a:r>
            <a:r>
              <a:rPr lang="he-IL" dirty="0">
                <a:solidFill>
                  <a:srgbClr val="000000"/>
                </a:solidFill>
                <a:latin typeface="Times New Roman" panose="02020603050405020304" pitchFamily="18" charset="0"/>
                <a:ea typeface="MS Mincho" panose="02020609040205080304" pitchFamily="49" charset="-128"/>
              </a:rPr>
              <a:t>?</a:t>
            </a:r>
            <a:endParaRPr lang="en-US" sz="1600" dirty="0">
              <a:latin typeface="Times New Roman" panose="02020603050405020304" pitchFamily="18" charset="0"/>
              <a:ea typeface="Times New Roman" panose="02020603050405020304" pitchFamily="18" charset="0"/>
            </a:endParaRPr>
          </a:p>
          <a:p>
            <a:pPr marL="245110" algn="just" rtl="1">
              <a:lnSpc>
                <a:spcPct val="150000"/>
              </a:lnSpc>
              <a:spcAft>
                <a:spcPts val="0"/>
              </a:spcAft>
              <a:defRPr/>
            </a:pPr>
            <a:r>
              <a:rPr lang="he-IL" dirty="0">
                <a:solidFill>
                  <a:srgbClr val="000000"/>
                </a:solidFill>
                <a:latin typeface="Times New Roman" panose="02020603050405020304" pitchFamily="18" charset="0"/>
                <a:ea typeface="MS Mincho" panose="02020609040205080304" pitchFamily="49" charset="-128"/>
              </a:rPr>
              <a:t>א. הם היוו את הבסיס לגישת הניהול המדעי של טיילור.</a:t>
            </a:r>
            <a:endParaRPr lang="en-US" sz="1600" dirty="0">
              <a:latin typeface="Times New Roman" panose="02020603050405020304" pitchFamily="18" charset="0"/>
              <a:ea typeface="Times New Roman" panose="02020603050405020304" pitchFamily="18" charset="0"/>
            </a:endParaRPr>
          </a:p>
          <a:p>
            <a:pPr marL="245110" algn="just" rtl="1">
              <a:lnSpc>
                <a:spcPct val="150000"/>
              </a:lnSpc>
              <a:spcAft>
                <a:spcPts val="0"/>
              </a:spcAft>
              <a:defRPr/>
            </a:pPr>
            <a:r>
              <a:rPr lang="he-IL" dirty="0">
                <a:solidFill>
                  <a:srgbClr val="000000"/>
                </a:solidFill>
                <a:highlight>
                  <a:srgbClr val="FFFF00"/>
                </a:highlight>
                <a:latin typeface="Times New Roman" panose="02020603050405020304" pitchFamily="18" charset="0"/>
                <a:ea typeface="MS Mincho" panose="02020609040205080304" pitchFamily="49" charset="-128"/>
              </a:rPr>
              <a:t>ב. הם היוו את הבסיס לגישת יחסי אנוש.</a:t>
            </a:r>
            <a:endParaRPr lang="en-US" sz="1600" dirty="0">
              <a:latin typeface="Times New Roman" panose="02020603050405020304" pitchFamily="18" charset="0"/>
              <a:ea typeface="Times New Roman" panose="02020603050405020304" pitchFamily="18" charset="0"/>
            </a:endParaRPr>
          </a:p>
          <a:p>
            <a:pPr marL="245110" algn="just" rtl="1">
              <a:lnSpc>
                <a:spcPct val="150000"/>
              </a:lnSpc>
              <a:spcAft>
                <a:spcPts val="0"/>
              </a:spcAft>
              <a:defRPr/>
            </a:pPr>
            <a:r>
              <a:rPr lang="he-IL" dirty="0">
                <a:solidFill>
                  <a:srgbClr val="000000"/>
                </a:solidFill>
                <a:latin typeface="Times New Roman" panose="02020603050405020304" pitchFamily="18" charset="0"/>
                <a:ea typeface="MS Mincho" panose="02020609040205080304" pitchFamily="49" charset="-128"/>
              </a:rPr>
              <a:t>ג. הם היוו את הבסיס לגישת המערכת הפתוחה.</a:t>
            </a:r>
            <a:endParaRPr lang="en-US" sz="1600" dirty="0">
              <a:latin typeface="Times New Roman" panose="02020603050405020304" pitchFamily="18" charset="0"/>
              <a:ea typeface="Times New Roman" panose="02020603050405020304" pitchFamily="18" charset="0"/>
            </a:endParaRPr>
          </a:p>
          <a:p>
            <a:pPr marL="245110" algn="just" rtl="1">
              <a:lnSpc>
                <a:spcPct val="150000"/>
              </a:lnSpc>
              <a:spcAft>
                <a:spcPts val="0"/>
              </a:spcAft>
              <a:defRPr/>
            </a:pPr>
            <a:r>
              <a:rPr lang="he-IL" dirty="0">
                <a:solidFill>
                  <a:srgbClr val="000000"/>
                </a:solidFill>
                <a:latin typeface="Times New Roman" panose="02020603050405020304" pitchFamily="18" charset="0"/>
                <a:ea typeface="MS Mincho" panose="02020609040205080304" pitchFamily="49" charset="-128"/>
              </a:rPr>
              <a:t>ד. הם נערכו בשנים האחרונות וקשורים לתאוריית </a:t>
            </a:r>
            <a:r>
              <a:rPr lang="en-US" dirty="0">
                <a:solidFill>
                  <a:srgbClr val="000000"/>
                </a:solidFill>
                <a:latin typeface="Times New Roman" panose="02020603050405020304" pitchFamily="18" charset="0"/>
                <a:ea typeface="MS Mincho" panose="02020609040205080304" pitchFamily="49" charset="-128"/>
              </a:rPr>
              <a:t>X</a:t>
            </a:r>
            <a:r>
              <a:rPr lang="en-US" dirty="0">
                <a:solidFill>
                  <a:srgbClr val="000000"/>
                </a:solidFill>
                <a:latin typeface="David" panose="020E0502060401010101" pitchFamily="34" charset="-79"/>
                <a:ea typeface="MS Mincho" panose="02020609040205080304" pitchFamily="49" charset="-128"/>
              </a:rPr>
              <a:t> </a:t>
            </a:r>
            <a:r>
              <a:rPr lang="en-US" dirty="0">
                <a:solidFill>
                  <a:srgbClr val="000000"/>
                </a:solidFill>
                <a:latin typeface="Times New Roman" panose="02020603050405020304" pitchFamily="18" charset="0"/>
                <a:ea typeface="MS Mincho" panose="02020609040205080304" pitchFamily="49" charset="-128"/>
              </a:rPr>
              <a:t>Y</a:t>
            </a:r>
            <a:r>
              <a:rPr lang="he-IL" dirty="0">
                <a:solidFill>
                  <a:srgbClr val="000000"/>
                </a:solidFill>
                <a:latin typeface="Times New Roman" panose="02020603050405020304" pitchFamily="18" charset="0"/>
                <a:ea typeface="MS Mincho" panose="02020609040205080304" pitchFamily="49" charset="-128"/>
              </a:rPr>
              <a:t> של </a:t>
            </a:r>
            <a:r>
              <a:rPr lang="he-IL" dirty="0" err="1">
                <a:solidFill>
                  <a:srgbClr val="000000"/>
                </a:solidFill>
                <a:latin typeface="Times New Roman" panose="02020603050405020304" pitchFamily="18" charset="0"/>
                <a:ea typeface="MS Mincho" panose="02020609040205080304" pitchFamily="49" charset="-128"/>
              </a:rPr>
              <a:t>מקרגור</a:t>
            </a:r>
            <a:r>
              <a:rPr lang="he-IL" dirty="0">
                <a:solidFill>
                  <a:srgbClr val="000000"/>
                </a:solidFill>
                <a:latin typeface="Times New Roman" panose="02020603050405020304" pitchFamily="18" charset="0"/>
                <a:ea typeface="MS Mincho" panose="02020609040205080304" pitchFamily="49" charset="-128"/>
              </a:rPr>
              <a:t>.</a:t>
            </a:r>
            <a:endParaRPr lang="en-US" sz="1600" dirty="0">
              <a:latin typeface="Times New Roman" panose="02020603050405020304" pitchFamily="18" charset="0"/>
              <a:ea typeface="Times New Roman" panose="02020603050405020304" pitchFamily="18" charset="0"/>
            </a:endParaRPr>
          </a:p>
          <a:p>
            <a:pPr algn="r" rtl="1">
              <a:spcAft>
                <a:spcPts val="0"/>
              </a:spcAft>
              <a:defRPr/>
            </a:pPr>
            <a:r>
              <a:rPr lang="he-IL" sz="2800" dirty="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algn="ctr" rtl="1">
              <a:spcAft>
                <a:spcPts val="0"/>
              </a:spcAft>
              <a:defRPr/>
            </a:pPr>
            <a:r>
              <a:rPr lang="he-IL" sz="2800" dirty="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488" tIns="44450" rIns="90488" bIns="44450" numCol="1" anchor="t" anchorCtr="0" compatLnSpc="1">
        <a:prstTxWarp prst="textNoShape">
          <a:avLst/>
        </a:prstTxWarp>
        <a:spAutoFit/>
      </a:bodyPr>
      <a:lstStyle>
        <a:defPPr marL="0" marR="0" indent="0" algn="ctr" defTabSz="914400" rtl="1" eaLnBrk="0" fontAlgn="base" latinLnBrk="0" hangingPunct="0">
          <a:lnSpc>
            <a:spcPct val="100000"/>
          </a:lnSpc>
          <a:spcBef>
            <a:spcPct val="0"/>
          </a:spcBef>
          <a:spcAft>
            <a:spcPct val="0"/>
          </a:spcAft>
          <a:buClrTx/>
          <a:buSzTx/>
          <a:buFontTx/>
          <a:buNone/>
          <a:tabLst/>
          <a:defRPr kumimoji="0" lang="he-IL"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cs typeface="David" pitchFamily="2" charset="-79"/>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488" tIns="44450" rIns="90488" bIns="44450" numCol="1" anchor="t" anchorCtr="0" compatLnSpc="1">
        <a:prstTxWarp prst="textNoShape">
          <a:avLst/>
        </a:prstTxWarp>
        <a:spAutoFit/>
      </a:bodyPr>
      <a:lstStyle>
        <a:defPPr marL="0" marR="0" indent="0" algn="ctr" defTabSz="914400" rtl="1" eaLnBrk="0" fontAlgn="base" latinLnBrk="0" hangingPunct="0">
          <a:lnSpc>
            <a:spcPct val="100000"/>
          </a:lnSpc>
          <a:spcBef>
            <a:spcPct val="0"/>
          </a:spcBef>
          <a:spcAft>
            <a:spcPct val="0"/>
          </a:spcAft>
          <a:buClrTx/>
          <a:buSzTx/>
          <a:buFontTx/>
          <a:buNone/>
          <a:tabLst/>
          <a:defRPr kumimoji="0" lang="he-IL"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cs typeface="David" pitchFamily="2" charset="-79"/>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488" tIns="44450" rIns="90488" bIns="44450" numCol="1" anchor="t" anchorCtr="0" compatLnSpc="1">
        <a:prstTxWarp prst="textNoShape">
          <a:avLst/>
        </a:prstTxWarp>
        <a:spAutoFit/>
      </a:bodyPr>
      <a:lstStyle>
        <a:defPPr marL="0" marR="0" indent="0" algn="ctr" defTabSz="914400" rtl="1" eaLnBrk="0" fontAlgn="base" latinLnBrk="0" hangingPunct="0">
          <a:lnSpc>
            <a:spcPct val="100000"/>
          </a:lnSpc>
          <a:spcBef>
            <a:spcPct val="0"/>
          </a:spcBef>
          <a:spcAft>
            <a:spcPct val="0"/>
          </a:spcAft>
          <a:buClrTx/>
          <a:buSzTx/>
          <a:buFontTx/>
          <a:buNone/>
          <a:tabLst/>
          <a:defRPr kumimoji="0" lang="he-IL"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cs typeface="David" pitchFamily="34" charset="-79"/>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488" tIns="44450" rIns="90488" bIns="44450" numCol="1" anchor="t" anchorCtr="0" compatLnSpc="1">
        <a:prstTxWarp prst="textNoShape">
          <a:avLst/>
        </a:prstTxWarp>
        <a:spAutoFit/>
      </a:bodyPr>
      <a:lstStyle>
        <a:defPPr marL="0" marR="0" indent="0" algn="ctr" defTabSz="914400" rtl="1" eaLnBrk="0" fontAlgn="base" latinLnBrk="0" hangingPunct="0">
          <a:lnSpc>
            <a:spcPct val="100000"/>
          </a:lnSpc>
          <a:spcBef>
            <a:spcPct val="0"/>
          </a:spcBef>
          <a:spcAft>
            <a:spcPct val="0"/>
          </a:spcAft>
          <a:buClrTx/>
          <a:buSzTx/>
          <a:buFontTx/>
          <a:buNone/>
          <a:tabLst/>
          <a:defRPr kumimoji="0" lang="he-IL"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cs typeface="David" pitchFamily="34" charset="-79"/>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01090301">
  <a:themeElements>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090301">
      <a:majorFont>
        <a:latin typeface="Arial Black"/>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sz="4000" b="1" i="0" u="none" strike="noStrike" cap="none" normalizeH="0" baseline="0" smtClean="0">
            <a:ln>
              <a:noFill/>
            </a:ln>
            <a:solidFill>
              <a:srgbClr val="FFFF00"/>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sz="4000" b="1" i="0" u="none" strike="noStrike" cap="none" normalizeH="0" baseline="0" smtClean="0">
            <a:ln>
              <a:noFill/>
            </a:ln>
            <a:solidFill>
              <a:srgbClr val="FFFF00"/>
            </a:solidFill>
            <a:effectLst/>
            <a:latin typeface="Arial" charset="0"/>
            <a:cs typeface="Arial" charset="0"/>
          </a:defRPr>
        </a:defPPr>
      </a:lstStyle>
    </a:lnDef>
  </a:objectDefaults>
  <a:extraClrSchemeLst>
    <a:extraClrScheme>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0903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0903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0903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0903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0903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0903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0903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0903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090301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090301 1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1090301 12">
        <a:dk1>
          <a:srgbClr val="777777"/>
        </a:dk1>
        <a:lt1>
          <a:srgbClr val="969696"/>
        </a:lt1>
        <a:dk2>
          <a:srgbClr val="686B5D"/>
        </a:dk2>
        <a:lt2>
          <a:srgbClr val="4E4E44"/>
        </a:lt2>
        <a:accent1>
          <a:srgbClr val="909082"/>
        </a:accent1>
        <a:accent2>
          <a:srgbClr val="809EA8"/>
        </a:accent2>
        <a:accent3>
          <a:srgbClr val="B9BAB6"/>
        </a:accent3>
        <a:accent4>
          <a:srgbClr val="7F7F7F"/>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5956</TotalTime>
  <Words>709</Words>
  <Application>Microsoft Office PowerPoint</Application>
  <PresentationFormat>On-screen Show (4:3)</PresentationFormat>
  <Paragraphs>127</Paragraphs>
  <Slides>15</Slides>
  <Notes>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15</vt:i4>
      </vt:variant>
    </vt:vector>
  </HeadingPairs>
  <TitlesOfParts>
    <vt:vector size="24" baseType="lpstr">
      <vt:lpstr>Arial</vt:lpstr>
      <vt:lpstr>Arial Black</vt:lpstr>
      <vt:lpstr>David</vt:lpstr>
      <vt:lpstr>Tahoma</vt:lpstr>
      <vt:lpstr>Times New Roman</vt:lpstr>
      <vt:lpstr>Wingdings</vt:lpstr>
      <vt:lpstr>Pixel</vt:lpstr>
      <vt:lpstr>1_Pixel</vt:lpstr>
      <vt:lpstr>01090301</vt:lpstr>
      <vt:lpstr>ניהול משאבי אנוש</vt:lpstr>
      <vt:lpstr>הצעות התייעלות עפ"י הניהול המדעי</vt:lpstr>
      <vt:lpstr>תנועת יחסי האנוש Human Relations Movement</vt:lpstr>
      <vt:lpstr>תנועת יחסי האנוש - המשך</vt:lpstr>
      <vt:lpstr>PowerPoint Presentation</vt:lpstr>
      <vt:lpstr>PowerPoint Presentation</vt:lpstr>
      <vt:lpstr>מסקנות</vt:lpstr>
      <vt:lpstr>שיפור היעילות הארגונית עפ"י גישת יחסי האנוש</vt:lpstr>
      <vt:lpstr>PowerPoint Presentation</vt:lpstr>
      <vt:lpstr>תיאוריה x ותיאוריה y</vt:lpstr>
      <vt:lpstr>הנושאים המרכזיים במחקר</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מדעי ההתנהגות למנהלים</dc:title>
  <dc:creator>HOME</dc:creator>
  <cp:lastModifiedBy>Gonen Barkan</cp:lastModifiedBy>
  <cp:revision>222</cp:revision>
  <dcterms:created xsi:type="dcterms:W3CDTF">2005-10-17T15:46:32Z</dcterms:created>
  <dcterms:modified xsi:type="dcterms:W3CDTF">2025-11-01T14:59:12Z</dcterms:modified>
</cp:coreProperties>
</file>