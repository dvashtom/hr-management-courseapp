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792" r:id="rId2"/>
    <p:sldMasterId id="2147484132" r:id="rId3"/>
    <p:sldMasterId id="2147484146" r:id="rId4"/>
    <p:sldMasterId id="2147484251" r:id="rId5"/>
  </p:sldMasterIdLst>
  <p:notesMasterIdLst>
    <p:notesMasterId r:id="rId15"/>
  </p:notesMasterIdLst>
  <p:handoutMasterIdLst>
    <p:handoutMasterId r:id="rId16"/>
  </p:handoutMasterIdLst>
  <p:sldIdLst>
    <p:sldId id="474" r:id="rId6"/>
    <p:sldId id="472" r:id="rId7"/>
    <p:sldId id="286" r:id="rId8"/>
    <p:sldId id="475" r:id="rId9"/>
    <p:sldId id="434" r:id="rId10"/>
    <p:sldId id="435" r:id="rId11"/>
    <p:sldId id="476" r:id="rId12"/>
    <p:sldId id="478" r:id="rId13"/>
    <p:sldId id="461" r:id="rId1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20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33"/>
    <a:srgbClr val="500000"/>
    <a:srgbClr val="800000"/>
    <a:srgbClr val="0A011B"/>
    <a:srgbClr val="0F012B"/>
    <a:srgbClr val="160141"/>
    <a:srgbClr val="FFFF00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0" autoAdjust="0"/>
    <p:restoredTop sz="44990" autoAdjust="0"/>
  </p:normalViewPr>
  <p:slideViewPr>
    <p:cSldViewPr>
      <p:cViewPr varScale="1">
        <p:scale>
          <a:sx n="24" d="100"/>
          <a:sy n="24" d="100"/>
        </p:scale>
        <p:origin x="2065" y="24"/>
      </p:cViewPr>
      <p:guideLst>
        <p:guide orient="horz" pos="220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1260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1441A0C8-4A62-4A43-AC93-E7A0D594821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0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1859" name="Rectangle 3">
            <a:extLst>
              <a:ext uri="{FF2B5EF4-FFF2-40B4-BE49-F238E27FC236}">
                <a16:creationId xmlns:a16="http://schemas.microsoft.com/office/drawing/2014/main" id="{2B01754B-63C0-411C-ADFE-ED891C32D07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88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1860" name="Rectangle 4">
            <a:extLst>
              <a:ext uri="{FF2B5EF4-FFF2-40B4-BE49-F238E27FC236}">
                <a16:creationId xmlns:a16="http://schemas.microsoft.com/office/drawing/2014/main" id="{409F97D5-8880-4F02-AF22-9C8D630D945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388620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0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1861" name="Rectangle 5">
            <a:extLst>
              <a:ext uri="{FF2B5EF4-FFF2-40B4-BE49-F238E27FC236}">
                <a16:creationId xmlns:a16="http://schemas.microsoft.com/office/drawing/2014/main" id="{4F56EB1E-7B1D-4A1E-91A7-C64B8B86519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8DD4832-101F-4C41-BCEE-0C9F3552F245}" type="slidenum">
              <a:rPr lang="he-IL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380DFA05-7D0C-47EB-85AF-54C94453BF6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54C3D630-4421-46D7-BD2D-64E964B8E1D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0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2" name="Rectangle 4">
            <a:extLst>
              <a:ext uri="{FF2B5EF4-FFF2-40B4-BE49-F238E27FC236}">
                <a16:creationId xmlns:a16="http://schemas.microsoft.com/office/drawing/2014/main" id="{7B625539-B543-4C6A-A5DF-97DDB078D44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7" name="Rectangle 5">
            <a:extLst>
              <a:ext uri="{FF2B5EF4-FFF2-40B4-BE49-F238E27FC236}">
                <a16:creationId xmlns:a16="http://schemas.microsoft.com/office/drawing/2014/main" id="{73ADF21F-ECC7-465D-ADE2-DD2B40DC04E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678" name="Rectangle 6">
            <a:extLst>
              <a:ext uri="{FF2B5EF4-FFF2-40B4-BE49-F238E27FC236}">
                <a16:creationId xmlns:a16="http://schemas.microsoft.com/office/drawing/2014/main" id="{7E1C6AB5-03C3-4863-ABEF-3B773BBE0DB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679" name="Rectangle 7">
            <a:extLst>
              <a:ext uri="{FF2B5EF4-FFF2-40B4-BE49-F238E27FC236}">
                <a16:creationId xmlns:a16="http://schemas.microsoft.com/office/drawing/2014/main" id="{BDB9A009-EC50-483D-B7C6-12F6BB8208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1F64923-FF91-4E2B-B746-9465D1717A89}" type="slidenum">
              <a:rPr lang="he-IL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F64923-FF91-4E2B-B746-9465D1717A89}" type="slidenum">
              <a:rPr lang="he-IL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89824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EA7C3119-AF60-4E18-8FCC-1DEF25F9D5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E8C6BAE-AF81-43FB-87F3-7EDA07617FA5}" type="slidenum">
              <a:rPr lang="he-IL" altLang="en-US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6B8EF0F9-EB5C-4015-B15E-37C9C32EB2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7CB60E09-BE5D-4F9E-B825-09A0759780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algn="r" eaLnBrk="1" hangingPunct="1">
              <a:lnSpc>
                <a:spcPct val="80000"/>
              </a:lnSpc>
            </a:pPr>
            <a:endParaRPr lang="en-US" altLang="en-US" sz="900" b="1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F64923-FF91-4E2B-B746-9465D1717A89}" type="slidenum">
              <a:rPr lang="he-IL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2797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BEECA2CA-128D-40B5-8DF0-6E7E09854E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rtl="1">
              <a:spcBef>
                <a:spcPct val="0"/>
              </a:spcBef>
            </a:pPr>
            <a:fld id="{C781D995-A13B-4105-9AF7-476B74131ACC}" type="slidenum">
              <a:rPr lang="he-IL" alt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 rtl="1">
                <a:spcBef>
                  <a:spcPct val="0"/>
                </a:spcBef>
              </a:pPr>
              <a:t>5</a:t>
            </a:fld>
            <a:endParaRPr lang="en-US" altLang="en-US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5A308EDD-BDDD-485B-AD0F-F4C36326BA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AEB8FB7D-4A81-4822-978B-795656A546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23521315-9892-4F9B-862A-CB76164BAC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061B40-31DE-4E0F-B299-317D01A6C926}" type="slidenum">
              <a:rPr kumimoji="0" lang="he-IL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BC00F291-FBC9-444E-B07E-1402992503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D90858D7-FC90-4FF9-ACD4-1C868EBEA2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90893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>
            <a:extLst>
              <a:ext uri="{FF2B5EF4-FFF2-40B4-BE49-F238E27FC236}">
                <a16:creationId xmlns:a16="http://schemas.microsoft.com/office/drawing/2014/main" id="{64F15A00-C9B0-4A47-BD1D-B1F839DAD1A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Notes Placeholder 2">
            <a:extLst>
              <a:ext uri="{FF2B5EF4-FFF2-40B4-BE49-F238E27FC236}">
                <a16:creationId xmlns:a16="http://schemas.microsoft.com/office/drawing/2014/main" id="{217824C0-D494-4B9F-A2F1-706933BE1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 rtl="1"/>
            <a:endParaRPr lang="en-US" altLang="en-US" dirty="0"/>
          </a:p>
        </p:txBody>
      </p:sp>
      <p:sp>
        <p:nvSpPr>
          <p:cNvPr id="72708" name="Slide Number Placeholder 3">
            <a:extLst>
              <a:ext uri="{FF2B5EF4-FFF2-40B4-BE49-F238E27FC236}">
                <a16:creationId xmlns:a16="http://schemas.microsoft.com/office/drawing/2014/main" id="{6A98B7D3-69BA-4F49-94F5-077E07D13F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CAE0A49-487C-413B-9040-CD08A03D626B}" type="slidenum">
              <a:rPr lang="he-IL" altLang="en-US" sz="12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en-US" altLang="en-US" sz="1200" b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_home">
            <a:extLst>
              <a:ext uri="{FF2B5EF4-FFF2-40B4-BE49-F238E27FC236}">
                <a16:creationId xmlns:a16="http://schemas.microsoft.com/office/drawing/2014/main" id="{2C98C061-7170-41DF-87DD-F43C6B6EFE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DBD64F1B-B9A6-4548-B735-88C104D80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88913"/>
            <a:ext cx="8642350" cy="6335712"/>
          </a:xfrm>
          <a:prstGeom prst="rect">
            <a:avLst/>
          </a:prstGeom>
          <a:solidFill>
            <a:schemeClr val="bg1">
              <a:alpha val="65881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5pPr>
            <a:lvl6pPr marL="25146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6pPr>
            <a:lvl7pPr marL="29718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7pPr>
            <a:lvl8pPr marL="34290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8pPr>
            <a:lvl9pPr marL="38862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9pPr>
          </a:lstStyle>
          <a:p>
            <a:pPr algn="ctr" rtl="1" eaLnBrk="1" hangingPunct="1">
              <a:spcBef>
                <a:spcPct val="50000"/>
              </a:spcBef>
              <a:defRPr/>
            </a:pPr>
            <a:endParaRPr lang="he-IL" altLang="en-US"/>
          </a:p>
        </p:txBody>
      </p:sp>
      <p:pic>
        <p:nvPicPr>
          <p:cNvPr id="6" name="Picture 9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105DA0AF-FBA9-4228-B150-2FD1E699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378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258888" y="2924175"/>
            <a:ext cx="6400800" cy="1081088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3781" name="Rectangle 5"/>
          <p:cNvSpPr>
            <a:spLocks noGrp="1" noChangeArrowheads="1"/>
          </p:cNvSpPr>
          <p:nvPr>
            <p:ph type="ctrTitle"/>
          </p:nvPr>
        </p:nvSpPr>
        <p:spPr>
          <a:xfrm>
            <a:off x="611188" y="836613"/>
            <a:ext cx="7772400" cy="2087562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20C851-622B-4324-ACA1-10DCDDF827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944EE2-FE81-41C9-9E4D-EC4CAA2E24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95772E-A807-4D12-BEDE-D529910795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44BF2567-D7EC-4FF9-AC98-C28F2A0F3251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7921434"/>
      </p:ext>
    </p:extLst>
  </p:cSld>
  <p:clrMapOvr>
    <a:masterClrMapping/>
  </p:clrMapOvr>
  <p:transition spd="med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6B22023-91AA-4FF9-877E-E1745C357A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AF94474-C0E9-40D6-9EE7-8F5E70CE61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F7E2DA62-12F5-4FD8-B1F4-AA21FDDCF0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494071-01DA-477E-B448-D8A141C6FA49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2149226"/>
      </p:ext>
    </p:extLst>
  </p:cSld>
  <p:clrMapOvr>
    <a:masterClrMapping/>
  </p:clrMapOvr>
  <p:transition spd="med"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043854F-2F8A-4AB2-A7C3-E25F3B4148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EBA1A6A-129E-406F-AD38-0A4D596804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63ED05E-C151-4BEA-8E87-6334AB0E3A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35DE72-FB6B-4FF7-9CFB-5E840039C374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7134522"/>
      </p:ext>
    </p:extLst>
  </p:cSld>
  <p:clrMapOvr>
    <a:masterClrMapping/>
  </p:clrMapOvr>
  <p:transition spd="med"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506C77F-59E9-46F0-A152-77A16DCD44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B92CFA1-A0C1-4827-A907-FC6B774EAE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0A645C6B-3CC3-4037-8977-126101C4E3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0E92B9-E8C5-4541-A524-E5B6442F9CA8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6254245"/>
      </p:ext>
    </p:extLst>
  </p:cSld>
  <p:clrMapOvr>
    <a:masterClrMapping/>
  </p:clrMapOvr>
  <p:transition spd="med"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A8847089-6563-4272-87CE-980E434073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145DB437-23AB-4F65-842E-C251A5260D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311E668F-C722-4193-8DA7-036B2572E2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DE9F42-6B1B-49BA-A06F-7F46BF9F7495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5644604"/>
      </p:ext>
    </p:extLst>
  </p:cSld>
  <p:clrMapOvr>
    <a:masterClrMapping/>
  </p:clrMapOvr>
  <p:transition spd="med"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7C59691-E305-4B58-AF97-6BBB37552E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8EEF511-97C0-43A5-BC2E-193DD63516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BFD5F4E4-F6F0-43FE-8E37-F30205A157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0A2486-C922-45DC-ADA9-D8B01AA08AF6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2233500"/>
      </p:ext>
    </p:extLst>
  </p:cSld>
  <p:clrMapOvr>
    <a:masterClrMapping/>
  </p:clrMapOvr>
  <p:transition spd="med"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0EDB2F98-7411-4971-82D7-C43590F015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0F7B7E25-D4B9-41A0-9060-86C9F711AB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23AB74D3-3DEE-40AC-A5D0-1E68905159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581D86-3B0A-4519-BD5E-367652693953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2371134"/>
      </p:ext>
    </p:extLst>
  </p:cSld>
  <p:clrMapOvr>
    <a:masterClrMapping/>
  </p:clrMapOvr>
  <p:transition spd="med"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B82F180-5166-4994-B0B7-7992A50E02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4BC3D3E-5C5C-42F6-BFB4-03D20A35BD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419D8AAD-C8CD-481B-90EA-0862A43639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AD83EB-7D29-4BBE-8C44-1E03E620A317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3828618"/>
      </p:ext>
    </p:extLst>
  </p:cSld>
  <p:clrMapOvr>
    <a:masterClrMapping/>
  </p:clrMapOvr>
  <p:transition spd="med"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he-IL" noProof="0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9FFF6AE-641C-4AD5-A1E7-3CC9D304FB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C7A59DB-B6F1-4A9E-A81C-F5973AF0F4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74D68D73-660B-4C3A-83A2-F65E602607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980987-5FCF-4418-A32B-93C3C9F4F35B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2465557"/>
      </p:ext>
    </p:extLst>
  </p:cSld>
  <p:clrMapOvr>
    <a:masterClrMapping/>
  </p:clrMapOvr>
  <p:transition spd="med"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BFEB3B5-2FE8-43B9-8923-6FD9E61CCF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F14C03F-82BA-4168-87DA-4582CB564F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24AC557E-3E32-4EEE-9806-76BAC15494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3D9E4C-21D2-4C5E-93A7-0607A6CAB414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3605916"/>
      </p:ext>
    </p:extLst>
  </p:cSld>
  <p:clrMapOvr>
    <a:masterClrMapping/>
  </p:clrMapOvr>
  <p:transition spd="med"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6715125" y="188913"/>
            <a:ext cx="2178050" cy="6370637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179388" y="188913"/>
            <a:ext cx="6383337" cy="6370637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AC67BD0-95CE-46E4-8C11-07D21DFF05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C390C28-18D9-4D28-973E-E063E05051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111E9357-F417-4FDD-898B-EBEAC4F463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73BA5D-CF64-4B85-A6E4-5805FBCA879F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6662962"/>
      </p:ext>
    </p:extLst>
  </p:cSld>
  <p:clrMapOvr>
    <a:masterClrMapping/>
  </p:clrMapOvr>
  <p:transition spd="med">
    <p:fade thruBlk="1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188913"/>
            <a:ext cx="8353425" cy="7191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AD544D2-90C0-4E44-84BF-02DAC02875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A31EA84-67B5-4AE0-8988-4D92E0E14F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85EB4868-8A11-4CA8-8C20-F2EBB71345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307E89-3731-4D48-8B53-DF88CA74BE44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7131051"/>
      </p:ext>
    </p:extLst>
  </p:cSld>
  <p:clrMapOvr>
    <a:masterClrMapping/>
  </p:clrMapOvr>
  <p:transition spd="med"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_home">
            <a:extLst>
              <a:ext uri="{FF2B5EF4-FFF2-40B4-BE49-F238E27FC236}">
                <a16:creationId xmlns:a16="http://schemas.microsoft.com/office/drawing/2014/main" id="{199DADB5-2D50-40A3-9449-0AA72090C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0F1DF11E-BB15-40E2-AAE4-ACD396F4AA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88913"/>
            <a:ext cx="8642350" cy="6335712"/>
          </a:xfrm>
          <a:prstGeom prst="rect">
            <a:avLst/>
          </a:prstGeom>
          <a:solidFill>
            <a:schemeClr val="bg1">
              <a:alpha val="65881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5pPr>
            <a:lvl6pPr marL="25146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6pPr>
            <a:lvl7pPr marL="29718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7pPr>
            <a:lvl8pPr marL="34290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8pPr>
            <a:lvl9pPr marL="38862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9pPr>
          </a:lstStyle>
          <a:p>
            <a:pPr algn="ctr" rtl="1" eaLnBrk="1" hangingPunct="1">
              <a:spcBef>
                <a:spcPct val="50000"/>
              </a:spcBef>
              <a:defRPr/>
            </a:pPr>
            <a:endParaRPr lang="en-US" altLang="en-US"/>
          </a:p>
        </p:txBody>
      </p:sp>
      <p:pic>
        <p:nvPicPr>
          <p:cNvPr id="6" name="Picture 9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AF26CA04-EF81-48CB-8F18-F9AB34383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378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258888" y="2924175"/>
            <a:ext cx="6400800" cy="1081088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203781" name="Rectangle 5"/>
          <p:cNvSpPr>
            <a:spLocks noGrp="1" noChangeArrowheads="1"/>
          </p:cNvSpPr>
          <p:nvPr>
            <p:ph type="ctrTitle"/>
          </p:nvPr>
        </p:nvSpPr>
        <p:spPr>
          <a:xfrm>
            <a:off x="611188" y="836613"/>
            <a:ext cx="7772400" cy="208756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64BE74-3396-4C6F-B73F-3EF915AB54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95BBCC-661C-4BF7-BDFB-7403DA30D7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 algn="l"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10FFC6-DB52-4571-ADB1-DC45F098EA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 eaLnBrk="0" hangingPunct="0">
              <a:defRPr/>
            </a:lvl1pPr>
          </a:lstStyle>
          <a:p>
            <a:fld id="{BF1C44DA-E11D-48E3-8AAA-8B27D820FC09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9427094"/>
      </p:ext>
    </p:extLst>
  </p:cSld>
  <p:clrMapOvr>
    <a:masterClrMapping/>
  </p:clrMapOvr>
  <p:transition spd="med"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CE2D351-F64A-4830-8EC4-FF18EFCFA2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5304647-5B61-4011-B8D8-93BE884E6A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08587687-869B-4D69-8F31-B308FFAB6C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B8E8C4F6-739C-4505-819E-392CD4F11341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1186040"/>
      </p:ext>
    </p:extLst>
  </p:cSld>
  <p:clrMapOvr>
    <a:masterClrMapping/>
  </p:clrMapOvr>
  <p:transition spd="med">
    <p:fade thruBlk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A477092-C2D9-4B03-8F58-E366CC6B12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8FE2EE9-46FF-46EC-913C-2AF97BCB89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0608F0B-2479-4673-B746-65E16A161E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C116F904-EFDC-425F-A6FB-0E23B710842B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0354804"/>
      </p:ext>
    </p:extLst>
  </p:cSld>
  <p:clrMapOvr>
    <a:masterClrMapping/>
  </p:clrMapOvr>
  <p:transition spd="med">
    <p:fade thruBlk="1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D9DF458-4178-4AE6-92D0-56B78AD451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37135D7-D079-48F2-A647-5B08A1A3A1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695199CC-6D7C-4B6C-B6FD-6DC671A1D0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2542908E-1F78-4CFA-87E5-8E69C0510D63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1938580"/>
      </p:ext>
    </p:extLst>
  </p:cSld>
  <p:clrMapOvr>
    <a:masterClrMapping/>
  </p:clrMapOvr>
  <p:transition spd="med">
    <p:fade thruBlk="1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CAAED3F-A305-44F5-8B78-E91FDED8036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6901BB7D-1EE6-4AD8-8759-44D38FED25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BA046AFB-C9C5-4E8C-80CF-5D3639E1EC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4A561CB1-51D7-456D-9862-6E5C1E77AB57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3516374"/>
      </p:ext>
    </p:extLst>
  </p:cSld>
  <p:clrMapOvr>
    <a:masterClrMapping/>
  </p:clrMapOvr>
  <p:transition spd="med">
    <p:fade thruBlk="1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C694668-36C2-426A-905D-AB13CE6E1C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FA7B8F0-E148-41CD-9D16-69DC5A0A09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3CDA2C0E-EEC6-4FD2-BA36-0B433210DE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BE8DD384-2920-4D79-A97C-EA618D17FFA4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7581001"/>
      </p:ext>
    </p:extLst>
  </p:cSld>
  <p:clrMapOvr>
    <a:masterClrMapping/>
  </p:clrMapOvr>
  <p:transition spd="med">
    <p:fade thruBlk="1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CD4E1B6B-4F77-4726-8D04-43813965A3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AC4BA092-B68F-43E7-A75E-73B864FF2A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AF15C0DA-0731-41AC-912D-10AF778E5D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E751E9BA-1816-4DFD-8EA1-B32460B24D20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6615837"/>
      </p:ext>
    </p:extLst>
  </p:cSld>
  <p:clrMapOvr>
    <a:masterClrMapping/>
  </p:clrMapOvr>
  <p:transition spd="med">
    <p:fade thruBlk="1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1C32F58-0E5B-41FD-BEE4-C39AF6C2BA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FB57853-0BE8-4312-98A2-B2186C27DF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3BAF7BB7-B067-4C04-A65A-C0A359DE88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AE826D09-C683-4BB3-B8A9-6F88180531B7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5326612"/>
      </p:ext>
    </p:extLst>
  </p:cSld>
  <p:clrMapOvr>
    <a:masterClrMapping/>
  </p:clrMapOvr>
  <p:transition spd="med">
    <p:fade thruBlk="1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C6E5AE2-EB86-4141-AC1B-AB7F64B9F1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DDFC91B-57DE-43CF-A5FE-7E00FCA70B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0AD9AA7-EA7E-41ED-AAA5-E670DB62CA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F2D24F92-A539-4A03-9B74-12638C20C84C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9843191"/>
      </p:ext>
    </p:extLst>
  </p:cSld>
  <p:clrMapOvr>
    <a:masterClrMapping/>
  </p:clrMapOvr>
  <p:transition spd="med">
    <p:fade thruBlk="1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591C52A-A5C6-44CA-BC38-FB1E8F199DB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8B4774A-0AF0-447F-AD06-371CF1F9BA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E03DE287-F349-431D-B705-C65E33E0B3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22EA8434-B9BB-45BD-88F1-05C8DCD06655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8649254"/>
      </p:ext>
    </p:extLst>
  </p:cSld>
  <p:clrMapOvr>
    <a:masterClrMapping/>
  </p:clrMapOvr>
  <p:transition spd="med">
    <p:fade thruBlk="1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15125" y="188913"/>
            <a:ext cx="2178050" cy="63706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9388" y="188913"/>
            <a:ext cx="6383337" cy="63706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36B21DA-2F3A-4322-9226-55A4CD3285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B44EBCA-282A-4FC8-ADF4-1CED23A46BC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EE1F912D-8FF5-4F88-8827-D54DD818CD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A5E4B7D5-A62C-4707-BD24-560EBF02C7F6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8542796"/>
      </p:ext>
    </p:extLst>
  </p:cSld>
  <p:clrMapOvr>
    <a:masterClrMapping/>
  </p:clrMapOvr>
  <p:transition spd="med">
    <p:fade thruBlk="1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188913"/>
            <a:ext cx="8353425" cy="7191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79388" y="908050"/>
            <a:ext cx="8713787" cy="56515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893C762-A6EB-495E-8964-DEF83EB865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75A615F-B99D-4F7F-9718-4B9D5D908C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F8C86397-45FC-4F71-9C3E-9271566EAD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EC672A9B-1898-469D-BB31-050FC9493166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2500366"/>
      </p:ext>
    </p:extLst>
  </p:cSld>
  <p:clrMapOvr>
    <a:masterClrMapping/>
  </p:clrMapOvr>
  <p:transition spd="med">
    <p:fade thruBlk="1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188913"/>
            <a:ext cx="8353425" cy="7191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14AB265-235B-4643-A7BA-AAD3C111AC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BE5C9EE-4C78-4C1D-BE5E-13B283E881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27A32CDE-D624-4F86-8552-FC44946125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379D4E64-8C8A-472C-BAE3-D257F352061E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6793282"/>
      </p:ext>
    </p:extLst>
  </p:cSld>
  <p:clrMapOvr>
    <a:masterClrMapping/>
  </p:clrMapOvr>
  <p:transition spd="med">
    <p:fade thruBlk="1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_home">
            <a:extLst>
              <a:ext uri="{FF2B5EF4-FFF2-40B4-BE49-F238E27FC236}">
                <a16:creationId xmlns:a16="http://schemas.microsoft.com/office/drawing/2014/main" id="{69672FCC-495E-495B-A0A2-56498157C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E0EC2AA9-2F12-4A0B-8177-3EF32683F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88913"/>
            <a:ext cx="8642350" cy="6335712"/>
          </a:xfrm>
          <a:prstGeom prst="rect">
            <a:avLst/>
          </a:prstGeom>
          <a:solidFill>
            <a:schemeClr val="bg1">
              <a:alpha val="65881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 eaLnBrk="1" hangingPunct="1">
              <a:spcBef>
                <a:spcPct val="50000"/>
              </a:spcBef>
              <a:defRPr/>
            </a:pPr>
            <a:endParaRPr lang="en-US" altLang="en-US"/>
          </a:p>
        </p:txBody>
      </p:sp>
      <p:pic>
        <p:nvPicPr>
          <p:cNvPr id="6" name="Picture 9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771F87FC-4157-4E4D-B3DC-A4B12453DC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378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258888" y="2924175"/>
            <a:ext cx="6400800" cy="1081088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203781" name="Rectangle 5"/>
          <p:cNvSpPr>
            <a:spLocks noGrp="1" noChangeArrowheads="1"/>
          </p:cNvSpPr>
          <p:nvPr>
            <p:ph type="ctrTitle"/>
          </p:nvPr>
        </p:nvSpPr>
        <p:spPr>
          <a:xfrm>
            <a:off x="611188" y="836613"/>
            <a:ext cx="7772400" cy="208756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DCAD33-8F6F-43B0-906B-B69422DD7D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7FEB77-501E-45F7-953B-C663480675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 algn="l"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28D3B6-0A3A-4B97-BA2D-3091FE656E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 eaLnBrk="0" hangingPunct="0">
              <a:defRPr/>
            </a:lvl1pPr>
          </a:lstStyle>
          <a:p>
            <a:fld id="{69974774-167D-413B-9683-5E6DBA36DDBE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3657078"/>
      </p:ext>
    </p:extLst>
  </p:cSld>
  <p:clrMapOvr>
    <a:masterClrMapping/>
  </p:clrMapOvr>
  <p:transition spd="med">
    <p:fade thruBlk="1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8F739-5AC5-469F-9E1C-E7DB945A7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AE04A-6D9E-477D-BB7C-2B42C4751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D86B4B-0337-487E-9C35-C10EF8DB0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07A4DA3B-0138-47DA-9675-171B06BE4E65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3343807"/>
      </p:ext>
    </p:extLst>
  </p:cSld>
  <p:clrMapOvr>
    <a:masterClrMapping/>
  </p:clrMapOvr>
  <p:transition spd="med">
    <p:fade thruBlk="1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42202-757C-4941-85A1-94113CEB2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5BF78-E646-478D-8D3D-2F82B23A4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BAF72-2DDC-4DDD-9AE6-928CC541B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09172686-D4F4-4FD5-9F73-CC7BF1DAEA5D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1433594"/>
      </p:ext>
    </p:extLst>
  </p:cSld>
  <p:clrMapOvr>
    <a:masterClrMapping/>
  </p:clrMapOvr>
  <p:transition spd="med">
    <p:fade thruBlk="1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E4FD77-E2E8-4029-BE2C-CDADB7B9E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3E319E-E785-4E21-9AA1-0535C36C7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553E84-24B0-47B9-B660-E2F4E4207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3665608E-C6FD-48F1-850E-47F2E5539240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2837878"/>
      </p:ext>
    </p:extLst>
  </p:cSld>
  <p:clrMapOvr>
    <a:masterClrMapping/>
  </p:clrMapOvr>
  <p:transition spd="med">
    <p:fade thruBlk="1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36A47D-05D8-445C-82C2-0EA3DDE18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18C6F2-AC8A-4EDC-BB00-DD72E0352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F18441-98C3-4196-84F7-F8D72FB18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F6A4F654-A93F-4522-A308-F5B9097EF866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8055619"/>
      </p:ext>
    </p:extLst>
  </p:cSld>
  <p:clrMapOvr>
    <a:masterClrMapping/>
  </p:clrMapOvr>
  <p:transition spd="med">
    <p:fade thruBlk="1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71743C-717D-4B15-8401-E3D45256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C4498F-C9A5-4036-95A3-B98507899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466446-CDA7-4A43-8610-42C542B07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8DA116C9-29C5-4024-BAB8-44696EECDFE2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0529962"/>
      </p:ext>
    </p:extLst>
  </p:cSld>
  <p:clrMapOvr>
    <a:masterClrMapping/>
  </p:clrMapOvr>
  <p:transition spd="med">
    <p:fade thruBlk="1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4B5527-1548-486D-B8D9-9A08DDD71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1C2BBA-2AE3-47A8-B2A6-AA30E3AB2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C2B5E-A22C-414F-9F80-5139AEC4A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01D9DFC7-7C46-42AD-8901-F41B00A8B071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6122607"/>
      </p:ext>
    </p:extLst>
  </p:cSld>
  <p:clrMapOvr>
    <a:masterClrMapping/>
  </p:clrMapOvr>
  <p:transition spd="med">
    <p:fade thruBlk="1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16E45A-DE48-42EF-8653-ADD848978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88A39D-9724-4C5F-84AE-7D13A496A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5A9F42-B131-4F58-8D69-35121B707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CBAF155D-CF65-45AC-966F-5DA345897484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954797"/>
      </p:ext>
    </p:extLst>
  </p:cSld>
  <p:clrMapOvr>
    <a:masterClrMapping/>
  </p:clrMapOvr>
  <p:transition spd="med">
    <p:fade thruBlk="1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1B3836-FDF5-4DFE-BF49-989B65AFA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B4BAF3-B0EA-42D6-8969-AB4D48CC4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B1B6CB-4872-4D1B-A017-A9ABE4C90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4AC402CC-68D5-4CEF-94B4-4A7B1A346E3D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926321"/>
      </p:ext>
    </p:extLst>
  </p:cSld>
  <p:clrMapOvr>
    <a:masterClrMapping/>
  </p:clrMapOvr>
  <p:transition spd="med">
    <p:fade thruBlk="1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04ABD-57BB-4ACD-9C6C-CE7C4CC54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86650-48A0-49EE-B004-28E8381C2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1EC7B-3E3A-4C29-9FC5-00393EC64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7F00ACDC-D657-44D9-A941-EAAC4353950D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6937230"/>
      </p:ext>
    </p:extLst>
  </p:cSld>
  <p:clrMapOvr>
    <a:masterClrMapping/>
  </p:clrMapOvr>
  <p:transition spd="med">
    <p:fade thruBlk="1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15125" y="188913"/>
            <a:ext cx="2178050" cy="63706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9388" y="188913"/>
            <a:ext cx="6383337" cy="63706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F1B57-C434-4380-8F3A-0791B74E8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2FB2B-A4F2-4096-B7C0-41CE34D74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A23FC-325E-4EFB-B397-645B419DE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D6C36312-46D2-4D34-B62B-DC8D04C160E3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0556905"/>
      </p:ext>
    </p:extLst>
  </p:cSld>
  <p:clrMapOvr>
    <a:masterClrMapping/>
  </p:clrMapOvr>
  <p:transition spd="med">
    <p:fade thruBlk="1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188913"/>
            <a:ext cx="8353425" cy="7191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79388" y="908050"/>
            <a:ext cx="8713787" cy="56515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C3CAF-B222-48B4-B1E0-E2AC376BF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DE143-9650-414F-A9FE-9D5193485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84F70-E23E-4B2C-9C32-022796462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E3610D89-88F2-4208-8F9E-262CCFBC909C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7539568"/>
      </p:ext>
    </p:extLst>
  </p:cSld>
  <p:clrMapOvr>
    <a:masterClrMapping/>
  </p:clrMapOvr>
  <p:transition spd="med">
    <p:fade thruBlk="1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188913"/>
            <a:ext cx="8353425" cy="7191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Online Image Placeholder 3"/>
          <p:cNvSpPr>
            <a:spLocks noGrp="1"/>
          </p:cNvSpPr>
          <p:nvPr>
            <p:ph type="clipArt"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C2CA54-7C04-4E71-B530-F30872D11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E5A6EF-1AE0-4920-BC5D-3DA983DA8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eaLnBrk="0" hangingPunct="0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27D174-2A17-4398-AF27-295B53101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0AEED5D8-87C8-4540-B579-100A0E55D18D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7928444"/>
      </p:ext>
    </p:extLst>
  </p:cSld>
  <p:clrMapOvr>
    <a:masterClrMapping/>
  </p:clrMapOvr>
  <p:transition spd="med">
    <p:fade thruBlk="1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39DBA528-93BD-417F-8E6D-DA75C81CF9DB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A5FA3FBF-7BBC-4255-8176-0B1D480CEF07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0" eaLnBrk="1" hangingPunct="1">
                <a:defRPr/>
              </a:pPr>
              <a:endParaRPr 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672FA86C-B5B6-4188-BD81-D4034DF9859C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l" rtl="0" eaLnBrk="1" hangingPunct="1">
                <a:defRPr/>
              </a:pPr>
              <a:endParaRPr 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5">
              <a:extLst>
                <a:ext uri="{FF2B5EF4-FFF2-40B4-BE49-F238E27FC236}">
                  <a16:creationId xmlns:a16="http://schemas.microsoft.com/office/drawing/2014/main" id="{097F3D9A-BB7F-4607-9A46-88463EEA89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>
                <a:extLst>
                  <a:ext uri="{FF2B5EF4-FFF2-40B4-BE49-F238E27FC236}">
                    <a16:creationId xmlns:a16="http://schemas.microsoft.com/office/drawing/2014/main" id="{D1EA799D-5803-41F6-9439-4E7F5BC5F33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l" rtl="0" eaLnBrk="1" hangingPunct="1">
                  <a:defRPr/>
                </a:pPr>
                <a:endParaRPr lang="en-US" sz="2400" b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7">
                <a:extLst>
                  <a:ext uri="{FF2B5EF4-FFF2-40B4-BE49-F238E27FC236}">
                    <a16:creationId xmlns:a16="http://schemas.microsoft.com/office/drawing/2014/main" id="{1747678F-465B-4EFB-8054-80FC89195A3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l" rtl="0" eaLnBrk="1" hangingPunct="1">
                  <a:defRPr/>
                </a:pPr>
                <a:endParaRPr lang="en-US" sz="2400" b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8">
                <a:extLst>
                  <a:ext uri="{FF2B5EF4-FFF2-40B4-BE49-F238E27FC236}">
                    <a16:creationId xmlns:a16="http://schemas.microsoft.com/office/drawing/2014/main" id="{5E34CD47-008F-4EF6-BF69-E49BAA2D155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l" rtl="0" eaLnBrk="1" hangingPunct="1">
                  <a:defRPr/>
                </a:pPr>
                <a:endParaRPr lang="en-US" sz="2400" b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9">
                <a:extLst>
                  <a:ext uri="{FF2B5EF4-FFF2-40B4-BE49-F238E27FC236}">
                    <a16:creationId xmlns:a16="http://schemas.microsoft.com/office/drawing/2014/main" id="{11F50696-1F54-4EE8-9D2E-3CCFB2552E9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l" rtl="0" eaLnBrk="1" hangingPunct="1">
                  <a:defRPr/>
                </a:pPr>
                <a:endParaRPr lang="en-US" sz="2400" b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0">
                <a:extLst>
                  <a:ext uri="{FF2B5EF4-FFF2-40B4-BE49-F238E27FC236}">
                    <a16:creationId xmlns:a16="http://schemas.microsoft.com/office/drawing/2014/main" id="{0BCBF09D-3453-431F-8E1A-053A8A31E85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l" rtl="0" eaLnBrk="1" hangingPunct="1">
                  <a:defRPr/>
                </a:pPr>
                <a:endParaRPr lang="en-US" sz="2400" b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1">
                <a:extLst>
                  <a:ext uri="{FF2B5EF4-FFF2-40B4-BE49-F238E27FC236}">
                    <a16:creationId xmlns:a16="http://schemas.microsoft.com/office/drawing/2014/main" id="{FCA18C9E-37F6-44A9-B408-F3C471DF5DD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l" rtl="0" eaLnBrk="1" hangingPunct="1">
                  <a:defRPr/>
                </a:pPr>
                <a:endParaRPr lang="en-US" sz="2400" b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2">
                <a:extLst>
                  <a:ext uri="{FF2B5EF4-FFF2-40B4-BE49-F238E27FC236}">
                    <a16:creationId xmlns:a16="http://schemas.microsoft.com/office/drawing/2014/main" id="{483AFA75-0AB3-47A1-B98F-59272871F6F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l" rtl="0" eaLnBrk="1" hangingPunct="1">
                  <a:defRPr/>
                </a:pPr>
                <a:endParaRPr lang="en-US" sz="2400" b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3">
                <a:extLst>
                  <a:ext uri="{FF2B5EF4-FFF2-40B4-BE49-F238E27FC236}">
                    <a16:creationId xmlns:a16="http://schemas.microsoft.com/office/drawing/2014/main" id="{18C414B1-46AC-432C-A042-5FC1C629886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l" rtl="0" eaLnBrk="1" hangingPunct="1">
                  <a:defRPr/>
                </a:pPr>
                <a:endParaRPr lang="en-US" sz="2400" b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4">
                <a:extLst>
                  <a:ext uri="{FF2B5EF4-FFF2-40B4-BE49-F238E27FC236}">
                    <a16:creationId xmlns:a16="http://schemas.microsoft.com/office/drawing/2014/main" id="{D080E69D-7819-4753-8268-E90D1AECFBA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l" rtl="0" eaLnBrk="1" hangingPunct="1">
                  <a:defRPr/>
                </a:pPr>
                <a:endParaRPr lang="en-US" sz="2400" b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5">
                <a:extLst>
                  <a:ext uri="{FF2B5EF4-FFF2-40B4-BE49-F238E27FC236}">
                    <a16:creationId xmlns:a16="http://schemas.microsoft.com/office/drawing/2014/main" id="{8C0F8AF0-5869-4576-BA80-B49FACA50A5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algn="r" rtl="1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l" rtl="0" eaLnBrk="1" hangingPunct="1">
                  <a:defRPr/>
                </a:pPr>
                <a:endParaRPr lang="en-US" sz="2400" b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513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14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E86F9F0C-8061-4184-91D3-53F82F679C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1175A364-D3AC-4C4A-9E34-032084B90C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" name="Rectangle 18">
            <a:extLst>
              <a:ext uri="{FF2B5EF4-FFF2-40B4-BE49-F238E27FC236}">
                <a16:creationId xmlns:a16="http://schemas.microsoft.com/office/drawing/2014/main" id="{2A27A3AF-6668-4DAD-A0C5-AE8B4D2BDE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042DAFC7-4067-4080-A80E-453DBE989A27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344209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90B7F00-8039-49DE-9C2D-1EE0632FE64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F47895D-C934-469E-8D4E-B9DFDC8A454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fld id="{F348D681-70AC-49D2-A533-04DDB77B106B}" type="slidenum">
              <a:rPr lang="he-IL" altLang="en-US"/>
              <a:pPr/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F1A93A9A-0E08-4EDC-B409-54538E73982C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59549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DE83025-F244-4395-A396-B3EB5FCEA5A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579673E-4040-4166-BE5E-E327BC3ACD9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fld id="{C948272C-A495-414D-9D08-760C0DDE58E7}" type="slidenum">
              <a:rPr lang="he-IL" altLang="en-US"/>
              <a:pPr/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4654ECAB-F2B5-4B86-94DC-453A57BC9797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37099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C53CA7B-16C1-46B5-ABA7-F2CB94D1CA2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544F226-3B07-4D8D-93B4-F98778085C1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fld id="{45A12237-F497-4B8E-8A0B-B5BD1D026FBC}" type="slidenum">
              <a:rPr lang="he-IL" altLang="en-US"/>
              <a:pPr/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CA3F3470-E2F9-4E09-BB0E-152B6A816CE0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51834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D677AC2-3E11-4146-83A5-16B2B452FE3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77E5320-91EB-48F3-80C1-56B84ACBFE1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fld id="{89B3E42B-B82F-4562-9D8A-735C6BEDAD55}" type="slidenum">
              <a:rPr lang="he-IL" altLang="en-US"/>
              <a:pPr/>
              <a:t>‹#›</a:t>
            </a:fld>
            <a:endParaRPr lang="en-US" altLang="en-US"/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654AAC10-2DF4-4648-9AB1-7AF6DDB895E9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20980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F1C1B2-2078-4240-8169-5E20B4F1000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B4E0D-24A9-4ECA-93B9-0C7138929A6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fld id="{9FE33C40-A63E-4E10-84C4-332AAF2BB9C9}" type="slidenum">
              <a:rPr lang="he-IL" altLang="en-US"/>
              <a:pPr/>
              <a:t>‹#›</a:t>
            </a:fld>
            <a:endParaRPr lang="en-US" altLang="en-US"/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480DFE94-25B6-433B-8537-5465B0A380FF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75963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2039D54-FB5A-4C6C-B807-502A9021640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9337662-8097-4D38-B1DA-523BCE98A45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fld id="{60D9865E-ABEC-4E7C-BE5D-FB50A067524D}" type="slidenum">
              <a:rPr lang="he-IL" altLang="en-US"/>
              <a:pPr/>
              <a:t>‹#›</a:t>
            </a:fld>
            <a:endParaRPr lang="en-US" altLang="en-US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0F6B3D70-6F73-4538-9C74-890B61AA96A2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68456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2A528B0-A990-432B-BACA-B1CFA0525D8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CE18C6C-0148-4037-9C64-431844E91BA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fld id="{888E49AC-C67A-4B4B-9008-820245CE41B6}" type="slidenum">
              <a:rPr lang="he-IL" altLang="en-US"/>
              <a:pPr/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5744A6AC-A976-4F4B-AB21-1D192B981CFF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95457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he-IL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9E79999-E672-46C3-97E0-A00C5F30FD8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341D363-C795-4351-83AA-A478F03BFBD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fld id="{2D1171DE-17D3-4B5A-AA72-7442FDBC6E1E}" type="slidenum">
              <a:rPr lang="he-IL" altLang="en-US"/>
              <a:pPr/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7FCC9F7E-4089-4860-A898-6CF7DF7D8D0E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57833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FBA7324-7853-4AD2-ADD1-F98AB761FF5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7DF9AB4-3624-4DB3-BB75-421E1FC5FD6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fld id="{AD428F41-2F16-445C-AED3-2C4AA6037DC1}" type="slidenum">
              <a:rPr lang="he-IL" altLang="en-US"/>
              <a:pPr/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6909CF25-12F0-48E8-B217-482AAFC2ADD2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92085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820BF2F-7749-4955-BD79-6F721B2BF55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FAA26E9-704E-4759-A421-D55DC256215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fld id="{3192E505-5AB3-409A-8667-D6C733DE4184}" type="slidenum">
              <a:rPr lang="he-IL" altLang="en-US"/>
              <a:pPr/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586166E2-8A64-48C5-922B-E3769ED3F7CC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04697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pPr lvl="0"/>
            <a:endParaRPr lang="he-IL" noProof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D85D7D7-DB82-41AF-94AB-7A0DD07FF61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F4B051E-A959-49DD-A1B8-C79D44CB623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fld id="{A3EFF8EF-529B-4560-B7FD-CFEFA167D1B7}" type="slidenum">
              <a:rPr lang="he-IL" altLang="en-US"/>
              <a:pPr/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F9654B0D-C42F-425E-8EBD-2F548246C4C5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38160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Online Image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endParaRPr lang="he-IL" noProof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F5FC611-6666-4B8D-969D-5F10081F54F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CAB71E4-B361-4967-8ABB-D40BE39F0D0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fld id="{9B9A7D8A-B477-44CF-9700-3452A4AEC7DD}" type="slidenum">
              <a:rPr lang="he-IL" altLang="en-US"/>
              <a:pPr/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68E983FC-500C-4B3F-A336-61CC1064CCF0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56916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FAFAEF4-DCCE-4AB0-8A8C-808FBB011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 eaLnBrk="0" fontAlgn="base" hangingPunct="0">
              <a:spcBef>
                <a:spcPct val="0"/>
              </a:spcBef>
              <a:spcAft>
                <a:spcPct val="0"/>
              </a:spcAft>
              <a:defRPr b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407A4FB-469C-46B9-AED5-9CC958CE46B4}" type="datetime8">
              <a:rPr lang="he-IL"/>
              <a:pPr>
                <a:defRPr/>
              </a:pPr>
              <a:t>22 מרץ 20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E85E440-6A7C-4195-A3AB-A9F41A32D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 eaLnBrk="0" fontAlgn="base" hangingPunct="0">
              <a:spcBef>
                <a:spcPct val="0"/>
              </a:spcBef>
              <a:spcAft>
                <a:spcPct val="0"/>
              </a:spcAft>
              <a:defRPr b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he-IL"/>
              <a:t>התנהגות ארגונית מאקרו- ד"ר אשרית כספי ברוך</a:t>
            </a:r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8F5A700-214F-4A3F-BB0F-67D91C928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 eaLnBrk="0" hangingPunct="0">
              <a:defRPr b="1">
                <a:latin typeface="Arial" panose="020B0604020202020204" pitchFamily="34" charset="0"/>
              </a:defRPr>
            </a:lvl1pPr>
          </a:lstStyle>
          <a:p>
            <a:fld id="{58AA1329-9959-479A-A06A-5AA72CDDC36D}" type="slidenum">
              <a:rPr lang="he-IL" altLang="en-US"/>
              <a:pPr/>
              <a:t>‹#›</a:t>
            </a:fld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128934919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BB818E5-4418-4AF6-9498-7F22E1397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 eaLnBrk="0" fontAlgn="base" hangingPunct="0">
              <a:spcBef>
                <a:spcPct val="0"/>
              </a:spcBef>
              <a:spcAft>
                <a:spcPct val="0"/>
              </a:spcAft>
              <a:defRPr b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27B4FB8-6340-4273-A26E-CB1AADD6C7A6}" type="datetime8">
              <a:rPr lang="he-IL"/>
              <a:pPr>
                <a:defRPr/>
              </a:pPr>
              <a:t>22 מרץ 20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AA7475F-7D01-4908-8429-E520EECA4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 eaLnBrk="0" fontAlgn="base" hangingPunct="0">
              <a:spcBef>
                <a:spcPct val="0"/>
              </a:spcBef>
              <a:spcAft>
                <a:spcPct val="0"/>
              </a:spcAft>
              <a:defRPr b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he-IL"/>
              <a:t>התנהגות ארגונית מאקרו- ד"ר אשרית כספי ברוך</a:t>
            </a:r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5CEC561-4CAB-44D9-906B-A1594893D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 eaLnBrk="0" hangingPunct="0">
              <a:defRPr b="1">
                <a:latin typeface="Arial" panose="020B0604020202020204" pitchFamily="34" charset="0"/>
              </a:defRPr>
            </a:lvl1pPr>
          </a:lstStyle>
          <a:p>
            <a:fld id="{2A426E12-9EE3-4505-9961-BF4BCA21F6AD}" type="slidenum">
              <a:rPr lang="he-IL" altLang="en-US"/>
              <a:pPr/>
              <a:t>‹#›</a:t>
            </a:fld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207952913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5FB0152-0EC7-42E5-AD33-6F4A3CB9C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 eaLnBrk="0" fontAlgn="base" hangingPunct="0">
              <a:spcBef>
                <a:spcPct val="0"/>
              </a:spcBef>
              <a:spcAft>
                <a:spcPct val="0"/>
              </a:spcAft>
              <a:defRPr b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0FB393F-8314-443E-9E6B-1C1FD066D74E}" type="datetime8">
              <a:rPr lang="he-IL"/>
              <a:pPr>
                <a:defRPr/>
              </a:pPr>
              <a:t>22 מרץ 20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70689F2-D4C4-4171-B87C-542C16809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 eaLnBrk="0" fontAlgn="base" hangingPunct="0">
              <a:spcBef>
                <a:spcPct val="0"/>
              </a:spcBef>
              <a:spcAft>
                <a:spcPct val="0"/>
              </a:spcAft>
              <a:defRPr b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he-IL"/>
              <a:t>התנהגות ארגונית מאקרו- ד"ר אשרית כספי ברוך</a:t>
            </a:r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E7D3E06-F6D2-49F4-9C87-168793BE2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 eaLnBrk="0" hangingPunct="0">
              <a:defRPr b="1">
                <a:latin typeface="Arial" panose="020B0604020202020204" pitchFamily="34" charset="0"/>
              </a:defRPr>
            </a:lvl1pPr>
          </a:lstStyle>
          <a:p>
            <a:fld id="{C107163D-ACD3-4D69-BE3F-B6B4ED45D075}" type="slidenum">
              <a:rPr lang="he-IL" altLang="en-US"/>
              <a:pPr/>
              <a:t>‹#›</a:t>
            </a:fld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123109171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2E4A3120-EEA1-4CBA-8AAB-AA424481D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 eaLnBrk="0" fontAlgn="base" hangingPunct="0">
              <a:spcBef>
                <a:spcPct val="0"/>
              </a:spcBef>
              <a:spcAft>
                <a:spcPct val="0"/>
              </a:spcAft>
              <a:defRPr b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2D3ED98-9787-4EB6-9477-00A483DA8F3F}" type="datetime8">
              <a:rPr lang="he-IL"/>
              <a:pPr>
                <a:defRPr/>
              </a:pPr>
              <a:t>22 מרץ 20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4321BA08-8DA3-4B20-8F1A-5F6F6D218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 eaLnBrk="0" fontAlgn="base" hangingPunct="0">
              <a:spcBef>
                <a:spcPct val="0"/>
              </a:spcBef>
              <a:spcAft>
                <a:spcPct val="0"/>
              </a:spcAft>
              <a:defRPr b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he-IL"/>
              <a:t>התנהגות ארגונית מאקרו- ד"ר אשרית כספי ברוך</a:t>
            </a:r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20E3B750-0A40-45F2-9466-9C462C398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 eaLnBrk="0" hangingPunct="0">
              <a:defRPr b="1">
                <a:latin typeface="Arial" panose="020B0604020202020204" pitchFamily="34" charset="0"/>
              </a:defRPr>
            </a:lvl1pPr>
          </a:lstStyle>
          <a:p>
            <a:fld id="{FA5C3DD8-4879-48A0-846F-5532314929A7}" type="slidenum">
              <a:rPr lang="he-IL" altLang="en-US"/>
              <a:pPr/>
              <a:t>‹#›</a:t>
            </a:fld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67620733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BCD1B3F7-A504-4249-99E8-CDFE45700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 eaLnBrk="0" fontAlgn="base" hangingPunct="0">
              <a:spcBef>
                <a:spcPct val="0"/>
              </a:spcBef>
              <a:spcAft>
                <a:spcPct val="0"/>
              </a:spcAft>
              <a:defRPr b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256A7F3-B33B-4C76-83C8-5BD242E99433}" type="datetime8">
              <a:rPr lang="he-IL"/>
              <a:pPr>
                <a:defRPr/>
              </a:pPr>
              <a:t>22 מרץ 20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4E633DD4-72EE-4E76-AC82-0D38674F9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 eaLnBrk="0" fontAlgn="base" hangingPunct="0">
              <a:spcBef>
                <a:spcPct val="0"/>
              </a:spcBef>
              <a:spcAft>
                <a:spcPct val="0"/>
              </a:spcAft>
              <a:defRPr b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he-IL"/>
              <a:t>התנהגות ארגונית מאקרו- ד"ר אשרית כספי ברוך</a:t>
            </a:r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B92D381B-C560-448F-A6AC-2FEA2DFE6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 eaLnBrk="0" hangingPunct="0">
              <a:defRPr b="1">
                <a:latin typeface="Arial" panose="020B0604020202020204" pitchFamily="34" charset="0"/>
              </a:defRPr>
            </a:lvl1pPr>
          </a:lstStyle>
          <a:p>
            <a:fld id="{D4F1111D-F925-4C2B-9C82-CBE2D0B3E760}" type="slidenum">
              <a:rPr lang="he-IL" altLang="en-US"/>
              <a:pPr/>
              <a:t>‹#›</a:t>
            </a:fld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296520792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932A3F3E-74F8-47FC-91DB-0DE1D69F9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 eaLnBrk="0" fontAlgn="base" hangingPunct="0">
              <a:spcBef>
                <a:spcPct val="0"/>
              </a:spcBef>
              <a:spcAft>
                <a:spcPct val="0"/>
              </a:spcAft>
              <a:defRPr b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30A9548-BC31-4EE6-B808-0CC533DDE8F6}" type="datetime8">
              <a:rPr lang="he-IL"/>
              <a:pPr>
                <a:defRPr/>
              </a:pPr>
              <a:t>22 מרץ 20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3613CABB-92AB-4F1E-ABE8-F61AA2276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 eaLnBrk="0" fontAlgn="base" hangingPunct="0">
              <a:spcBef>
                <a:spcPct val="0"/>
              </a:spcBef>
              <a:spcAft>
                <a:spcPct val="0"/>
              </a:spcAft>
              <a:defRPr b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he-IL"/>
              <a:t>התנהגות ארגונית מאקרו- ד"ר אשרית כספי ברוך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AB84095E-66E7-4993-8CBB-E175EE6B1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 eaLnBrk="0" hangingPunct="0">
              <a:defRPr b="1">
                <a:latin typeface="Arial" panose="020B0604020202020204" pitchFamily="34" charset="0"/>
              </a:defRPr>
            </a:lvl1pPr>
          </a:lstStyle>
          <a:p>
            <a:fld id="{BEF5B578-0506-45F1-B78F-7D1490EBC86A}" type="slidenum">
              <a:rPr lang="he-IL" altLang="en-US"/>
              <a:pPr/>
              <a:t>‹#›</a:t>
            </a:fld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301035506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8F90C061-FA3F-4C08-A207-F3EDA56B0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 eaLnBrk="0" fontAlgn="base" hangingPunct="0">
              <a:spcBef>
                <a:spcPct val="0"/>
              </a:spcBef>
              <a:spcAft>
                <a:spcPct val="0"/>
              </a:spcAft>
              <a:defRPr b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88CDFF9-ECBF-4B3B-913E-73E6C51495BA}" type="datetime8">
              <a:rPr lang="he-IL"/>
              <a:pPr>
                <a:defRPr/>
              </a:pPr>
              <a:t>22 מרץ 20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63218452-41D8-4FAE-9A89-EE31B95D6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 eaLnBrk="0" fontAlgn="base" hangingPunct="0">
              <a:spcBef>
                <a:spcPct val="0"/>
              </a:spcBef>
              <a:spcAft>
                <a:spcPct val="0"/>
              </a:spcAft>
              <a:defRPr b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he-IL"/>
              <a:t>התנהגות ארגונית מאקרו- ד"ר אשרית כספי ברוך</a:t>
            </a: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C00415B3-CBE6-4D68-BB92-37FF0409C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 eaLnBrk="0" hangingPunct="0">
              <a:defRPr b="1">
                <a:latin typeface="Arial" panose="020B0604020202020204" pitchFamily="34" charset="0"/>
              </a:defRPr>
            </a:lvl1pPr>
          </a:lstStyle>
          <a:p>
            <a:fld id="{C2FCDE90-EA9E-4BF1-BAC2-9C388BEEE2BE}" type="slidenum">
              <a:rPr lang="he-IL" altLang="en-US"/>
              <a:pPr/>
              <a:t>‹#›</a:t>
            </a:fld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304904519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609EEDDB-D63F-43EC-9560-0086C237A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 eaLnBrk="0" fontAlgn="base" hangingPunct="0">
              <a:spcBef>
                <a:spcPct val="0"/>
              </a:spcBef>
              <a:spcAft>
                <a:spcPct val="0"/>
              </a:spcAft>
              <a:defRPr b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4F1A67A-4966-47EE-B754-526B8EC2E8D3}" type="datetime8">
              <a:rPr lang="he-IL"/>
              <a:pPr>
                <a:defRPr/>
              </a:pPr>
              <a:t>22 מרץ 20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BCAA191-48B1-4044-82B0-1241FF7B4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 eaLnBrk="0" fontAlgn="base" hangingPunct="0">
              <a:spcBef>
                <a:spcPct val="0"/>
              </a:spcBef>
              <a:spcAft>
                <a:spcPct val="0"/>
              </a:spcAft>
              <a:defRPr b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he-IL"/>
              <a:t>התנהגות ארגונית מאקרו- ד"ר אשרית כספי ברוך</a:t>
            </a:r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CFCB9D5-0FA9-4302-97D9-3B2656B5B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 eaLnBrk="0" hangingPunct="0">
              <a:defRPr b="1">
                <a:latin typeface="Arial" panose="020B0604020202020204" pitchFamily="34" charset="0"/>
              </a:defRPr>
            </a:lvl1pPr>
          </a:lstStyle>
          <a:p>
            <a:fld id="{0CB93870-EC6D-484F-B4BB-C002E5EEB16D}" type="slidenum">
              <a:rPr lang="he-IL" altLang="en-US"/>
              <a:pPr/>
              <a:t>‹#›</a:t>
            </a:fld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349254435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1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he-IL" noProof="0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A6BA4870-F3ED-4DEE-B48D-C4E514F05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 eaLnBrk="0" fontAlgn="base" hangingPunct="0">
              <a:spcBef>
                <a:spcPct val="0"/>
              </a:spcBef>
              <a:spcAft>
                <a:spcPct val="0"/>
              </a:spcAft>
              <a:defRPr b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91F7F0D-4BEF-4B0C-AB73-C135B1960A2C}" type="datetime8">
              <a:rPr lang="he-IL"/>
              <a:pPr>
                <a:defRPr/>
              </a:pPr>
              <a:t>22 מרץ 20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804B83B-873B-47CF-A26F-9F3AA4D2A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 eaLnBrk="0" fontAlgn="base" hangingPunct="0">
              <a:spcBef>
                <a:spcPct val="0"/>
              </a:spcBef>
              <a:spcAft>
                <a:spcPct val="0"/>
              </a:spcAft>
              <a:defRPr b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he-IL"/>
              <a:t>התנהגות ארגונית מאקרו- ד"ר אשרית כספי ברוך</a:t>
            </a:r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55A57CE0-62B0-4F85-A7CA-109EDCC21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 eaLnBrk="0" hangingPunct="0">
              <a:defRPr b="1">
                <a:latin typeface="Arial" panose="020B0604020202020204" pitchFamily="34" charset="0"/>
              </a:defRPr>
            </a:lvl1pPr>
          </a:lstStyle>
          <a:p>
            <a:fld id="{EBA8AE49-0B07-4068-8E52-1C24811A3719}" type="slidenum">
              <a:rPr lang="he-IL" altLang="en-US"/>
              <a:pPr/>
              <a:t>‹#›</a:t>
            </a:fld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35882171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DC3DA30-8575-45E5-B823-64D5497DB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 eaLnBrk="0" fontAlgn="base" hangingPunct="0">
              <a:spcBef>
                <a:spcPct val="0"/>
              </a:spcBef>
              <a:spcAft>
                <a:spcPct val="0"/>
              </a:spcAft>
              <a:defRPr b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51DF640-3291-4125-A110-774FB3FCA56C}" type="datetime8">
              <a:rPr lang="he-IL"/>
              <a:pPr>
                <a:defRPr/>
              </a:pPr>
              <a:t>22 מרץ 20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1FC8AE2-AFE7-49A8-A09D-10B39D73D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 eaLnBrk="0" fontAlgn="base" hangingPunct="0">
              <a:spcBef>
                <a:spcPct val="0"/>
              </a:spcBef>
              <a:spcAft>
                <a:spcPct val="0"/>
              </a:spcAft>
              <a:defRPr b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he-IL"/>
              <a:t>התנהגות ארגונית מאקרו- ד"ר אשרית כספי ברוך</a:t>
            </a:r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47AD089-5204-40F8-9323-2F782E6C8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 eaLnBrk="0" hangingPunct="0">
              <a:defRPr b="1">
                <a:latin typeface="Arial" panose="020B0604020202020204" pitchFamily="34" charset="0"/>
              </a:defRPr>
            </a:lvl1pPr>
          </a:lstStyle>
          <a:p>
            <a:fld id="{12E6F4B7-4D72-4AB8-A13E-73F4AF1B419E}" type="slidenum">
              <a:rPr lang="he-IL" altLang="en-US"/>
              <a:pPr/>
              <a:t>‹#›</a:t>
            </a:fld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248120976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4A66869-EE90-4057-81BB-622D65767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 eaLnBrk="0" fontAlgn="base" hangingPunct="0">
              <a:spcBef>
                <a:spcPct val="0"/>
              </a:spcBef>
              <a:spcAft>
                <a:spcPct val="0"/>
              </a:spcAft>
              <a:defRPr b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76DD224-E5F6-4393-8BEE-CAEE02C5C2F9}" type="datetime8">
              <a:rPr lang="he-IL"/>
              <a:pPr>
                <a:defRPr/>
              </a:pPr>
              <a:t>22 מרץ 20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221041E-C7F7-41EB-A114-9E6CD9BDC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 eaLnBrk="0" fontAlgn="base" hangingPunct="0">
              <a:spcBef>
                <a:spcPct val="0"/>
              </a:spcBef>
              <a:spcAft>
                <a:spcPct val="0"/>
              </a:spcAft>
              <a:defRPr b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he-IL"/>
              <a:t>התנהגות ארגונית מאקרו- ד"ר אשרית כספי ברוך</a:t>
            </a:r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643A420-497A-4E1A-A62A-96225F585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 eaLnBrk="0" hangingPunct="0">
              <a:defRPr b="1">
                <a:latin typeface="Arial" panose="020B0604020202020204" pitchFamily="34" charset="0"/>
              </a:defRPr>
            </a:lvl1pPr>
          </a:lstStyle>
          <a:p>
            <a:fld id="{7BF0359C-E948-4817-B2F2-78EB57B8FB8D}" type="slidenum">
              <a:rPr lang="he-IL" altLang="en-US"/>
              <a:pPr/>
              <a:t>‹#›</a:t>
            </a:fld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4041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7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FFFFFF"/>
            </a:gs>
            <a:gs pos="100000">
              <a:srgbClr val="9999FF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image_home">
            <a:extLst>
              <a:ext uri="{FF2B5EF4-FFF2-40B4-BE49-F238E27FC236}">
                <a16:creationId xmlns:a16="http://schemas.microsoft.com/office/drawing/2014/main" id="{8C262390-B6AC-4A48-84B2-3992E8AD7C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>
            <a:extLst>
              <a:ext uri="{FF2B5EF4-FFF2-40B4-BE49-F238E27FC236}">
                <a16:creationId xmlns:a16="http://schemas.microsoft.com/office/drawing/2014/main" id="{7409CDC1-5800-4B99-90AC-8630BE8DC1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88913"/>
            <a:ext cx="8713787" cy="6335712"/>
          </a:xfrm>
          <a:prstGeom prst="rect">
            <a:avLst/>
          </a:prstGeom>
          <a:solidFill>
            <a:schemeClr val="bg1">
              <a:alpha val="9294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5pPr>
            <a:lvl6pPr marL="25146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6pPr>
            <a:lvl7pPr marL="29718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7pPr>
            <a:lvl8pPr marL="34290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8pPr>
            <a:lvl9pPr marL="38862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9pPr>
          </a:lstStyle>
          <a:p>
            <a:pPr algn="ctr" rtl="1" eaLnBrk="1" hangingPunct="1">
              <a:spcBef>
                <a:spcPct val="50000"/>
              </a:spcBef>
              <a:defRPr/>
            </a:pPr>
            <a:endParaRPr lang="he-IL" altLang="en-US"/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0BB16C2B-AA40-4033-8CEE-EC2A628B9A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08050"/>
            <a:ext cx="8713787" cy="565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4">
            <a:extLst>
              <a:ext uri="{FF2B5EF4-FFF2-40B4-BE49-F238E27FC236}">
                <a16:creationId xmlns:a16="http://schemas.microsoft.com/office/drawing/2014/main" id="{41E47064-2EC2-4D65-8E78-E9488110B3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188913"/>
            <a:ext cx="8353425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53605" name="Rectangle 5">
            <a:extLst>
              <a:ext uri="{FF2B5EF4-FFF2-40B4-BE49-F238E27FC236}">
                <a16:creationId xmlns:a16="http://schemas.microsoft.com/office/drawing/2014/main" id="{45A047B9-0886-4E6F-A395-B8CB87F93D9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584950"/>
            <a:ext cx="2133600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hangingPunct="1">
              <a:spcBef>
                <a:spcPct val="0"/>
              </a:spcBef>
              <a:defRPr sz="1000" b="0">
                <a:solidFill>
                  <a:schemeClr val="tx1"/>
                </a:solidFill>
                <a:latin typeface="Tahoma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06" name="Rectangle 6">
            <a:extLst>
              <a:ext uri="{FF2B5EF4-FFF2-40B4-BE49-F238E27FC236}">
                <a16:creationId xmlns:a16="http://schemas.microsoft.com/office/drawing/2014/main" id="{CBAED192-39FE-4C56-8D88-7DDD0DD602A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613525"/>
            <a:ext cx="2895600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1" hangingPunct="1">
              <a:spcBef>
                <a:spcPct val="0"/>
              </a:spcBef>
              <a:defRPr sz="1000" b="0">
                <a:solidFill>
                  <a:schemeClr val="tx1"/>
                </a:solidFill>
                <a:latin typeface="Tahoma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07" name="Rectangle 7">
            <a:extLst>
              <a:ext uri="{FF2B5EF4-FFF2-40B4-BE49-F238E27FC236}">
                <a16:creationId xmlns:a16="http://schemas.microsoft.com/office/drawing/2014/main" id="{F89D879A-A2D7-47BC-8E3B-DF24CC9502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613525"/>
            <a:ext cx="213360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b="0">
                <a:solidFill>
                  <a:schemeClr val="tx1"/>
                </a:solidFill>
                <a:latin typeface="Tahoma" panose="020B0604030504040204" pitchFamily="34" charset="0"/>
              </a:defRPr>
            </a:lvl1pPr>
          </a:lstStyle>
          <a:p>
            <a:fld id="{E6E8C164-D3D1-4166-8172-33471C8A4C22}" type="slidenum">
              <a:rPr lang="he-IL" altLang="en-US"/>
              <a:pPr/>
              <a:t>‹#›</a:t>
            </a:fld>
            <a:endParaRPr lang="en-US" altLang="en-US"/>
          </a:p>
        </p:txBody>
      </p:sp>
      <p:pic>
        <p:nvPicPr>
          <p:cNvPr id="1033" name="Picture 8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12A4A1E2-98A1-4245-A52A-4F12783AE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57" r:id="rId1"/>
    <p:sldLayoutId id="2147484846" r:id="rId2"/>
    <p:sldLayoutId id="2147484847" r:id="rId3"/>
    <p:sldLayoutId id="2147484848" r:id="rId4"/>
    <p:sldLayoutId id="2147484849" r:id="rId5"/>
    <p:sldLayoutId id="2147484850" r:id="rId6"/>
    <p:sldLayoutId id="2147484851" r:id="rId7"/>
    <p:sldLayoutId id="2147484852" r:id="rId8"/>
    <p:sldLayoutId id="2147484853" r:id="rId9"/>
    <p:sldLayoutId id="2147484854" r:id="rId10"/>
    <p:sldLayoutId id="2147484855" r:id="rId11"/>
    <p:sldLayoutId id="2147484856" r:id="rId12"/>
  </p:sldLayoutIdLst>
  <p:transition spd="med">
    <p:fade thruBlk="1"/>
  </p:transition>
  <p:hf hdr="0" ft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6"/>
        </a:buBlip>
        <a:defRPr sz="3200" b="1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6"/>
        </a:buBlip>
        <a:defRPr sz="2800" b="1">
          <a:solidFill>
            <a:schemeClr val="accent2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6"/>
        </a:buBlip>
        <a:defRPr sz="2400" b="1">
          <a:solidFill>
            <a:schemeClr val="accent2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6"/>
        </a:buBlip>
        <a:defRPr sz="2000" b="1">
          <a:solidFill>
            <a:schemeClr val="accent2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6"/>
        </a:buBlip>
        <a:defRPr sz="1600" b="1">
          <a:solidFill>
            <a:schemeClr val="accent2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6"/>
        </a:buBlip>
        <a:defRPr sz="1600" b="1">
          <a:solidFill>
            <a:schemeClr val="accent2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6"/>
        </a:buBlip>
        <a:defRPr sz="1600" b="1">
          <a:solidFill>
            <a:schemeClr val="accent2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6"/>
        </a:buBlip>
        <a:defRPr sz="1600" b="1">
          <a:solidFill>
            <a:schemeClr val="accent2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6"/>
        </a:buBlip>
        <a:defRPr sz="1600" b="1">
          <a:solidFill>
            <a:schemeClr val="accent2"/>
          </a:solidFill>
          <a:latin typeface="+mn-lt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FFFFFF"/>
            </a:gs>
            <a:gs pos="100000">
              <a:srgbClr val="9999FF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0" descr="image_home">
            <a:extLst>
              <a:ext uri="{FF2B5EF4-FFF2-40B4-BE49-F238E27FC236}">
                <a16:creationId xmlns:a16="http://schemas.microsoft.com/office/drawing/2014/main" id="{220673A6-AB32-4D4E-A8C7-0F0272702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>
            <a:extLst>
              <a:ext uri="{FF2B5EF4-FFF2-40B4-BE49-F238E27FC236}">
                <a16:creationId xmlns:a16="http://schemas.microsoft.com/office/drawing/2014/main" id="{C700CE3C-154C-44C7-87FC-7AD25EFD7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88913"/>
            <a:ext cx="8713787" cy="6335712"/>
          </a:xfrm>
          <a:prstGeom prst="rect">
            <a:avLst/>
          </a:prstGeom>
          <a:solidFill>
            <a:schemeClr val="bg1">
              <a:alpha val="9294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5pPr>
            <a:lvl6pPr marL="25146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6pPr>
            <a:lvl7pPr marL="29718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7pPr>
            <a:lvl8pPr marL="34290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8pPr>
            <a:lvl9pPr marL="38862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9pPr>
          </a:lstStyle>
          <a:p>
            <a:pPr algn="ctr" rtl="1" eaLnBrk="1" hangingPunct="1">
              <a:spcBef>
                <a:spcPct val="50000"/>
              </a:spcBef>
              <a:defRPr/>
            </a:pPr>
            <a:endParaRPr lang="en-US" altLang="en-US"/>
          </a:p>
        </p:txBody>
      </p:sp>
      <p:sp>
        <p:nvSpPr>
          <p:cNvPr id="2052" name="Rectangle 3">
            <a:extLst>
              <a:ext uri="{FF2B5EF4-FFF2-40B4-BE49-F238E27FC236}">
                <a16:creationId xmlns:a16="http://schemas.microsoft.com/office/drawing/2014/main" id="{DB6BC8D0-5189-47D8-82D7-A79C91CA62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08050"/>
            <a:ext cx="8713787" cy="565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53" name="Rectangle 4">
            <a:extLst>
              <a:ext uri="{FF2B5EF4-FFF2-40B4-BE49-F238E27FC236}">
                <a16:creationId xmlns:a16="http://schemas.microsoft.com/office/drawing/2014/main" id="{5097A560-0912-427E-A360-E01F65138F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188913"/>
            <a:ext cx="8353425" cy="71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53605" name="Rectangle 5">
            <a:extLst>
              <a:ext uri="{FF2B5EF4-FFF2-40B4-BE49-F238E27FC236}">
                <a16:creationId xmlns:a16="http://schemas.microsoft.com/office/drawing/2014/main" id="{7A0E5BD0-750A-4212-8D70-04CA3DA4A1E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584950"/>
            <a:ext cx="2133600" cy="19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hangingPunct="1">
              <a:spcBef>
                <a:spcPct val="0"/>
              </a:spcBef>
              <a:defRPr sz="1000" b="0">
                <a:solidFill>
                  <a:srgbClr val="000000"/>
                </a:solidFill>
                <a:latin typeface="Tahoma" pitchFamily="34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06" name="Rectangle 6">
            <a:extLst>
              <a:ext uri="{FF2B5EF4-FFF2-40B4-BE49-F238E27FC236}">
                <a16:creationId xmlns:a16="http://schemas.microsoft.com/office/drawing/2014/main" id="{596E2CC3-28FC-4CA6-803D-FDB61565A89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613525"/>
            <a:ext cx="289560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1" hangingPunct="1">
              <a:spcBef>
                <a:spcPct val="0"/>
              </a:spcBef>
              <a:defRPr sz="1000" b="0">
                <a:solidFill>
                  <a:srgbClr val="000000"/>
                </a:solidFill>
                <a:latin typeface="Tahoma" pitchFamily="34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07" name="Rectangle 7">
            <a:extLst>
              <a:ext uri="{FF2B5EF4-FFF2-40B4-BE49-F238E27FC236}">
                <a16:creationId xmlns:a16="http://schemas.microsoft.com/office/drawing/2014/main" id="{BDC6D592-0277-4E84-BEF8-F206C135DA8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613525"/>
            <a:ext cx="21336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b="0">
                <a:solidFill>
                  <a:srgbClr val="000000"/>
                </a:solidFill>
                <a:latin typeface="Tahoma" panose="020B0604030504040204" pitchFamily="34" charset="0"/>
              </a:defRPr>
            </a:lvl1pPr>
          </a:lstStyle>
          <a:p>
            <a:fld id="{A2E39A09-4D55-4F42-9428-88BFB4AC17C9}" type="slidenum">
              <a:rPr lang="he-IL" altLang="en-US"/>
              <a:pPr/>
              <a:t>‹#›</a:t>
            </a:fld>
            <a:endParaRPr lang="en-US" altLang="en-US"/>
          </a:p>
        </p:txBody>
      </p:sp>
      <p:pic>
        <p:nvPicPr>
          <p:cNvPr id="2057" name="Picture 8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01F30E2F-0754-4F73-B0ED-3E537E6397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58" r:id="rId1"/>
    <p:sldLayoutId id="2147484859" r:id="rId2"/>
    <p:sldLayoutId id="2147484860" r:id="rId3"/>
    <p:sldLayoutId id="2147484861" r:id="rId4"/>
    <p:sldLayoutId id="2147484862" r:id="rId5"/>
    <p:sldLayoutId id="2147484863" r:id="rId6"/>
    <p:sldLayoutId id="2147484864" r:id="rId7"/>
    <p:sldLayoutId id="2147484865" r:id="rId8"/>
    <p:sldLayoutId id="2147484866" r:id="rId9"/>
    <p:sldLayoutId id="2147484867" r:id="rId10"/>
    <p:sldLayoutId id="2147484868" r:id="rId11"/>
    <p:sldLayoutId id="2147484869" r:id="rId12"/>
    <p:sldLayoutId id="2147484870" r:id="rId13"/>
  </p:sldLayoutIdLst>
  <p:transition spd="med">
    <p:fade thruBlk="1"/>
  </p:transition>
  <p:hf hdr="0" ft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7"/>
        </a:buBlip>
        <a:defRPr sz="3200" b="1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7"/>
        </a:buBlip>
        <a:defRPr sz="2800" b="1">
          <a:solidFill>
            <a:schemeClr val="accent2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7"/>
        </a:buBlip>
        <a:defRPr sz="2400" b="1">
          <a:solidFill>
            <a:schemeClr val="accent2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1">
          <a:solidFill>
            <a:schemeClr val="accent2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7"/>
        </a:buBlip>
        <a:defRPr sz="1600" b="1">
          <a:solidFill>
            <a:schemeClr val="accent2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7"/>
        </a:buBlip>
        <a:defRPr sz="1600" b="1">
          <a:solidFill>
            <a:schemeClr val="accent2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7"/>
        </a:buBlip>
        <a:defRPr sz="1600" b="1">
          <a:solidFill>
            <a:schemeClr val="accent2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7"/>
        </a:buBlip>
        <a:defRPr sz="1600" b="1">
          <a:solidFill>
            <a:schemeClr val="accent2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7"/>
        </a:buBlip>
        <a:defRPr sz="1600" b="1">
          <a:solidFill>
            <a:schemeClr val="accent2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FFFFFF"/>
            </a:gs>
            <a:gs pos="100000">
              <a:srgbClr val="9999FF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10" descr="image_home">
            <a:extLst>
              <a:ext uri="{FF2B5EF4-FFF2-40B4-BE49-F238E27FC236}">
                <a16:creationId xmlns:a16="http://schemas.microsoft.com/office/drawing/2014/main" id="{5C4E05B7-723F-434D-A596-E47334D47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Rectangle 2">
            <a:extLst>
              <a:ext uri="{FF2B5EF4-FFF2-40B4-BE49-F238E27FC236}">
                <a16:creationId xmlns:a16="http://schemas.microsoft.com/office/drawing/2014/main" id="{4454510E-92FD-4BA4-BDCD-9A9FC7B7F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88913"/>
            <a:ext cx="8713787" cy="6335712"/>
          </a:xfrm>
          <a:prstGeom prst="rect">
            <a:avLst/>
          </a:prstGeom>
          <a:solidFill>
            <a:schemeClr val="bg1">
              <a:alpha val="9294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 eaLnBrk="1" hangingPunct="1">
              <a:spcBef>
                <a:spcPct val="50000"/>
              </a:spcBef>
              <a:defRPr/>
            </a:pPr>
            <a:endParaRPr lang="en-US" altLang="en-US"/>
          </a:p>
        </p:txBody>
      </p:sp>
      <p:sp>
        <p:nvSpPr>
          <p:cNvPr id="3076" name="Rectangle 3">
            <a:extLst>
              <a:ext uri="{FF2B5EF4-FFF2-40B4-BE49-F238E27FC236}">
                <a16:creationId xmlns:a16="http://schemas.microsoft.com/office/drawing/2014/main" id="{79211D75-C5BD-486F-AE70-1594AEAD71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08050"/>
            <a:ext cx="8713787" cy="565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077" name="Rectangle 4">
            <a:extLst>
              <a:ext uri="{FF2B5EF4-FFF2-40B4-BE49-F238E27FC236}">
                <a16:creationId xmlns:a16="http://schemas.microsoft.com/office/drawing/2014/main" id="{DA13357A-723A-4DD2-8E17-60769BCC8B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188913"/>
            <a:ext cx="8353425" cy="71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53605" name="Rectangle 5">
            <a:extLst>
              <a:ext uri="{FF2B5EF4-FFF2-40B4-BE49-F238E27FC236}">
                <a16:creationId xmlns:a16="http://schemas.microsoft.com/office/drawing/2014/main" id="{499B5107-939E-45CE-9E17-D556F4AAFBE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584950"/>
            <a:ext cx="2133600" cy="19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hangingPunct="1">
              <a:spcBef>
                <a:spcPct val="0"/>
              </a:spcBef>
              <a:defRPr sz="1000" b="0">
                <a:solidFill>
                  <a:srgbClr val="000000"/>
                </a:solidFill>
                <a:latin typeface="Tahoma" panose="020B0604030504040204" pitchFamily="34" charset="0"/>
                <a:cs typeface="Arial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06" name="Rectangle 6">
            <a:extLst>
              <a:ext uri="{FF2B5EF4-FFF2-40B4-BE49-F238E27FC236}">
                <a16:creationId xmlns:a16="http://schemas.microsoft.com/office/drawing/2014/main" id="{F02F0A36-436A-4514-B6A9-D4A02E96A0F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613525"/>
            <a:ext cx="289560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1" hangingPunct="1">
              <a:spcBef>
                <a:spcPct val="0"/>
              </a:spcBef>
              <a:defRPr sz="1000" b="0">
                <a:solidFill>
                  <a:srgbClr val="000000"/>
                </a:solidFill>
                <a:latin typeface="Tahoma" panose="020B0604030504040204" pitchFamily="34" charset="0"/>
                <a:cs typeface="Arial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07" name="Rectangle 7">
            <a:extLst>
              <a:ext uri="{FF2B5EF4-FFF2-40B4-BE49-F238E27FC236}">
                <a16:creationId xmlns:a16="http://schemas.microsoft.com/office/drawing/2014/main" id="{C20D6554-3D97-46DA-9727-602ED43C53F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613525"/>
            <a:ext cx="21336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b="0">
                <a:solidFill>
                  <a:srgbClr val="000000"/>
                </a:solidFill>
                <a:latin typeface="Tahoma" panose="020B0604030504040204" pitchFamily="34" charset="0"/>
              </a:defRPr>
            </a:lvl1pPr>
          </a:lstStyle>
          <a:p>
            <a:fld id="{C767DAF7-AB61-4F41-B33E-8AF731FF279D}" type="slidenum">
              <a:rPr lang="he-IL" altLang="en-US"/>
              <a:pPr/>
              <a:t>‹#›</a:t>
            </a:fld>
            <a:endParaRPr lang="en-US" altLang="en-US"/>
          </a:p>
        </p:txBody>
      </p:sp>
      <p:pic>
        <p:nvPicPr>
          <p:cNvPr id="3081" name="Picture 8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2E0AA2BA-4039-4B7B-BCC4-CAFE4F77D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71" r:id="rId1"/>
    <p:sldLayoutId id="2147484872" r:id="rId2"/>
    <p:sldLayoutId id="2147484873" r:id="rId3"/>
    <p:sldLayoutId id="2147484874" r:id="rId4"/>
    <p:sldLayoutId id="2147484875" r:id="rId5"/>
    <p:sldLayoutId id="2147484876" r:id="rId6"/>
    <p:sldLayoutId id="2147484877" r:id="rId7"/>
    <p:sldLayoutId id="2147484878" r:id="rId8"/>
    <p:sldLayoutId id="2147484879" r:id="rId9"/>
    <p:sldLayoutId id="2147484880" r:id="rId10"/>
    <p:sldLayoutId id="2147484881" r:id="rId11"/>
    <p:sldLayoutId id="2147484882" r:id="rId12"/>
    <p:sldLayoutId id="2147484883" r:id="rId13"/>
  </p:sldLayoutIdLst>
  <p:transition spd="med">
    <p:fade thruBlk="1"/>
  </p:transition>
  <p:hf hdr="0" ft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990033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7"/>
        </a:buBlip>
        <a:defRPr sz="3200" b="1" kern="1200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7"/>
        </a:buBlip>
        <a:defRPr sz="2800" b="1" kern="1200">
          <a:solidFill>
            <a:schemeClr val="accent2"/>
          </a:solidFill>
          <a:latin typeface="+mn-lt"/>
          <a:ea typeface="+mn-ea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7"/>
        </a:buBlip>
        <a:defRPr sz="2400" b="1" kern="1200">
          <a:solidFill>
            <a:schemeClr val="accent2"/>
          </a:solidFill>
          <a:latin typeface="+mn-lt"/>
          <a:ea typeface="+mn-ea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1" kern="1200">
          <a:solidFill>
            <a:schemeClr val="accent2"/>
          </a:solidFill>
          <a:latin typeface="+mn-lt"/>
          <a:ea typeface="+mn-ea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7"/>
        </a:buBlip>
        <a:defRPr sz="1600" b="1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A09EBABD-BCC9-4BCE-A426-B7925A0FCC0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1" hangingPunct="1">
              <a:defRPr sz="12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3408FADB-0A0D-440B-9611-09FEF93FB9D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rgbClr val="000000"/>
                </a:solidFill>
                <a:latin typeface="Arial Black" panose="020B0A04020102020204" pitchFamily="34" charset="0"/>
              </a:defRPr>
            </a:lvl1pPr>
          </a:lstStyle>
          <a:p>
            <a:fld id="{60BD7CD9-BCB5-4990-8DEE-F27123DE7227}" type="slidenum">
              <a:rPr lang="he-IL" altLang="en-US"/>
              <a:pPr/>
              <a:t>‹#›</a:t>
            </a:fld>
            <a:endParaRPr lang="en-US" altLang="en-US"/>
          </a:p>
        </p:txBody>
      </p:sp>
      <p:grpSp>
        <p:nvGrpSpPr>
          <p:cNvPr id="4100" name="Group 4">
            <a:extLst>
              <a:ext uri="{FF2B5EF4-FFF2-40B4-BE49-F238E27FC236}">
                <a16:creationId xmlns:a16="http://schemas.microsoft.com/office/drawing/2014/main" id="{E2763F72-B97C-4870-A461-F7415FB5F872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>
              <a:extLst>
                <a:ext uri="{FF2B5EF4-FFF2-40B4-BE49-F238E27FC236}">
                  <a16:creationId xmlns:a16="http://schemas.microsoft.com/office/drawing/2014/main" id="{98CEBA8A-3303-40A7-96BC-7D23E1A1DE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0" eaLnBrk="1" hangingPunct="1">
                <a:defRPr/>
              </a:pPr>
              <a:endParaRPr 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>
              <a:extLst>
                <a:ext uri="{FF2B5EF4-FFF2-40B4-BE49-F238E27FC236}">
                  <a16:creationId xmlns:a16="http://schemas.microsoft.com/office/drawing/2014/main" id="{2B5F2259-0E0F-4886-B962-DD67018C86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l" rtl="0" eaLnBrk="1" hangingPunct="1">
                <a:defRPr/>
              </a:pPr>
              <a:endParaRPr 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>
              <a:extLst>
                <a:ext uri="{FF2B5EF4-FFF2-40B4-BE49-F238E27FC236}">
                  <a16:creationId xmlns:a16="http://schemas.microsoft.com/office/drawing/2014/main" id="{8F455B6A-7350-4445-8D3D-8F8792EBAA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l" rtl="0" eaLnBrk="1" hangingPunct="1">
                <a:defRPr/>
              </a:pPr>
              <a:endParaRPr lang="en-US" sz="1800" b="0">
                <a:solidFill>
                  <a:srgbClr val="666699"/>
                </a:solidFill>
              </a:endParaRPr>
            </a:p>
          </p:txBody>
        </p:sp>
        <p:sp>
          <p:nvSpPr>
            <p:cNvPr id="1035" name="Rectangle 8">
              <a:extLst>
                <a:ext uri="{FF2B5EF4-FFF2-40B4-BE49-F238E27FC236}">
                  <a16:creationId xmlns:a16="http://schemas.microsoft.com/office/drawing/2014/main" id="{9154C4AF-1DFF-4E01-B279-C09332632B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l" rtl="0" eaLnBrk="1" hangingPunct="1">
                <a:defRPr/>
              </a:pPr>
              <a:endParaRPr lang="en-US" sz="1800" b="0">
                <a:solidFill>
                  <a:srgbClr val="666699"/>
                </a:solidFill>
              </a:endParaRPr>
            </a:p>
          </p:txBody>
        </p:sp>
        <p:sp>
          <p:nvSpPr>
            <p:cNvPr id="1036" name="Rectangle 9">
              <a:extLst>
                <a:ext uri="{FF2B5EF4-FFF2-40B4-BE49-F238E27FC236}">
                  <a16:creationId xmlns:a16="http://schemas.microsoft.com/office/drawing/2014/main" id="{054B8C6A-928F-4738-A3D3-B9AC1B5649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l" rtl="0" eaLnBrk="1" hangingPunct="1">
                <a:defRPr/>
              </a:pPr>
              <a:endParaRPr lang="en-US" sz="1800" b="0">
                <a:solidFill>
                  <a:srgbClr val="9999CC"/>
                </a:solidFill>
              </a:endParaRPr>
            </a:p>
          </p:txBody>
        </p:sp>
        <p:sp>
          <p:nvSpPr>
            <p:cNvPr id="1037" name="Rectangle 10">
              <a:extLst>
                <a:ext uri="{FF2B5EF4-FFF2-40B4-BE49-F238E27FC236}">
                  <a16:creationId xmlns:a16="http://schemas.microsoft.com/office/drawing/2014/main" id="{4E6FC4B1-35AC-42D9-A69A-97B2885FB4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l" rtl="0" eaLnBrk="1" hangingPunct="1">
                <a:defRPr/>
              </a:pPr>
              <a:endParaRPr lang="en-US" sz="1800" b="0">
                <a:solidFill>
                  <a:srgbClr val="666699"/>
                </a:solidFill>
              </a:endParaRPr>
            </a:p>
          </p:txBody>
        </p:sp>
        <p:sp>
          <p:nvSpPr>
            <p:cNvPr id="1038" name="Rectangle 11">
              <a:extLst>
                <a:ext uri="{FF2B5EF4-FFF2-40B4-BE49-F238E27FC236}">
                  <a16:creationId xmlns:a16="http://schemas.microsoft.com/office/drawing/2014/main" id="{C0B4367B-4597-4E4F-92E8-F725472E23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l" rtl="0" eaLnBrk="1" hangingPunct="1">
                <a:defRPr/>
              </a:pPr>
              <a:endParaRPr 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>
              <a:extLst>
                <a:ext uri="{FF2B5EF4-FFF2-40B4-BE49-F238E27FC236}">
                  <a16:creationId xmlns:a16="http://schemas.microsoft.com/office/drawing/2014/main" id="{CBA357BA-3BBD-4D40-9B39-7213764269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l" rtl="0" eaLnBrk="1" hangingPunct="1">
                <a:defRPr/>
              </a:pPr>
              <a:endParaRPr lang="en-US" sz="1800" b="0">
                <a:solidFill>
                  <a:srgbClr val="9999CC"/>
                </a:solidFill>
              </a:endParaRPr>
            </a:p>
          </p:txBody>
        </p:sp>
        <p:sp>
          <p:nvSpPr>
            <p:cNvPr id="1040" name="Rectangle 13">
              <a:extLst>
                <a:ext uri="{FF2B5EF4-FFF2-40B4-BE49-F238E27FC236}">
                  <a16:creationId xmlns:a16="http://schemas.microsoft.com/office/drawing/2014/main" id="{7B6EBED6-3C92-4E4C-B578-AFC7D8D2B7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l" rtl="0" eaLnBrk="1" hangingPunct="1">
                <a:defRPr/>
              </a:pPr>
              <a:endParaRPr lang="en-US" sz="1800" b="0">
                <a:solidFill>
                  <a:srgbClr val="9999CC"/>
                </a:solidFill>
              </a:endParaRPr>
            </a:p>
          </p:txBody>
        </p:sp>
      </p:grpSp>
      <p:sp>
        <p:nvSpPr>
          <p:cNvPr id="4101" name="Rectangle 14">
            <a:extLst>
              <a:ext uri="{FF2B5EF4-FFF2-40B4-BE49-F238E27FC236}">
                <a16:creationId xmlns:a16="http://schemas.microsoft.com/office/drawing/2014/main" id="{8CF8655C-B188-4610-ACE8-3CFF0A16AD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102" name="Rectangle 15">
            <a:extLst>
              <a:ext uri="{FF2B5EF4-FFF2-40B4-BE49-F238E27FC236}">
                <a16:creationId xmlns:a16="http://schemas.microsoft.com/office/drawing/2014/main" id="{8D2F5694-7592-44FA-BB61-B6AAADD742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12" name="Rectangle 16">
            <a:extLst>
              <a:ext uri="{FF2B5EF4-FFF2-40B4-BE49-F238E27FC236}">
                <a16:creationId xmlns:a16="http://schemas.microsoft.com/office/drawing/2014/main" id="{7A6AFDE8-D094-477D-A0B3-60042142990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hangingPunct="1">
              <a:defRPr sz="12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84" r:id="rId1"/>
    <p:sldLayoutId id="2147484885" r:id="rId2"/>
    <p:sldLayoutId id="2147484886" r:id="rId3"/>
    <p:sldLayoutId id="2147484887" r:id="rId4"/>
    <p:sldLayoutId id="2147484888" r:id="rId5"/>
    <p:sldLayoutId id="2147484889" r:id="rId6"/>
    <p:sldLayoutId id="2147484890" r:id="rId7"/>
    <p:sldLayoutId id="2147484891" r:id="rId8"/>
    <p:sldLayoutId id="2147484892" r:id="rId9"/>
    <p:sldLayoutId id="2147484893" r:id="rId10"/>
    <p:sldLayoutId id="2147484894" r:id="rId11"/>
    <p:sldLayoutId id="2147484895" r:id="rId12"/>
    <p:sldLayoutId id="2147484896" r:id="rId13"/>
  </p:sldLayoutIdLst>
  <p:txStyles>
    <p:titleStyle>
      <a:lvl1pPr algn="l" rtl="1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1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1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1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1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1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1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1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1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מציין מיקום של כותרת 1">
            <a:extLst>
              <a:ext uri="{FF2B5EF4-FFF2-40B4-BE49-F238E27FC236}">
                <a16:creationId xmlns:a16="http://schemas.microsoft.com/office/drawing/2014/main" id="{7DAD352A-6CA9-4F2C-ADB0-A32C58AF45C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he-IL" altLang="en-US"/>
              <a:t>לחץ כדי לערוך סגנון כותרת של תבנית בסיס</a:t>
            </a:r>
          </a:p>
        </p:txBody>
      </p:sp>
      <p:sp>
        <p:nvSpPr>
          <p:cNvPr id="5123" name="מציין מיקום טקסט 2">
            <a:extLst>
              <a:ext uri="{FF2B5EF4-FFF2-40B4-BE49-F238E27FC236}">
                <a16:creationId xmlns:a16="http://schemas.microsoft.com/office/drawing/2014/main" id="{85E80729-4DEE-4D25-A965-9DE2EEC5E41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e-IL" altLang="en-US"/>
              <a:t>ערוך סגנונות טקסט של תבנית בסיס</a:t>
            </a:r>
          </a:p>
          <a:p>
            <a:pPr lvl="1"/>
            <a:r>
              <a:rPr lang="he-IL" altLang="en-US"/>
              <a:t>רמה שניה</a:t>
            </a:r>
          </a:p>
          <a:p>
            <a:pPr lvl="2"/>
            <a:r>
              <a:rPr lang="he-IL" altLang="en-US"/>
              <a:t>רמה שלישית</a:t>
            </a:r>
          </a:p>
          <a:p>
            <a:pPr lvl="3"/>
            <a:r>
              <a:rPr lang="he-IL" altLang="en-US"/>
              <a:t>רמה רביעית</a:t>
            </a:r>
          </a:p>
          <a:p>
            <a:pPr lvl="4"/>
            <a:r>
              <a:rPr lang="he-IL" altLang="en-US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35F7B3C-6A86-410F-9088-1BC02907AA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 rtl="1" eaLnBrk="1" fontAlgn="auto" hangingPunct="1">
              <a:spcBef>
                <a:spcPts val="0"/>
              </a:spcBef>
              <a:spcAft>
                <a:spcPts val="0"/>
              </a:spcAft>
              <a:defRPr sz="900" b="0">
                <a:solidFill>
                  <a:prstClr val="black">
                    <a:tint val="75000"/>
                  </a:prstClr>
                </a:solidFill>
                <a:latin typeface="Calibri" panose="020F0502020204030204"/>
              </a:defRPr>
            </a:lvl1pPr>
          </a:lstStyle>
          <a:p>
            <a:pPr>
              <a:defRPr/>
            </a:pPr>
            <a:fld id="{12E3AB03-DA9F-4A63-8AAA-9FB5722EF0A9}" type="datetime8">
              <a:rPr lang="he-IL"/>
              <a:pPr>
                <a:defRPr/>
              </a:pPr>
              <a:t>22 מרץ 20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9688793-4D1C-4D6A-AB38-672B04B369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 rtl="1" eaLnBrk="1" fontAlgn="auto" hangingPunct="1">
              <a:spcBef>
                <a:spcPts val="0"/>
              </a:spcBef>
              <a:spcAft>
                <a:spcPts val="0"/>
              </a:spcAft>
              <a:defRPr sz="900" b="0">
                <a:solidFill>
                  <a:prstClr val="black">
                    <a:tint val="75000"/>
                  </a:prstClr>
                </a:solidFill>
                <a:latin typeface="Calibri" panose="020F0502020204030204"/>
              </a:defRPr>
            </a:lvl1pPr>
          </a:lstStyle>
          <a:p>
            <a:pPr>
              <a:defRPr/>
            </a:pPr>
            <a:r>
              <a:rPr lang="he-IL"/>
              <a:t>התנהגות ארגונית מאקרו- ד"ר אשרית כספי ברוך</a:t>
            </a:r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D57697B-8C48-408A-A69E-F320FF519C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rtl="1" eaLnBrk="1" hangingPunct="1">
              <a:defRPr sz="900" b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C86D20A1-CCA1-4306-97B9-6D6F1D366CA2}" type="slidenum">
              <a:rPr lang="he-IL" altLang="en-US"/>
              <a:pPr/>
              <a:t>‹#›</a:t>
            </a:fld>
            <a:endParaRPr lang="he-IL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97" r:id="rId1"/>
    <p:sldLayoutId id="2147484898" r:id="rId2"/>
    <p:sldLayoutId id="2147484899" r:id="rId3"/>
    <p:sldLayoutId id="2147484900" r:id="rId4"/>
    <p:sldLayoutId id="2147484901" r:id="rId5"/>
    <p:sldLayoutId id="2147484902" r:id="rId6"/>
    <p:sldLayoutId id="2147484903" r:id="rId7"/>
    <p:sldLayoutId id="2147484904" r:id="rId8"/>
    <p:sldLayoutId id="2147484905" r:id="rId9"/>
    <p:sldLayoutId id="2147484906" r:id="rId10"/>
    <p:sldLayoutId id="2147484907" r:id="rId11"/>
  </p:sldLayoutIdLst>
  <p:hf sldNum="0" hdr="0" dt="0"/>
  <p:txStyles>
    <p:titleStyle>
      <a:lvl1pPr algn="r" defTabSz="685800" rtl="1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Arial" panose="020B0604020202020204" pitchFamily="34" charset="0"/>
        </a:defRPr>
      </a:lvl1pPr>
      <a:lvl2pPr algn="r" defTabSz="685800" rtl="1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cs typeface="Arial" panose="020B0604020202020204" pitchFamily="34" charset="0"/>
        </a:defRPr>
      </a:lvl2pPr>
      <a:lvl3pPr algn="r" defTabSz="685800" rtl="1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cs typeface="Arial" panose="020B0604020202020204" pitchFamily="34" charset="0"/>
        </a:defRPr>
      </a:lvl3pPr>
      <a:lvl4pPr algn="r" defTabSz="685800" rtl="1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cs typeface="Arial" panose="020B0604020202020204" pitchFamily="34" charset="0"/>
        </a:defRPr>
      </a:lvl4pPr>
      <a:lvl5pPr algn="r" defTabSz="685800" rtl="1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cs typeface="Arial" panose="020B0604020202020204" pitchFamily="34" charset="0"/>
        </a:defRPr>
      </a:lvl5pPr>
      <a:lvl6pPr marL="457200" algn="r" defTabSz="685800" rtl="1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cs typeface="Arial" panose="020B0604020202020204" pitchFamily="34" charset="0"/>
        </a:defRPr>
      </a:lvl6pPr>
      <a:lvl7pPr marL="914400" algn="r" defTabSz="685800" rtl="1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cs typeface="Arial" panose="020B0604020202020204" pitchFamily="34" charset="0"/>
        </a:defRPr>
      </a:lvl7pPr>
      <a:lvl8pPr marL="1371600" algn="r" defTabSz="685800" rtl="1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cs typeface="Arial" panose="020B0604020202020204" pitchFamily="34" charset="0"/>
        </a:defRPr>
      </a:lvl8pPr>
      <a:lvl9pPr marL="1828800" algn="r" defTabSz="685800" rtl="1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cs typeface="Arial" panose="020B0604020202020204" pitchFamily="34" charset="0"/>
        </a:defRPr>
      </a:lvl9pPr>
    </p:titleStyle>
    <p:bodyStyle>
      <a:lvl1pPr marL="171450" indent="-171450" algn="r" defTabSz="685800" rtl="1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514350" indent="-171450" algn="r" defTabSz="685800" rtl="1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857250" indent="-171450" algn="r" defTabSz="685800" rtl="1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200150" indent="-171450" algn="r" defTabSz="685800" rtl="1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1543050" indent="-171450" algn="r" defTabSz="685800" rtl="1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8859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2293E-9B39-4EBD-B4DA-1B2822DFA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94071-01DA-477E-B448-D8A141C6FA49}" type="slidenum">
              <a:rPr lang="he-IL" altLang="en-US" smtClean="0"/>
              <a:pPr/>
              <a:t>1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9D8AB0-EC02-4546-A25E-6D76FABBAAE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502" b="18969"/>
          <a:stretch/>
        </p:blipFill>
        <p:spPr>
          <a:xfrm>
            <a:off x="971600" y="3429000"/>
            <a:ext cx="2016224" cy="24698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29F4A5-A0AF-4F1A-9F80-02C279774EA3}"/>
              </a:ext>
            </a:extLst>
          </p:cNvPr>
          <p:cNvSpPr txBox="1"/>
          <p:nvPr/>
        </p:nvSpPr>
        <p:spPr>
          <a:xfrm>
            <a:off x="1853952" y="1628800"/>
            <a:ext cx="543609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>
                <a:solidFill>
                  <a:srgbClr val="C00000"/>
                </a:solidFill>
              </a:rPr>
              <a:t>התנהגות ארגונית מאקרו</a:t>
            </a:r>
          </a:p>
          <a:p>
            <a:pPr algn="r" rtl="1"/>
            <a:endParaRPr lang="he-IL" dirty="0">
              <a:solidFill>
                <a:srgbClr val="C00000"/>
              </a:solidFill>
            </a:endParaRPr>
          </a:p>
          <a:p>
            <a:pPr algn="r" rtl="1"/>
            <a:endParaRPr lang="he-IL" dirty="0">
              <a:solidFill>
                <a:srgbClr val="C00000"/>
              </a:solidFill>
            </a:endParaRPr>
          </a:p>
          <a:p>
            <a:pPr algn="r" rtl="1"/>
            <a:r>
              <a:rPr lang="he-IL" sz="3200" dirty="0">
                <a:solidFill>
                  <a:schemeClr val="accent2"/>
                </a:solidFill>
              </a:rPr>
              <a:t>ד"ר שרון ברקן</a:t>
            </a:r>
          </a:p>
          <a:p>
            <a:pPr algn="r" rtl="1"/>
            <a:r>
              <a:rPr lang="en-US" sz="3200" dirty="0">
                <a:solidFill>
                  <a:schemeClr val="accent2"/>
                </a:solidFill>
              </a:rPr>
              <a:t>sharonan@bgu.ac.il</a:t>
            </a:r>
          </a:p>
          <a:p>
            <a:pPr algn="r" rtl="1"/>
            <a:endParaRPr lang="he-IL" dirty="0">
              <a:solidFill>
                <a:schemeClr val="accent2"/>
              </a:solidFill>
            </a:endParaRPr>
          </a:p>
          <a:p>
            <a:pPr algn="r" rtl="1"/>
            <a:r>
              <a:rPr lang="he-IL" sz="2400" dirty="0">
                <a:solidFill>
                  <a:schemeClr val="accent2"/>
                </a:solidFill>
              </a:rPr>
              <a:t>משרד 225, בניין 15</a:t>
            </a:r>
          </a:p>
          <a:p>
            <a:pPr algn="r" rtl="1"/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2460483"/>
      </p:ext>
    </p:extLst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>
            <a:extLst>
              <a:ext uri="{FF2B5EF4-FFF2-40B4-BE49-F238E27FC236}">
                <a16:creationId xmlns:a16="http://schemas.microsoft.com/office/drawing/2014/main" id="{160299EC-B48B-47D6-B0EC-39FD7AF50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170" y="107950"/>
            <a:ext cx="8353425" cy="719137"/>
          </a:xfrm>
        </p:spPr>
        <p:txBody>
          <a:bodyPr/>
          <a:lstStyle/>
          <a:p>
            <a:r>
              <a:rPr lang="he-IL" altLang="en-US" dirty="0"/>
              <a:t>קבוצות</a:t>
            </a:r>
            <a:endParaRPr lang="en-US" altLang="en-US" dirty="0"/>
          </a:p>
        </p:txBody>
      </p:sp>
      <p:sp>
        <p:nvSpPr>
          <p:cNvPr id="60419" name="Content Placeholder 2">
            <a:extLst>
              <a:ext uri="{FF2B5EF4-FFF2-40B4-BE49-F238E27FC236}">
                <a16:creationId xmlns:a16="http://schemas.microsoft.com/office/drawing/2014/main" id="{FDBB6585-D7EB-4804-B7DA-71CB72812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178" y="1556792"/>
            <a:ext cx="8713787" cy="5651500"/>
          </a:xfrm>
        </p:spPr>
        <p:txBody>
          <a:bodyPr/>
          <a:lstStyle/>
          <a:p>
            <a:r>
              <a:rPr lang="he-IL" altLang="en-US" dirty="0"/>
              <a:t>חלק 1: הגדרות ושלבי התפתחות קבוצה</a:t>
            </a:r>
          </a:p>
          <a:p>
            <a:r>
              <a:rPr lang="he-IL" altLang="en-US" dirty="0"/>
              <a:t>חלק 2: תפקידים וסטטוס</a:t>
            </a:r>
          </a:p>
          <a:p>
            <a:r>
              <a:rPr lang="he-IL" altLang="en-US" dirty="0"/>
              <a:t>חלק 3: נורמות וקונפורמיות</a:t>
            </a:r>
          </a:p>
          <a:p>
            <a:r>
              <a:rPr lang="he-IL" altLang="en-US" dirty="0"/>
              <a:t>חלק 4: לכידות קבוצתית, חשיבה קבוצתית,    קיטוב קבוצתי, בטלה חברתית</a:t>
            </a:r>
          </a:p>
        </p:txBody>
      </p:sp>
      <p:sp>
        <p:nvSpPr>
          <p:cNvPr id="60420" name="Slide Number Placeholder 3">
            <a:extLst>
              <a:ext uri="{FF2B5EF4-FFF2-40B4-BE49-F238E27FC236}">
                <a16:creationId xmlns:a16="http://schemas.microsoft.com/office/drawing/2014/main" id="{CDE8F333-81D7-46CF-8C3F-E7D96A21B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2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2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0">
              <a:spcBef>
                <a:spcPct val="0"/>
              </a:spcBef>
              <a:buSzTx/>
              <a:buFontTx/>
              <a:buNone/>
            </a:pPr>
            <a:fld id="{8CEFFA56-7734-4A4B-816B-531242B8DD56}" type="slidenum">
              <a:rPr lang="he-IL" altLang="en-US" sz="1000" b="0">
                <a:solidFill>
                  <a:srgbClr val="000000"/>
                </a:solidFill>
                <a:latin typeface="Tahoma" panose="020B0604030504040204" pitchFamily="34" charset="0"/>
              </a:rPr>
              <a:pPr rtl="0">
                <a:spcBef>
                  <a:spcPct val="0"/>
                </a:spcBef>
                <a:buSzTx/>
                <a:buFontTx/>
                <a:buNone/>
              </a:pPr>
              <a:t>2</a:t>
            </a:fld>
            <a:endParaRPr lang="en-US" altLang="en-US" sz="1000" b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8">
            <a:extLst>
              <a:ext uri="{FF2B5EF4-FFF2-40B4-BE49-F238E27FC236}">
                <a16:creationId xmlns:a16="http://schemas.microsoft.com/office/drawing/2014/main" id="{3DA966CF-0398-480C-AAAC-C03D2CF3B3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0">
              <a:spcBef>
                <a:spcPct val="0"/>
              </a:spcBef>
              <a:buSzTx/>
              <a:buFontTx/>
              <a:buNone/>
            </a:pPr>
            <a:fld id="{433C1A73-73D7-4C3F-883C-65347B28B9CF}" type="slidenum">
              <a:rPr lang="he-IL" altLang="en-US" sz="1000" b="0" smtClean="0">
                <a:solidFill>
                  <a:schemeClr val="tx1"/>
                </a:solidFill>
                <a:latin typeface="Tahoma" panose="020B0604030504040204" pitchFamily="34" charset="0"/>
              </a:rPr>
              <a:pPr rtl="0">
                <a:spcBef>
                  <a:spcPct val="0"/>
                </a:spcBef>
                <a:buSzTx/>
                <a:buFontTx/>
                <a:buNone/>
              </a:pPr>
              <a:t>3</a:t>
            </a:fld>
            <a:endParaRPr lang="en-US" altLang="en-US" sz="1000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FF196ED1-7626-4320-BCF9-4E8018CA2BD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he-IL" altLang="en-US" sz="4400"/>
              <a:t>התנהגות ארגונית מאקרו</a:t>
            </a:r>
            <a:endParaRPr lang="en-US" altLang="en-US" sz="4400"/>
          </a:p>
        </p:txBody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4A5843B5-9C3F-4837-A11F-93E6942EE36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11188" y="2636912"/>
            <a:ext cx="7704138" cy="1081088"/>
          </a:xfrm>
        </p:spPr>
        <p:txBody>
          <a:bodyPr/>
          <a:lstStyle/>
          <a:p>
            <a:pPr eaLnBrk="1" hangingPunct="1"/>
            <a:r>
              <a:rPr lang="he-IL" altLang="en-US" dirty="0"/>
              <a:t>קבוצות – חלק 1</a:t>
            </a:r>
          </a:p>
          <a:p>
            <a:pPr eaLnBrk="1" hangingPunct="1"/>
            <a:r>
              <a:rPr lang="he-IL" altLang="en-US" dirty="0"/>
              <a:t>הגדרות ושלבי התפתחות קבוצה</a:t>
            </a:r>
          </a:p>
          <a:p>
            <a:pPr eaLnBrk="1" hangingPunct="1"/>
            <a:endParaRPr lang="he-IL" altLang="en-US" dirty="0"/>
          </a:p>
          <a:p>
            <a:pPr eaLnBrk="1" hangingPunct="1"/>
            <a:endParaRPr lang="he-IL" altLang="en-US" dirty="0"/>
          </a:p>
          <a:p>
            <a:pPr eaLnBrk="1" hangingPunct="1"/>
            <a:endParaRPr lang="he-IL" altLang="en-US" dirty="0"/>
          </a:p>
          <a:p>
            <a:pPr eaLnBrk="1" hangingPunct="1"/>
            <a:endParaRPr lang="en-US" alt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2FE5E0-AF0C-4666-89E6-76CE0CD942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040426"/>
            <a:ext cx="3716426" cy="2817574"/>
          </a:xfrm>
          <a:prstGeom prst="rect">
            <a:avLst/>
          </a:prstGeom>
        </p:spPr>
      </p:pic>
    </p:spTree>
  </p:cSld>
  <p:clrMapOvr>
    <a:masterClrMapping/>
  </p:clrMapOvr>
  <p:transition spd="med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4F24D3-BE47-4238-A0B1-417910F7C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6613525"/>
            <a:ext cx="2133600" cy="136525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8494071-01DA-477E-B448-D8A141C6FA49}" type="slidenum">
              <a:rPr lang="he-IL" altLang="en-US" sz="300" smtClean="0"/>
              <a:pPr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en-US" altLang="en-US" sz="3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162461-AEA8-4FD3-9734-24E621185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13"/>
            <a:ext cx="9144000" cy="6849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283124"/>
      </p:ext>
    </p:extLst>
  </p:cSld>
  <p:clrMapOvr>
    <a:masterClrMapping/>
  </p:clrMapOvr>
  <p:transition spd="med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078B43D-FA6D-44FF-A361-506E826B7D35}"/>
              </a:ext>
            </a:extLst>
          </p:cNvPr>
          <p:cNvGrpSpPr/>
          <p:nvPr/>
        </p:nvGrpSpPr>
        <p:grpSpPr>
          <a:xfrm>
            <a:off x="1273175" y="1604963"/>
            <a:ext cx="4214477" cy="822669"/>
            <a:chOff x="1273175" y="1604963"/>
            <a:chExt cx="4214477" cy="822669"/>
          </a:xfrm>
        </p:grpSpPr>
        <p:sp>
          <p:nvSpPr>
            <p:cNvPr id="65542" name="Rectangle 10">
              <a:extLst>
                <a:ext uri="{FF2B5EF4-FFF2-40B4-BE49-F238E27FC236}">
                  <a16:creationId xmlns:a16="http://schemas.microsoft.com/office/drawing/2014/main" id="{5EBB0C2E-5234-41F6-A678-97CEFD1B6A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409" y="1604963"/>
              <a:ext cx="3961243" cy="72102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r" rtl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he-IL" altLang="en-US" sz="1800" b="0">
                <a:solidFill>
                  <a:srgbClr val="000000"/>
                </a:solidFill>
              </a:endParaRPr>
            </a:p>
          </p:txBody>
        </p:sp>
        <p:sp>
          <p:nvSpPr>
            <p:cNvPr id="65545" name="Text Box 5">
              <a:extLst>
                <a:ext uri="{FF2B5EF4-FFF2-40B4-BE49-F238E27FC236}">
                  <a16:creationId xmlns:a16="http://schemas.microsoft.com/office/drawing/2014/main" id="{78F1629D-ADE3-42B3-976F-4868048CBC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3175" y="1604963"/>
              <a:ext cx="3962831" cy="8226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r" rtl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he-IL" altLang="en-US" sz="2400" b="0" dirty="0">
                  <a:solidFill>
                    <a:srgbClr val="000000"/>
                  </a:solidFill>
                  <a:cs typeface="David" panose="020E0502060401010101" pitchFamily="34" charset="-79"/>
                </a:rPr>
                <a:t>שנים/ יותר אנשים המקיימים אינטראקציה חברתית</a:t>
              </a:r>
              <a:endParaRPr lang="en-US" altLang="en-US" sz="2400" b="0" dirty="0">
                <a:solidFill>
                  <a:srgbClr val="000000"/>
                </a:solidFill>
                <a:cs typeface="David" panose="020E0502060401010101" pitchFamily="34" charset="-79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DFEF90E-B424-437A-801B-4FF99E788FE7}"/>
              </a:ext>
            </a:extLst>
          </p:cNvPr>
          <p:cNvGrpSpPr/>
          <p:nvPr/>
        </p:nvGrpSpPr>
        <p:grpSpPr>
          <a:xfrm>
            <a:off x="1526409" y="2613448"/>
            <a:ext cx="3961243" cy="721027"/>
            <a:chOff x="1526409" y="2613448"/>
            <a:chExt cx="3961243" cy="721027"/>
          </a:xfrm>
        </p:grpSpPr>
        <p:sp>
          <p:nvSpPr>
            <p:cNvPr id="65541" name="Rectangle 11">
              <a:extLst>
                <a:ext uri="{FF2B5EF4-FFF2-40B4-BE49-F238E27FC236}">
                  <a16:creationId xmlns:a16="http://schemas.microsoft.com/office/drawing/2014/main" id="{F6377E77-75E9-4C65-9162-4176771D7C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409" y="2613448"/>
              <a:ext cx="3961243" cy="721027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r" rtl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he-IL" altLang="en-US" sz="1800" b="0">
                <a:solidFill>
                  <a:srgbClr val="000000"/>
                </a:solidFill>
              </a:endParaRPr>
            </a:p>
          </p:txBody>
        </p:sp>
        <p:sp>
          <p:nvSpPr>
            <p:cNvPr id="65546" name="Text Box 6">
              <a:extLst>
                <a:ext uri="{FF2B5EF4-FFF2-40B4-BE49-F238E27FC236}">
                  <a16:creationId xmlns:a16="http://schemas.microsoft.com/office/drawing/2014/main" id="{0AB2CAB6-872F-4652-ACE3-A03D93FE51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7853" y="2686504"/>
              <a:ext cx="3746907" cy="4573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r" rtl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he-IL" altLang="en-US" sz="2400" b="0" dirty="0">
                  <a:solidFill>
                    <a:srgbClr val="000000"/>
                  </a:solidFill>
                  <a:cs typeface="David" panose="020E0502060401010101" pitchFamily="34" charset="-79"/>
                </a:rPr>
                <a:t>לקבוצה מבנה יציב יחסית</a:t>
              </a:r>
              <a:endParaRPr lang="en-US" altLang="en-US" sz="2400" b="0" dirty="0">
                <a:solidFill>
                  <a:srgbClr val="000000"/>
                </a:solidFill>
                <a:cs typeface="David" panose="020E0502060401010101" pitchFamily="34" charset="-79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07E6BCD-393B-4E70-95CB-98FC81EAC13F}"/>
              </a:ext>
            </a:extLst>
          </p:cNvPr>
          <p:cNvGrpSpPr/>
          <p:nvPr/>
        </p:nvGrpSpPr>
        <p:grpSpPr>
          <a:xfrm>
            <a:off x="1526839" y="3564760"/>
            <a:ext cx="3960813" cy="822669"/>
            <a:chOff x="1526839" y="3564760"/>
            <a:chExt cx="3960813" cy="822669"/>
          </a:xfrm>
        </p:grpSpPr>
        <p:sp>
          <p:nvSpPr>
            <p:cNvPr id="65539" name="Rectangle 12">
              <a:extLst>
                <a:ext uri="{FF2B5EF4-FFF2-40B4-BE49-F238E27FC236}">
                  <a16:creationId xmlns:a16="http://schemas.microsoft.com/office/drawing/2014/main" id="{12D22761-9508-4244-A9A2-8E7CE47A3D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839" y="3666401"/>
              <a:ext cx="3960813" cy="720725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r" rtl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he-IL" altLang="en-US" sz="1800" b="0">
                <a:solidFill>
                  <a:srgbClr val="000000"/>
                </a:solidFill>
              </a:endParaRPr>
            </a:p>
          </p:txBody>
        </p:sp>
        <p:sp>
          <p:nvSpPr>
            <p:cNvPr id="65547" name="Text Box 7">
              <a:extLst>
                <a:ext uri="{FF2B5EF4-FFF2-40B4-BE49-F238E27FC236}">
                  <a16:creationId xmlns:a16="http://schemas.microsoft.com/office/drawing/2014/main" id="{CB5DE53C-D53C-4E9A-9D09-6D555E46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7260" y="3564760"/>
              <a:ext cx="3746907" cy="8226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r" rtl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he-IL" altLang="en-US" sz="2400" b="0" dirty="0">
                  <a:solidFill>
                    <a:srgbClr val="000000"/>
                  </a:solidFill>
                  <a:cs typeface="David" panose="020E0502060401010101" pitchFamily="34" charset="-79"/>
                </a:rPr>
                <a:t>לחברי הקבוצה מטרות דומות, קיימת תלות הדדית</a:t>
              </a:r>
              <a:endParaRPr lang="en-US" altLang="en-US" sz="2400" b="0" dirty="0">
                <a:solidFill>
                  <a:srgbClr val="000000"/>
                </a:solidFill>
                <a:cs typeface="David" panose="020E0502060401010101" pitchFamily="34" charset="-79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68F65F0-ADD2-4E4A-91D2-D7F4C80F8094}"/>
              </a:ext>
            </a:extLst>
          </p:cNvPr>
          <p:cNvGrpSpPr/>
          <p:nvPr/>
        </p:nvGrpSpPr>
        <p:grpSpPr>
          <a:xfrm>
            <a:off x="1398211" y="4706829"/>
            <a:ext cx="4105721" cy="855872"/>
            <a:chOff x="1142072" y="5126226"/>
            <a:chExt cx="4105721" cy="855872"/>
          </a:xfrm>
        </p:grpSpPr>
        <p:sp>
          <p:nvSpPr>
            <p:cNvPr id="65538" name="Rectangle 13">
              <a:extLst>
                <a:ext uri="{FF2B5EF4-FFF2-40B4-BE49-F238E27FC236}">
                  <a16:creationId xmlns:a16="http://schemas.microsoft.com/office/drawing/2014/main" id="{68F1600D-9110-4D3F-915A-1A06BBAC51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3174" y="5126226"/>
              <a:ext cx="3952999" cy="855872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r" rtl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he-IL" altLang="en-US" sz="1800" b="0">
                <a:solidFill>
                  <a:srgbClr val="000000"/>
                </a:solidFill>
              </a:endParaRPr>
            </a:p>
          </p:txBody>
        </p:sp>
        <p:sp>
          <p:nvSpPr>
            <p:cNvPr id="65548" name="Text Box 8">
              <a:extLst>
                <a:ext uri="{FF2B5EF4-FFF2-40B4-BE49-F238E27FC236}">
                  <a16:creationId xmlns:a16="http://schemas.microsoft.com/office/drawing/2014/main" id="{699C4CE6-C67F-4513-8C4B-7EE4B4BBB8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2072" y="5142827"/>
              <a:ext cx="4105721" cy="8226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r" rtl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he-IL" altLang="en-US" sz="2400" b="0" dirty="0">
                  <a:solidFill>
                    <a:srgbClr val="000000"/>
                  </a:solidFill>
                  <a:cs typeface="David" panose="020E0502060401010101" pitchFamily="34" charset="-79"/>
                </a:rPr>
                <a:t>חברי הקבוצה תופסים עצמם כקבוצה (בעיני עצמם ובעיני אחרים)</a:t>
              </a:r>
              <a:endParaRPr lang="en-US" altLang="en-US" sz="2400" b="0" dirty="0">
                <a:solidFill>
                  <a:srgbClr val="000000"/>
                </a:solidFill>
                <a:cs typeface="David" panose="020E0502060401010101" pitchFamily="34" charset="-79"/>
              </a:endParaRPr>
            </a:p>
          </p:txBody>
        </p:sp>
      </p:grpSp>
      <p:sp>
        <p:nvSpPr>
          <p:cNvPr id="65551" name="AutoShape 17">
            <a:extLst>
              <a:ext uri="{FF2B5EF4-FFF2-40B4-BE49-F238E27FC236}">
                <a16:creationId xmlns:a16="http://schemas.microsoft.com/office/drawing/2014/main" id="{03D25835-495A-4B1F-BE4D-98EDE2D05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097" y="4917875"/>
            <a:ext cx="431847" cy="144524"/>
          </a:xfrm>
          <a:prstGeom prst="leftArrow">
            <a:avLst>
              <a:gd name="adj1" fmla="val 50000"/>
              <a:gd name="adj2" fmla="val 74725"/>
            </a:avLst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 rtl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he-IL" altLang="en-US" sz="1800" b="0">
              <a:solidFill>
                <a:srgbClr val="000000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0537C13-3CD7-499B-BDF0-42B726D561E2}"/>
              </a:ext>
            </a:extLst>
          </p:cNvPr>
          <p:cNvGrpSpPr/>
          <p:nvPr/>
        </p:nvGrpSpPr>
        <p:grpSpPr>
          <a:xfrm>
            <a:off x="6783192" y="2684915"/>
            <a:ext cx="1800421" cy="1008485"/>
            <a:chOff x="6783192" y="2684915"/>
            <a:chExt cx="1800421" cy="1008485"/>
          </a:xfrm>
        </p:grpSpPr>
        <p:sp>
          <p:nvSpPr>
            <p:cNvPr id="65543" name="Rectangle 9">
              <a:extLst>
                <a:ext uri="{FF2B5EF4-FFF2-40B4-BE49-F238E27FC236}">
                  <a16:creationId xmlns:a16="http://schemas.microsoft.com/office/drawing/2014/main" id="{6B74A146-618F-4BBC-AF7D-6A85774EAE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6225" y="2684915"/>
              <a:ext cx="1727388" cy="1008485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r" rtl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he-IL" altLang="en-US" sz="1800" b="0">
                <a:solidFill>
                  <a:srgbClr val="000000"/>
                </a:solidFill>
              </a:endParaRPr>
            </a:p>
          </p:txBody>
        </p:sp>
        <p:sp>
          <p:nvSpPr>
            <p:cNvPr id="65544" name="Text Box 4">
              <a:extLst>
                <a:ext uri="{FF2B5EF4-FFF2-40B4-BE49-F238E27FC236}">
                  <a16:creationId xmlns:a16="http://schemas.microsoft.com/office/drawing/2014/main" id="{9621A3AC-84EC-49F2-9874-9228AEDA51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3192" y="2900906"/>
              <a:ext cx="1476536" cy="519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r" rtl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he-IL" altLang="en-US" sz="2800" b="0" dirty="0">
                  <a:solidFill>
                    <a:srgbClr val="000000"/>
                  </a:solidFill>
                  <a:cs typeface="David" panose="020E0502060401010101" pitchFamily="34" charset="-79"/>
                </a:rPr>
                <a:t>קבוצה</a:t>
              </a:r>
              <a:endParaRPr lang="en-US" altLang="en-US" sz="2800" b="0" dirty="0">
                <a:solidFill>
                  <a:srgbClr val="000000"/>
                </a:solidFill>
                <a:cs typeface="David" panose="020E0502060401010101" pitchFamily="34" charset="-79"/>
              </a:endParaRPr>
            </a:p>
          </p:txBody>
        </p:sp>
      </p:grpSp>
      <p:sp>
        <p:nvSpPr>
          <p:cNvPr id="65549" name="AutoShape 15">
            <a:extLst>
              <a:ext uri="{FF2B5EF4-FFF2-40B4-BE49-F238E27FC236}">
                <a16:creationId xmlns:a16="http://schemas.microsoft.com/office/drawing/2014/main" id="{418AEFDF-21D0-405B-8692-CFA225F511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5422" y="3116896"/>
            <a:ext cx="720803" cy="215990"/>
          </a:xfrm>
          <a:prstGeom prst="leftArrow">
            <a:avLst>
              <a:gd name="adj1" fmla="val 50000"/>
              <a:gd name="adj2" fmla="val 83456"/>
            </a:avLst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 rtl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0">
              <a:solidFill>
                <a:srgbClr val="9999FF"/>
              </a:solidFill>
            </a:endParaRPr>
          </a:p>
        </p:txBody>
      </p:sp>
      <p:sp>
        <p:nvSpPr>
          <p:cNvPr id="65550" name="Rectangle 16">
            <a:extLst>
              <a:ext uri="{FF2B5EF4-FFF2-40B4-BE49-F238E27FC236}">
                <a16:creationId xmlns:a16="http://schemas.microsoft.com/office/drawing/2014/main" id="{B27499D2-F10E-4406-B122-5B99D2417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0944" y="1676431"/>
            <a:ext cx="144478" cy="338596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 rtl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0">
              <a:solidFill>
                <a:srgbClr val="9999FF"/>
              </a:solidFill>
            </a:endParaRPr>
          </a:p>
        </p:txBody>
      </p:sp>
      <p:sp>
        <p:nvSpPr>
          <p:cNvPr id="65552" name="AutoShape 18">
            <a:extLst>
              <a:ext uri="{FF2B5EF4-FFF2-40B4-BE49-F238E27FC236}">
                <a16:creationId xmlns:a16="http://schemas.microsoft.com/office/drawing/2014/main" id="{CAB74A3D-6ADF-42EB-BD08-9340C2329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097" y="1676431"/>
            <a:ext cx="431847" cy="144523"/>
          </a:xfrm>
          <a:prstGeom prst="leftArrow">
            <a:avLst>
              <a:gd name="adj1" fmla="val 50000"/>
              <a:gd name="adj2" fmla="val 74726"/>
            </a:avLst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 rtl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he-IL" altLang="en-US" sz="1800" b="0">
              <a:solidFill>
                <a:srgbClr val="000000"/>
              </a:solidFill>
            </a:endParaRPr>
          </a:p>
        </p:txBody>
      </p:sp>
      <p:sp>
        <p:nvSpPr>
          <p:cNvPr id="65553" name="AutoShape 19">
            <a:extLst>
              <a:ext uri="{FF2B5EF4-FFF2-40B4-BE49-F238E27FC236}">
                <a16:creationId xmlns:a16="http://schemas.microsoft.com/office/drawing/2014/main" id="{B1C7B513-849E-49D2-AFEA-D3460766B4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097" y="2900906"/>
            <a:ext cx="431847" cy="144524"/>
          </a:xfrm>
          <a:prstGeom prst="leftArrow">
            <a:avLst>
              <a:gd name="adj1" fmla="val 50000"/>
              <a:gd name="adj2" fmla="val 74725"/>
            </a:avLst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 rtl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he-IL" altLang="en-US" sz="1800" b="0">
              <a:solidFill>
                <a:srgbClr val="000000"/>
              </a:solidFill>
            </a:endParaRPr>
          </a:p>
        </p:txBody>
      </p:sp>
      <p:sp>
        <p:nvSpPr>
          <p:cNvPr id="65554" name="AutoShape 20">
            <a:extLst>
              <a:ext uri="{FF2B5EF4-FFF2-40B4-BE49-F238E27FC236}">
                <a16:creationId xmlns:a16="http://schemas.microsoft.com/office/drawing/2014/main" id="{5C9FDE28-EE72-4616-BEF1-7C449652C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097" y="3909391"/>
            <a:ext cx="431847" cy="144523"/>
          </a:xfrm>
          <a:prstGeom prst="leftArrow">
            <a:avLst>
              <a:gd name="adj1" fmla="val 50000"/>
              <a:gd name="adj2" fmla="val 74726"/>
            </a:avLst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 rtl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he-IL" altLang="en-US" sz="1800" b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51" grpId="0" animBg="1"/>
      <p:bldP spid="65549" grpId="0" animBg="1"/>
      <p:bldP spid="65550" grpId="0" animBg="1"/>
      <p:bldP spid="65552" grpId="0" animBg="1"/>
      <p:bldP spid="65553" grpId="0" animBg="1"/>
      <p:bldP spid="6555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>
            <a:extLst>
              <a:ext uri="{FF2B5EF4-FFF2-40B4-BE49-F238E27FC236}">
                <a16:creationId xmlns:a16="http://schemas.microsoft.com/office/drawing/2014/main" id="{0FDAD273-9345-4DC9-B76B-44DB10297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altLang="en-US"/>
              <a:t>קבוצת עבודה - הגדרה</a:t>
            </a:r>
            <a:endParaRPr lang="en-US" altLang="en-US"/>
          </a:p>
        </p:txBody>
      </p:sp>
      <p:sp>
        <p:nvSpPr>
          <p:cNvPr id="52227" name="Content Placeholder 2">
            <a:extLst>
              <a:ext uri="{FF2B5EF4-FFF2-40B4-BE49-F238E27FC236}">
                <a16:creationId xmlns:a16="http://schemas.microsoft.com/office/drawing/2014/main" id="{9BE0BFDF-F9D7-4802-A031-D728FE572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altLang="en-US" dirty="0"/>
          </a:p>
          <a:p>
            <a:r>
              <a:rPr lang="he-IL" altLang="en-US" dirty="0"/>
              <a:t>קבוצה חברתית </a:t>
            </a:r>
          </a:p>
          <a:p>
            <a:r>
              <a:rPr lang="he-IL" altLang="en-US" dirty="0"/>
              <a:t>חבורת עובדים, המועסקת על ידי אותו מעביד </a:t>
            </a:r>
            <a:br>
              <a:rPr lang="he-IL" altLang="en-US" dirty="0"/>
            </a:br>
            <a:r>
              <a:rPr lang="he-IL" altLang="en-US" dirty="0"/>
              <a:t> במסגרת ארגונית משותפת</a:t>
            </a:r>
          </a:p>
          <a:p>
            <a:pPr lvl="1"/>
            <a:r>
              <a:rPr lang="he-IL" altLang="en-US" dirty="0"/>
              <a:t>מאופיינת בנורמות, בערכים ותרבות ארגונית משותפת</a:t>
            </a:r>
          </a:p>
          <a:p>
            <a:r>
              <a:rPr lang="he-IL" altLang="en-US" dirty="0"/>
              <a:t>מייצרת/ מפיקה מוצר/ שירות כלשהם</a:t>
            </a:r>
          </a:p>
          <a:p>
            <a:r>
              <a:rPr lang="he-IL" altLang="en-US" dirty="0"/>
              <a:t> קרבה גיאוגרפית אינה הכרחית</a:t>
            </a:r>
          </a:p>
          <a:p>
            <a:endParaRPr lang="he-IL" altLang="en-US" sz="2400" dirty="0"/>
          </a:p>
          <a:p>
            <a:endParaRPr lang="en-US" altLang="en-US" dirty="0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6B670EB6-3D2C-491A-BD84-D47EA2997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2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2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0">
              <a:spcBef>
                <a:spcPct val="0"/>
              </a:spcBef>
              <a:buSzTx/>
              <a:buFontTx/>
              <a:buNone/>
            </a:pPr>
            <a:fld id="{94DF60C9-33CB-4994-B0C0-A38B9D49713F}" type="slidenum">
              <a:rPr lang="he-IL" altLang="en-US" sz="1000" b="0">
                <a:solidFill>
                  <a:srgbClr val="000000"/>
                </a:solidFill>
                <a:latin typeface="Tahoma" panose="020B0604030504040204" pitchFamily="34" charset="0"/>
              </a:rPr>
              <a:pPr rtl="0">
                <a:spcBef>
                  <a:spcPct val="0"/>
                </a:spcBef>
                <a:buSzTx/>
                <a:buFontTx/>
                <a:buNone/>
              </a:pPr>
              <a:t>6</a:t>
            </a:fld>
            <a:endParaRPr lang="en-US" altLang="en-US" sz="1000" b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C6045D4A-1B32-4E66-8AB1-8B1381F90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9752" y="4275405"/>
            <a:ext cx="3161396" cy="566738"/>
          </a:xfrm>
        </p:spPr>
        <p:txBody>
          <a:bodyPr wrap="square" anchor="b">
            <a:noAutofit/>
          </a:bodyPr>
          <a:lstStyle/>
          <a:p>
            <a:r>
              <a:rPr lang="he-IL" sz="3600" dirty="0">
                <a:solidFill>
                  <a:schemeClr val="accent2"/>
                </a:solidFill>
              </a:rPr>
              <a:t>רגע – דיון !</a:t>
            </a:r>
            <a:endParaRPr lang="en-US" sz="3600" dirty="0">
              <a:solidFill>
                <a:schemeClr val="accent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813BEB-B883-4F22-AAD0-AB4D1B8F1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402" y="228607"/>
            <a:ext cx="5486400" cy="4109504"/>
          </a:xfrm>
          <a:prstGeom prst="rect">
            <a:avLst/>
          </a:prstGeom>
          <a:noFill/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04B6882-C707-4733-BAE2-B4FC15D0E3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1520" y="5301208"/>
            <a:ext cx="8244408" cy="804862"/>
          </a:xfrm>
        </p:spPr>
        <p:txBody>
          <a:bodyPr wrap="square" anchor="t">
            <a:noAutofit/>
          </a:bodyPr>
          <a:lstStyle/>
          <a:p>
            <a:pPr>
              <a:lnSpc>
                <a:spcPct val="90000"/>
              </a:lnSpc>
            </a:pPr>
            <a:r>
              <a:rPr lang="he-IL" sz="2800" dirty="0"/>
              <a:t>עבודה מסכמת בקורס  (שלשות) - האם קבוצת עבודה?</a:t>
            </a: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4FF59-C840-4319-AFF9-748F3999E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6613525"/>
            <a:ext cx="2133600" cy="136525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8494071-01DA-477E-B448-D8A141C6FA49}" type="slidenum">
              <a:rPr lang="he-IL" altLang="en-US" sz="300" smtClean="0"/>
              <a:pPr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en-US" altLang="en-US" sz="300"/>
          </a:p>
        </p:txBody>
      </p:sp>
    </p:spTree>
    <p:extLst>
      <p:ext uri="{BB962C8B-B14F-4D97-AF65-F5344CB8AC3E}">
        <p14:creationId xmlns:p14="http://schemas.microsoft.com/office/powerpoint/2010/main" val="1918259558"/>
      </p:ext>
    </p:extLst>
  </p:cSld>
  <p:clrMapOvr>
    <a:masterClrMapping/>
  </p:clrMapOvr>
  <p:transition spd="med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3">
            <a:extLst>
              <a:ext uri="{FF2B5EF4-FFF2-40B4-BE49-F238E27FC236}">
                <a16:creationId xmlns:a16="http://schemas.microsoft.com/office/drawing/2014/main" id="{A92627C1-5C2B-453E-9EA6-59D939AA3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1690688"/>
            <a:ext cx="8582025" cy="488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9635" name="Rectangle 4">
            <a:extLst>
              <a:ext uri="{FF2B5EF4-FFF2-40B4-BE49-F238E27FC236}">
                <a16:creationId xmlns:a16="http://schemas.microsoft.com/office/drawing/2014/main" id="{3465245F-B344-4561-AC03-4627F6D79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9950" y="2141538"/>
            <a:ext cx="2351088" cy="641350"/>
          </a:xfrm>
          <a:prstGeom prst="rect">
            <a:avLst/>
          </a:prstGeom>
          <a:solidFill>
            <a:srgbClr val="CCFFCC"/>
          </a:solidFill>
          <a:ln w="28575">
            <a:solidFill>
              <a:srgbClr val="0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 rtl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9636" name="Rectangle 5">
            <a:extLst>
              <a:ext uri="{FF2B5EF4-FFF2-40B4-BE49-F238E27FC236}">
                <a16:creationId xmlns:a16="http://schemas.microsoft.com/office/drawing/2014/main" id="{F664F2C5-1C0A-4151-BD35-F0D1C4A951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4313" y="3624263"/>
            <a:ext cx="2351087" cy="641350"/>
          </a:xfrm>
          <a:prstGeom prst="rect">
            <a:avLst/>
          </a:prstGeom>
          <a:solidFill>
            <a:srgbClr val="CC99FF"/>
          </a:solidFill>
          <a:ln w="28575">
            <a:solidFill>
              <a:srgbClr val="800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 rtl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9637" name="Rectangle 6">
            <a:extLst>
              <a:ext uri="{FF2B5EF4-FFF2-40B4-BE49-F238E27FC236}">
                <a16:creationId xmlns:a16="http://schemas.microsoft.com/office/drawing/2014/main" id="{24005330-2C2F-41B8-B8E8-EF350C8F3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9250" y="3624263"/>
            <a:ext cx="2351088" cy="641350"/>
          </a:xfrm>
          <a:prstGeom prst="rect">
            <a:avLst/>
          </a:prstGeom>
          <a:solidFill>
            <a:srgbClr val="99CCFF"/>
          </a:solidFill>
          <a:ln w="28575">
            <a:solidFill>
              <a:srgbClr val="3333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 rtl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9638" name="Rectangle 7">
            <a:extLst>
              <a:ext uri="{FF2B5EF4-FFF2-40B4-BE49-F238E27FC236}">
                <a16:creationId xmlns:a16="http://schemas.microsoft.com/office/drawing/2014/main" id="{587F2718-556B-4E0E-B4C6-A61B393AF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625" y="5106988"/>
            <a:ext cx="1671638" cy="966787"/>
          </a:xfrm>
          <a:prstGeom prst="rect">
            <a:avLst/>
          </a:prstGeom>
          <a:solidFill>
            <a:srgbClr val="FF9966"/>
          </a:solidFill>
          <a:ln w="28575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 rtl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9639" name="Rectangle 8">
            <a:extLst>
              <a:ext uri="{FF2B5EF4-FFF2-40B4-BE49-F238E27FC236}">
                <a16:creationId xmlns:a16="http://schemas.microsoft.com/office/drawing/2014/main" id="{DEED8C29-DF04-4442-B3C7-2267407886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4950" y="5127625"/>
            <a:ext cx="1671638" cy="966788"/>
          </a:xfrm>
          <a:prstGeom prst="rect">
            <a:avLst/>
          </a:prstGeom>
          <a:solidFill>
            <a:srgbClr val="CCFFFF"/>
          </a:solidFill>
          <a:ln w="28575">
            <a:solidFill>
              <a:srgbClr val="0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 rtl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9640" name="Rectangle 9">
            <a:extLst>
              <a:ext uri="{FF2B5EF4-FFF2-40B4-BE49-F238E27FC236}">
                <a16:creationId xmlns:a16="http://schemas.microsoft.com/office/drawing/2014/main" id="{F33383F5-ACFD-4DC2-91F4-C18B1E4C5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5513" y="5113338"/>
            <a:ext cx="1671637" cy="966787"/>
          </a:xfrm>
          <a:prstGeom prst="rect">
            <a:avLst/>
          </a:prstGeom>
          <a:solidFill>
            <a:srgbClr val="C1C7E3"/>
          </a:solidFill>
          <a:ln w="28575">
            <a:solidFill>
              <a:srgbClr val="939EC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 rtl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9641" name="Rectangle 10">
            <a:extLst>
              <a:ext uri="{FF2B5EF4-FFF2-40B4-BE49-F238E27FC236}">
                <a16:creationId xmlns:a16="http://schemas.microsoft.com/office/drawing/2014/main" id="{C75AC13E-7C12-4AF3-AC82-AF10122A9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7188" y="5127625"/>
            <a:ext cx="1671637" cy="966788"/>
          </a:xfrm>
          <a:prstGeom prst="rect">
            <a:avLst/>
          </a:prstGeom>
          <a:solidFill>
            <a:srgbClr val="FFCC99"/>
          </a:solidFill>
          <a:ln w="2857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 rtl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9642" name="Text Box 11">
            <a:extLst>
              <a:ext uri="{FF2B5EF4-FFF2-40B4-BE49-F238E27FC236}">
                <a16:creationId xmlns:a16="http://schemas.microsoft.com/office/drawing/2014/main" id="{55F87C47-864D-4F6F-B3A7-709615C026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7913" y="2232025"/>
            <a:ext cx="19732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קבוצות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7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9643" name="Text Box 12">
            <a:extLst>
              <a:ext uri="{FF2B5EF4-FFF2-40B4-BE49-F238E27FC236}">
                <a16:creationId xmlns:a16="http://schemas.microsoft.com/office/drawing/2014/main" id="{1F3675A9-C4F9-4158-9A87-AE219CC165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0225" y="3598863"/>
            <a:ext cx="1973263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קבוצות</a:t>
            </a: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בלתי פורמליות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7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9644" name="Text Box 13">
            <a:extLst>
              <a:ext uri="{FF2B5EF4-FFF2-40B4-BE49-F238E27FC236}">
                <a16:creationId xmlns:a16="http://schemas.microsoft.com/office/drawing/2014/main" id="{6A488583-E3A4-459C-8814-661971E0F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1638" y="3605213"/>
            <a:ext cx="1973262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קבוצות</a:t>
            </a: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פורמליות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7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9645" name="Text Box 14">
            <a:extLst>
              <a:ext uri="{FF2B5EF4-FFF2-40B4-BE49-F238E27FC236}">
                <a16:creationId xmlns:a16="http://schemas.microsoft.com/office/drawing/2014/main" id="{0E13EE36-0141-4DAA-8FC3-CDD8B569A2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2288" y="5264150"/>
            <a:ext cx="13335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קבוצות</a:t>
            </a: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אינטרס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7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9646" name="Text Box 15">
            <a:extLst>
              <a:ext uri="{FF2B5EF4-FFF2-40B4-BE49-F238E27FC236}">
                <a16:creationId xmlns:a16="http://schemas.microsoft.com/office/drawing/2014/main" id="{0409967A-93BA-4950-BCB0-C2C9A702D6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9663" y="5257800"/>
            <a:ext cx="13335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קבוצת</a:t>
            </a: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חברים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7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9647" name="Text Box 16">
            <a:extLst>
              <a:ext uri="{FF2B5EF4-FFF2-40B4-BE49-F238E27FC236}">
                <a16:creationId xmlns:a16="http://schemas.microsoft.com/office/drawing/2014/main" id="{18B73959-DD6F-47CC-BF11-EE00E5F9D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0688" y="5270500"/>
            <a:ext cx="13335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קבוצות</a:t>
            </a: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משימה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7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9648" name="Text Box 17">
            <a:extLst>
              <a:ext uri="{FF2B5EF4-FFF2-40B4-BE49-F238E27FC236}">
                <a16:creationId xmlns:a16="http://schemas.microsoft.com/office/drawing/2014/main" id="{FDD8DC58-7462-41DC-B37E-56C57801D8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4725" y="5257800"/>
            <a:ext cx="13335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קבוצות</a:t>
            </a: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פיקוד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7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B8526294-EFC0-4B6F-92D7-AD9E530B8648}"/>
              </a:ext>
            </a:extLst>
          </p:cNvPr>
          <p:cNvSpPr txBox="1">
            <a:spLocks/>
          </p:cNvSpPr>
          <p:nvPr/>
        </p:nvSpPr>
        <p:spPr bwMode="auto">
          <a:xfrm>
            <a:off x="514350" y="581025"/>
            <a:ext cx="8353425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1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90033"/>
                </a:solidFill>
                <a:latin typeface="+mj-lt"/>
                <a:ea typeface="+mj-ea"/>
                <a:cs typeface="+mj-cs"/>
              </a:defRPr>
            </a:lvl1pPr>
            <a:lvl2pPr algn="ctr" rtl="1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90033"/>
                </a:solidFill>
                <a:latin typeface="Arial Black" pitchFamily="34" charset="0"/>
                <a:cs typeface="Arial" pitchFamily="34" charset="0"/>
              </a:defRPr>
            </a:lvl2pPr>
            <a:lvl3pPr algn="ctr" rtl="1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90033"/>
                </a:solidFill>
                <a:latin typeface="Arial Black" pitchFamily="34" charset="0"/>
                <a:cs typeface="Arial" pitchFamily="34" charset="0"/>
              </a:defRPr>
            </a:lvl3pPr>
            <a:lvl4pPr algn="ctr" rtl="1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90033"/>
                </a:solidFill>
                <a:latin typeface="Arial Black" pitchFamily="34" charset="0"/>
                <a:cs typeface="Arial" pitchFamily="34" charset="0"/>
              </a:defRPr>
            </a:lvl4pPr>
            <a:lvl5pPr algn="ctr" rtl="1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90033"/>
                </a:solidFill>
                <a:latin typeface="Arial Black" pitchFamily="34" charset="0"/>
                <a:cs typeface="Arial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90033"/>
                </a:solidFill>
                <a:latin typeface="Arial Black" pitchFamily="34" charset="0"/>
                <a:cs typeface="Arial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90033"/>
                </a:solidFill>
                <a:latin typeface="Arial Black" pitchFamily="34" charset="0"/>
                <a:cs typeface="Arial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90033"/>
                </a:solidFill>
                <a:latin typeface="Arial Black" pitchFamily="34" charset="0"/>
                <a:cs typeface="Arial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90033"/>
                </a:solidFill>
                <a:latin typeface="Arial Black" pitchFamily="34" charset="0"/>
                <a:cs typeface="Arial" pitchFamily="34" charset="0"/>
              </a:defRPr>
            </a:lvl9pPr>
          </a:lstStyle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Arial Black"/>
                <a:ea typeface="+mj-ea"/>
                <a:cs typeface="Arial"/>
              </a:rPr>
              <a:t>סוגי קבוצת עבודה</a:t>
            </a:r>
            <a:endParaRPr kumimoji="0" lang="en-US" altLang="en-US" sz="3600" b="1" i="0" u="none" strike="noStrike" kern="0" cap="none" spc="0" normalizeH="0" baseline="0" noProof="0" dirty="0">
              <a:ln>
                <a:noFill/>
              </a:ln>
              <a:solidFill>
                <a:srgbClr val="990033"/>
              </a:solidFill>
              <a:effectLst/>
              <a:uLnTx/>
              <a:uFillTx/>
              <a:latin typeface="Arial Black"/>
              <a:ea typeface="+mj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9218274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F7C672-1174-4206-A02B-ED81E1F82DA1}"/>
              </a:ext>
            </a:extLst>
          </p:cNvPr>
          <p:cNvSpPr/>
          <p:nvPr/>
        </p:nvSpPr>
        <p:spPr>
          <a:xfrm>
            <a:off x="4497388" y="549275"/>
            <a:ext cx="185737" cy="6461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he-IL" sz="3600" b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35844" name="Rectangle 2">
            <a:extLst>
              <a:ext uri="{FF2B5EF4-FFF2-40B4-BE49-F238E27FC236}">
                <a16:creationId xmlns:a16="http://schemas.microsoft.com/office/drawing/2014/main" id="{D89A4B0F-C100-44DF-AF3F-6A26CB7007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7043" y="187325"/>
            <a:ext cx="8226425" cy="1143000"/>
          </a:xfrm>
        </p:spPr>
        <p:txBody>
          <a:bodyPr rtlCol="1"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he-IL" altLang="en-US" sz="4000" b="1" dirty="0">
                <a:solidFill>
                  <a:srgbClr val="C00000"/>
                </a:solidFill>
                <a:cs typeface="David" pitchFamily="34" charset="-79"/>
              </a:rPr>
              <a:t>שלבים בהתפתחות קבוצת עבודה</a:t>
            </a:r>
            <a:br>
              <a:rPr lang="he-IL" altLang="en-US" sz="4000" b="1" dirty="0">
                <a:solidFill>
                  <a:srgbClr val="C00000"/>
                </a:solidFill>
                <a:cs typeface="David" pitchFamily="34" charset="-79"/>
              </a:rPr>
            </a:br>
            <a:r>
              <a:rPr lang="en-US" altLang="en-US" sz="4000" b="1" dirty="0" err="1">
                <a:solidFill>
                  <a:srgbClr val="C00000"/>
                </a:solidFill>
                <a:cs typeface="David" pitchFamily="34" charset="-79"/>
              </a:rPr>
              <a:t>Tukman</a:t>
            </a:r>
            <a:r>
              <a:rPr lang="en-US" altLang="en-US" sz="4000" b="1" dirty="0">
                <a:solidFill>
                  <a:srgbClr val="C00000"/>
                </a:solidFill>
                <a:cs typeface="David" pitchFamily="34" charset="-79"/>
              </a:rPr>
              <a:t> &amp; Jensen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F81E037E-4FD1-4E10-9E48-02AF2183B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8" y="5549900"/>
            <a:ext cx="1871662" cy="1223963"/>
          </a:xfrm>
          <a:prstGeom prst="rect">
            <a:avLst/>
          </a:prstGeom>
          <a:solidFill>
            <a:srgbClr val="FF0000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000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 rt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dirty="0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David" pitchFamily="34" charset="-79"/>
                <a:cs typeface="David" pitchFamily="34" charset="-79"/>
              </a:rPr>
              <a:t>Forming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64B1C781-E882-438C-8612-4B2E603D3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4465638"/>
            <a:ext cx="1871663" cy="1223962"/>
          </a:xfrm>
          <a:prstGeom prst="rect">
            <a:avLst/>
          </a:prstGeom>
          <a:solidFill>
            <a:srgbClr val="FFFF66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66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 rt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dirty="0">
                <a:solidFill>
                  <a:prstClr val="blac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David" pitchFamily="34" charset="-79"/>
                <a:cs typeface="David" pitchFamily="34" charset="-79"/>
              </a:rPr>
              <a:t>Storming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DD54B0E3-A644-4DE6-AEAC-575FBA8C1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4738" y="3392488"/>
            <a:ext cx="1727200" cy="1295400"/>
          </a:xfrm>
          <a:prstGeom prst="rect">
            <a:avLst/>
          </a:prstGeom>
          <a:solidFill>
            <a:srgbClr val="0000CC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00CC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 rt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dirty="0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David" pitchFamily="34" charset="-79"/>
                <a:cs typeface="David" pitchFamily="34" charset="-79"/>
              </a:rPr>
              <a:t>Norming</a:t>
            </a: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A021D102-3E2A-4BDB-A27D-B931ADB3F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6113" y="2424113"/>
            <a:ext cx="1871662" cy="1222375"/>
          </a:xfrm>
          <a:prstGeom prst="rect">
            <a:avLst/>
          </a:prstGeom>
          <a:solidFill>
            <a:srgbClr val="336600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33660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 rt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dirty="0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David" pitchFamily="34" charset="-79"/>
                <a:cs typeface="David" pitchFamily="34" charset="-79"/>
              </a:rPr>
              <a:t>Performing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AA6CD04C-B5C5-49EF-A4C5-7F50F250ED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2875" y="1195388"/>
            <a:ext cx="1008063" cy="792162"/>
          </a:xfrm>
          <a:prstGeom prst="ellipse">
            <a:avLst/>
          </a:prstGeom>
          <a:solidFill>
            <a:srgbClr val="336600"/>
          </a:solidFill>
          <a:ln w="9525"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33660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 rt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he-IL" sz="2400" b="0" dirty="0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David" pitchFamily="34" charset="-79"/>
                <a:cs typeface="David" pitchFamily="34" charset="-79"/>
              </a:rPr>
              <a:t>בוגר</a:t>
            </a:r>
            <a:endParaRPr lang="en-US" sz="2400" b="0" dirty="0">
              <a:solidFill>
                <a:prstClr val="whit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David" pitchFamily="34" charset="-79"/>
              <a:cs typeface="David" pitchFamily="34" charset="-79"/>
            </a:endParaRPr>
          </a:p>
        </p:txBody>
      </p:sp>
      <p:sp>
        <p:nvSpPr>
          <p:cNvPr id="15" name="Oval 11">
            <a:extLst>
              <a:ext uri="{FF2B5EF4-FFF2-40B4-BE49-F238E27FC236}">
                <a16:creationId xmlns:a16="http://schemas.microsoft.com/office/drawing/2014/main" id="{9496428F-D668-4C04-99D6-61D701E808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644900"/>
            <a:ext cx="914400" cy="792163"/>
          </a:xfrm>
          <a:prstGeom prst="ellipse">
            <a:avLst/>
          </a:prstGeom>
          <a:solidFill>
            <a:srgbClr val="FF0000"/>
          </a:solidFill>
          <a:ln w="9525"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000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 rt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he-IL" sz="2400" b="0" dirty="0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David" pitchFamily="34" charset="-79"/>
                <a:cs typeface="David" pitchFamily="34" charset="-79"/>
              </a:rPr>
              <a:t>לא </a:t>
            </a:r>
          </a:p>
          <a:p>
            <a:pPr algn="ctr" rt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he-IL" sz="2400" b="0" dirty="0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David" pitchFamily="34" charset="-79"/>
                <a:cs typeface="David" pitchFamily="34" charset="-79"/>
              </a:rPr>
              <a:t>בוגר</a:t>
            </a:r>
            <a:endParaRPr lang="en-US" sz="2400" b="0" dirty="0">
              <a:solidFill>
                <a:prstClr val="whit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David" pitchFamily="34" charset="-79"/>
              <a:cs typeface="David" pitchFamily="34" charset="-79"/>
            </a:endParaRPr>
          </a:p>
        </p:txBody>
      </p:sp>
      <p:sp>
        <p:nvSpPr>
          <p:cNvPr id="48140" name="Line 12">
            <a:extLst>
              <a:ext uri="{FF2B5EF4-FFF2-40B4-BE49-F238E27FC236}">
                <a16:creationId xmlns:a16="http://schemas.microsoft.com/office/drawing/2014/main" id="{4182B00F-D2E5-4D7E-8BB7-D1D8A61923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13000" y="5757863"/>
            <a:ext cx="1079500" cy="431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 rt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b="0">
              <a:solidFill>
                <a:prstClr val="black"/>
              </a:solidFill>
              <a:latin typeface="Calibri" panose="020F0502020204030204"/>
              <a:cs typeface="+mn-cs"/>
            </a:endParaRPr>
          </a:p>
        </p:txBody>
      </p:sp>
      <p:sp>
        <p:nvSpPr>
          <p:cNvPr id="48143" name="Line 12">
            <a:extLst>
              <a:ext uri="{FF2B5EF4-FFF2-40B4-BE49-F238E27FC236}">
                <a16:creationId xmlns:a16="http://schemas.microsoft.com/office/drawing/2014/main" id="{A7014D44-7FFC-4D0F-87CF-69DCA352BA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68838" y="4741863"/>
            <a:ext cx="1079500" cy="431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 rt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b="0">
              <a:solidFill>
                <a:prstClr val="black"/>
              </a:solidFill>
              <a:latin typeface="Calibri" panose="020F0502020204030204"/>
              <a:cs typeface="+mn-cs"/>
            </a:endParaRPr>
          </a:p>
        </p:txBody>
      </p:sp>
      <p:sp>
        <p:nvSpPr>
          <p:cNvPr id="48144" name="Line 12">
            <a:extLst>
              <a:ext uri="{FF2B5EF4-FFF2-40B4-BE49-F238E27FC236}">
                <a16:creationId xmlns:a16="http://schemas.microsoft.com/office/drawing/2014/main" id="{D54D5B86-026D-4650-972C-5103F725DD0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0063" y="3717925"/>
            <a:ext cx="1079500" cy="431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 rt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b="0">
              <a:solidFill>
                <a:prstClr val="black"/>
              </a:solidFill>
              <a:latin typeface="Calibri" panose="020F0502020204030204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48140" grpId="0" animBg="1"/>
      <p:bldP spid="48143" grpId="0" animBg="1"/>
      <p:bldP spid="48144" grpId="0" animBg="1"/>
    </p:bldLst>
  </p:timing>
</p:sld>
</file>

<file path=ppt/theme/theme1.xml><?xml version="1.0" encoding="utf-8"?>
<a:theme xmlns:a="http://schemas.openxmlformats.org/drawingml/2006/main" name="01090301">
  <a:themeElements>
    <a:clrScheme name="0109030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1090301">
      <a:majorFont>
        <a:latin typeface="Arial Black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itchFamily="34" charset="0"/>
            <a:cs typeface="Arial" pitchFamily="34" charset="0"/>
          </a:defRPr>
        </a:defPPr>
      </a:lstStyle>
    </a:lnDef>
  </a:objectDefaults>
  <a:extraClrSchemeLst>
    <a:extraClrScheme>
      <a:clrScheme name="0109030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2">
        <a:dk1>
          <a:srgbClr val="777777"/>
        </a:dk1>
        <a:lt1>
          <a:srgbClr val="969696"/>
        </a:lt1>
        <a:dk2>
          <a:srgbClr val="686B5D"/>
        </a:dk2>
        <a:lt2>
          <a:srgbClr val="4E4E44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7F7F7F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01090301">
  <a:themeElements>
    <a:clrScheme name="0109030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1090301">
      <a:majorFont>
        <a:latin typeface="Arial Black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0109030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2">
        <a:dk1>
          <a:srgbClr val="777777"/>
        </a:dk1>
        <a:lt1>
          <a:srgbClr val="969696"/>
        </a:lt1>
        <a:dk2>
          <a:srgbClr val="686B5D"/>
        </a:dk2>
        <a:lt2>
          <a:srgbClr val="4E4E44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7F7F7F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01090301">
  <a:themeElements>
    <a:clrScheme name="0109030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1090301">
      <a:majorFont>
        <a:latin typeface="Arial Black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0109030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2">
        <a:dk1>
          <a:srgbClr val="777777"/>
        </a:dk1>
        <a:lt1>
          <a:srgbClr val="969696"/>
        </a:lt1>
        <a:dk2>
          <a:srgbClr val="686B5D"/>
        </a:dk2>
        <a:lt2>
          <a:srgbClr val="4E4E44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7F7F7F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ערכת נושא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ערכת נושא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</TotalTime>
  <Words>189</Words>
  <Application>Microsoft Office PowerPoint</Application>
  <PresentationFormat>On-screen Show (4:3)</PresentationFormat>
  <Paragraphs>65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9</vt:i4>
      </vt:variant>
    </vt:vector>
  </HeadingPairs>
  <TitlesOfParts>
    <vt:vector size="22" baseType="lpstr">
      <vt:lpstr>Arial</vt:lpstr>
      <vt:lpstr>Arial Black</vt:lpstr>
      <vt:lpstr>Calibri</vt:lpstr>
      <vt:lpstr>Calibri Light</vt:lpstr>
      <vt:lpstr>David</vt:lpstr>
      <vt:lpstr>Tahoma</vt:lpstr>
      <vt:lpstr>Times New Roman</vt:lpstr>
      <vt:lpstr>Wingdings</vt:lpstr>
      <vt:lpstr>01090301</vt:lpstr>
      <vt:lpstr>1_01090301</vt:lpstr>
      <vt:lpstr>2_01090301</vt:lpstr>
      <vt:lpstr>Pixel</vt:lpstr>
      <vt:lpstr>ערכת נושא Office</vt:lpstr>
      <vt:lpstr>PowerPoint Presentation</vt:lpstr>
      <vt:lpstr>קבוצות</vt:lpstr>
      <vt:lpstr>התנהגות ארגונית מאקרו</vt:lpstr>
      <vt:lpstr>PowerPoint Presentation</vt:lpstr>
      <vt:lpstr>PowerPoint Presentation</vt:lpstr>
      <vt:lpstr>קבוצת עבודה - הגדרה</vt:lpstr>
      <vt:lpstr>רגע – דיון !</vt:lpstr>
      <vt:lpstr>PowerPoint Presentation</vt:lpstr>
      <vt:lpstr>שלבים בהתפתחות קבוצת עבודה Tukman &amp; Jensen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Sharon Barkan</dc:creator>
  <cp:lastModifiedBy>Sharon Barkan</cp:lastModifiedBy>
  <cp:revision>10</cp:revision>
  <dcterms:created xsi:type="dcterms:W3CDTF">2020-03-21T12:10:37Z</dcterms:created>
  <dcterms:modified xsi:type="dcterms:W3CDTF">2020-03-22T06:53:06Z</dcterms:modified>
</cp:coreProperties>
</file>