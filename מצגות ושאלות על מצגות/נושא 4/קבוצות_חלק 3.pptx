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792" r:id="rId2"/>
    <p:sldMasterId id="2147484132" r:id="rId3"/>
  </p:sldMasterIdLst>
  <p:notesMasterIdLst>
    <p:notesMasterId r:id="rId14"/>
  </p:notesMasterIdLst>
  <p:handoutMasterIdLst>
    <p:handoutMasterId r:id="rId15"/>
  </p:handoutMasterIdLst>
  <p:sldIdLst>
    <p:sldId id="486" r:id="rId4"/>
    <p:sldId id="493" r:id="rId5"/>
    <p:sldId id="484" r:id="rId6"/>
    <p:sldId id="494" r:id="rId7"/>
    <p:sldId id="495" r:id="rId8"/>
    <p:sldId id="497" r:id="rId9"/>
    <p:sldId id="498" r:id="rId10"/>
    <p:sldId id="499" r:id="rId11"/>
    <p:sldId id="500" r:id="rId12"/>
    <p:sldId id="501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500000"/>
    <a:srgbClr val="800000"/>
    <a:srgbClr val="0A011B"/>
    <a:srgbClr val="0F012B"/>
    <a:srgbClr val="160141"/>
    <a:srgbClr val="FFFF00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33333" autoAdjust="0"/>
  </p:normalViewPr>
  <p:slideViewPr>
    <p:cSldViewPr>
      <p:cViewPr varScale="1">
        <p:scale>
          <a:sx n="17" d="100"/>
          <a:sy n="17" d="100"/>
        </p:scale>
        <p:origin x="2260" y="15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26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D93B6874-6EF9-4D7E-9050-36DF0196A5D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CE3806A2-3592-4473-A29C-AA36F9D3D31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0" name="Rectangle 4">
            <a:extLst>
              <a:ext uri="{FF2B5EF4-FFF2-40B4-BE49-F238E27FC236}">
                <a16:creationId xmlns:a16="http://schemas.microsoft.com/office/drawing/2014/main" id="{DE1001B6-D3EF-4FFC-BAF9-59FD985247B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BF62BB6B-61CD-45FC-9ED5-FE6022FAD7A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7C0E823-529F-44AE-A6F3-DED8599BC001}" type="slidenum">
              <a:rPr lang="he-IL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79A9724-286E-4BD6-8D49-563BFDA986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9052375-E9A2-4E42-8C3A-F8B1F09FFE1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00423224-10B7-4EF8-99E9-E670118DCF8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F4C58195-10A8-428B-92D7-CCD4A618115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E57966FD-0F79-46C9-94D5-14E90CBD84A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F43A5320-09ED-47DB-B1DB-3408F26445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BD31835-E879-4646-991E-CC5851554B83}" type="slidenum">
              <a:rPr lang="he-IL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A7C3119-AF60-4E18-8FCC-1DEF25F9D5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8C6BAE-AF81-43FB-87F3-7EDA07617FA5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B8EF0F9-EB5C-4015-B15E-37C9C32EB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CB60E09-BE5D-4F9E-B825-09A075978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r" eaLnBrk="1" hangingPunct="1">
              <a:lnSpc>
                <a:spcPct val="80000"/>
              </a:lnSpc>
            </a:pPr>
            <a:endParaRPr lang="en-US" altLang="en-US" sz="900" b="1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31835-E879-4646-991E-CC5851554B83}" type="slidenum">
              <a:rPr lang="he-IL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889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D31835-E879-4646-991E-CC5851554B83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128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31835-E879-4646-991E-CC5851554B83}" type="slidenum">
              <a:rPr lang="he-IL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465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הניסוי של האש (1951)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31835-E879-4646-991E-CC5851554B83}" type="slidenum">
              <a:rPr lang="he-IL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9762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31835-E879-4646-991E-CC5851554B83}" type="slidenum">
              <a:rPr lang="he-IL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625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31835-E879-4646-991E-CC5851554B83}" type="slidenum">
              <a:rPr lang="he-IL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201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D31835-E879-4646-991E-CC5851554B83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242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D31835-E879-4646-991E-CC5851554B83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587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ECADF18C-BBCD-41F0-866D-F76B5DB57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D731B9B-16BE-436F-A65C-559DDEB1C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AFFC0CD-3C1E-40D2-BDC7-072478F03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F187C-0B09-4B08-8FD2-2E3178BB62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587259-D988-4239-87F0-9A6A08465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38D720-0970-47B1-8284-50E738B93D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7298B51-7C2E-4C7B-98A0-01ECB109430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4608149"/>
      </p:ext>
    </p:extLst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F1730B-F8A1-461C-AE93-8A6FE684A1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4BEDC9F-CAA7-43E1-A442-35F3808F23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D1A93D0-B725-493B-A9A8-A92EF3E10C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506EE0-2659-44F3-B8B0-DA7532464FF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553594"/>
      </p:ext>
    </p:extLst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F8E114-2E6E-428C-8CE5-AF9D251441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9E73BB-874C-49AB-B3B0-1340EA7FDF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F799079-A541-45AC-ADCD-010188B75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FC1978-AADD-4F69-B581-8F7359A9723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214976"/>
      </p:ext>
    </p:extLst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86E6FE-0D47-4492-9221-225672D88B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6CD30A-112C-4F95-B7B6-A0E1068DEC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EF12386-22E2-4698-908D-F9CFFDB4CA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9E57D7-3A5A-424E-9A69-D3B016C7A8C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0065889"/>
      </p:ext>
    </p:extLst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D0360F6-3C02-4EF0-B3F1-5F69EF5CD7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757FF80-8166-4752-99D0-376BAA1796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F492EB3-BEE3-48BD-9461-8A0F4EF753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F9C240-B375-4C1B-AD44-71B55B55551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70452"/>
      </p:ext>
    </p:extLst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70192E-DFD9-48AD-AE30-9441A598D2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3150543-A8E6-4208-AD2A-A757786B45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D8FE62E-4D92-4B0E-8BAF-5B09E67E32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1DF182-3444-47F2-84E9-BDB266946BD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9628327"/>
      </p:ext>
    </p:extLst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2866750-FA37-4FCE-B5BA-0983AA9A24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3BF4351-9B65-4D81-8809-E016233071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7A364C8-3680-42D5-8AF0-8A7FED0B12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9B472A-C7C5-4534-9A3F-0F07081A5F4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4131439"/>
      </p:ext>
    </p:extLst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3827C4-C8EE-499A-AA4C-1E469832CF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DFF923-F239-49FB-9367-B3E1474187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5234797-28E7-4409-87C5-493B7DB34D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F0EBA-01B8-4934-A77C-54AF74B7387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1766855"/>
      </p:ext>
    </p:extLst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21FC74-8DC8-4BBD-A55B-245687F311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D6EF4E-07E6-4373-B1F2-E48135026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5EDE92B-E7C0-409F-96E9-78B4A4BF58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4C6ADF-6375-4C45-91AC-0A5145F3286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242760"/>
      </p:ext>
    </p:extLst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723F980-21E0-4F9D-BED5-F50784BDD4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FE4E4F4-7382-4CF2-A9AF-4A5A081A5A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31A055C-77F5-401D-A9B2-FA79CB4330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960893-C5A7-4169-AB6D-4B632BFC9DB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1995665"/>
      </p:ext>
    </p:extLst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C01354-75E3-42A4-8B0E-D803E7B10F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3FCA50-172A-4CB5-89DE-779D3B4EA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F24A733-82D7-43F3-AD5D-3CF5104EC3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C819C9-2074-4B65-A6E3-71960615779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3267533"/>
      </p:ext>
    </p:extLst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A1B1D9-ADF8-4C2B-BF67-78B66494BB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9120AC-D03A-44C6-8D9C-B8B21777E1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E1F4644-BB5E-4D62-B5B6-175D329EEC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267CFC-21BD-4691-811D-F07E7BA6209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2771154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666C4951-D6DA-4982-B223-748E42F61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319C53F-A909-4D70-88B9-CCDFDAF2C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494EC34B-6F61-4B8E-BA20-D064090B1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256A62-B845-41E1-9527-F601C88DB3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666416-5E96-46E3-9691-8158F88210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E2E567-77A7-4426-B931-64150F624F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fld id="{7CB492EA-64C0-4DBB-B19C-9EF8F4CA465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16674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5DB736A-D32B-4E54-BBC9-02742C73BF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9AF664-DD4A-4CFD-8074-599F7A633A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F2EAA83-11FC-452C-B219-70D31BFE7E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C38B4BA9-8AF6-4D29-8E08-F66338AC0F7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391818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3555729-7F0D-4A20-B719-AA139CDCB7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F2976A-059C-4BCF-8B54-D062B26681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9F60F76-84AF-4B2B-AB8C-EF09BA3439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F729F7E-6F97-467D-BD10-3817D80C6E7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742205"/>
      </p:ext>
    </p:extLst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189C8F-B438-4005-AE8A-98DBE30BA3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77627E-BF90-43C6-AA9F-9459D95A2C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972501D-734B-4F02-AA97-13867EAD1B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C5C82CF9-0D5C-4889-8169-E7F82DDC9F1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5822444"/>
      </p:ext>
    </p:extLst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73CA82C-80BA-4C74-B817-577CF99737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4DAD0AD-FA8E-4E9D-A1B4-15D08F6B9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67DCB108-891E-45ED-AE4E-AD714D8E62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F4E6B859-3A6D-4F5B-9B88-6E9A4F922D8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605397"/>
      </p:ext>
    </p:extLst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2739E66-C425-4495-8EBD-7722820EAC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3C457F1-2312-43A9-B848-3ED4C9604F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A7BE44C-DB55-4227-80F4-EDD92F9E75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092EA3DB-18FE-4AB4-9BBE-A582FF2F61B6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7424148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D62ED61-84C8-4668-9E13-12D71D95B0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183F85A-686C-4A40-BC00-2202F9E9E5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21CB539-B9C2-44A1-8163-8F381F8250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0C2A4E00-CF19-467A-A3E6-058D92AFB7E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4668831"/>
      </p:ext>
    </p:extLst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1668BC-226E-4882-95E0-AF4253FC8B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06F41C-8874-4E2B-ADD9-32824DD0A6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A669D02-C658-40F2-83ED-74024D98E5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27FDC5FD-A8A8-4083-BDE5-0D9C05702BCF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688188"/>
      </p:ext>
    </p:extLst>
  </p:cSld>
  <p:clrMapOvr>
    <a:masterClrMapping/>
  </p:clrMapOvr>
  <p:transition spd="med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5412FD-F21B-4B94-B414-2A9A5EDC51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B504E5-83F6-43F4-9629-2067DAC753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C813B67-5117-43D2-97A4-FB3DF45856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6DA8ECC7-F17B-4D69-B0A2-14094AE2A61F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9897354"/>
      </p:ext>
    </p:extLst>
  </p:cSld>
  <p:clrMapOvr>
    <a:masterClrMapping/>
  </p:clrMapOvr>
  <p:transition spd="med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71EA67A-E3D6-4AD8-8A85-65299D0207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9C5F844-D788-4FA3-873C-859CBCF290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3893F75-2BC9-41A8-BB9F-247628F9FD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56FF4BCF-69C0-4C54-BFBC-E78ECA29F43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540529"/>
      </p:ext>
    </p:extLst>
  </p:cSld>
  <p:clrMapOvr>
    <a:masterClrMapping/>
  </p:clrMapOvr>
  <p:transition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0068331-5FFC-4861-9E97-9AC6AD92EF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18F60D-BE2A-457A-943D-F217F64E13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B13E556-02F3-463D-829E-183DE35CC6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48875E1-5560-42FF-B296-4CD04E48B5C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231789"/>
      </p:ext>
    </p:extLst>
  </p:cSld>
  <p:clrMapOvr>
    <a:masterClrMapping/>
  </p:clrMapOvr>
  <p:transition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B0A225-55BB-4DEF-AD8F-ED4833FBF5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678522A-56FA-4E02-ADAC-8FAA88A4FB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E6DADEA-7D79-43AE-B315-FA990AFCF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956D23CC-AF40-4A68-A760-197FDF8E6B0C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7913569"/>
      </p:ext>
    </p:extLst>
  </p:cSld>
  <p:clrMapOvr>
    <a:masterClrMapping/>
  </p:clrMapOvr>
  <p:transition spd="med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802567-43DE-453C-AEB0-6FAB59EC54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C9BBDB-F8CB-4BDD-A085-754D6ABD40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1EDDBF3-F4D3-4CB8-ACFD-59095100DD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3611BB02-49D6-464E-9D35-F4318CDBB0E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7839303"/>
      </p:ext>
    </p:extLst>
  </p:cSld>
  <p:clrMapOvr>
    <a:masterClrMapping/>
  </p:clrMapOvr>
  <p:transition spd="med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E63B48E4-A75F-4BE7-BC5D-6301A8E5A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3939C07-AF5D-490A-83D6-2A3FA8494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2D99A222-AA8A-422D-8F39-A3AF476E5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4571A4-2B8D-42E1-AA78-052E73B57D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3200C4-8B2C-4ADD-8CC1-AB88F8D053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EB62A-EB04-42D4-B0D8-7468621868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fld id="{AC670B1D-E2F8-4D41-A530-DBDDBF3EC88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0243404"/>
      </p:ext>
    </p:extLst>
  </p:cSld>
  <p:clrMapOvr>
    <a:masterClrMapping/>
  </p:clrMapOvr>
  <p:transition spd="med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D05C6-5CA7-4440-88E2-45063004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EE4A4-8DCD-4845-8293-3B105E52A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DE2D8-3661-4A4E-B0DC-D685C2A2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AA61F0FE-40B5-47B1-AB1E-49F5A501C41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5870270"/>
      </p:ext>
    </p:extLst>
  </p:cSld>
  <p:clrMapOvr>
    <a:masterClrMapping/>
  </p:clrMapOvr>
  <p:transition spd="med"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7794D-2950-43D0-B611-AF3F45842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7A7ED-ACFC-40AF-BC43-0B182EEF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BD331-915B-4A40-9E1E-CE0091797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DD4D199E-95DF-4AD8-8609-571E7D3CF49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267365"/>
      </p:ext>
    </p:extLst>
  </p:cSld>
  <p:clrMapOvr>
    <a:masterClrMapping/>
  </p:clrMapOvr>
  <p:transition spd="med"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1DF2E-4846-4F7C-8E7E-354A7243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53528-DA48-4B51-8515-8FC6B9750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E4989-36C1-42CC-881B-4B2D43B2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5D8CB34B-A550-48E8-86D2-4FDEB9F56AEA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8887146"/>
      </p:ext>
    </p:extLst>
  </p:cSld>
  <p:clrMapOvr>
    <a:masterClrMapping/>
  </p:clrMapOvr>
  <p:transition spd="med"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24BBA1-D6BB-41EB-AB21-CAB76D235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76333-7B5C-4B92-AD64-F7895449A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6C3FCA-A9B3-40E1-8ECE-DA2361FE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2C621BF7-CDE8-486A-AD49-A414811D027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263098"/>
      </p:ext>
    </p:extLst>
  </p:cSld>
  <p:clrMapOvr>
    <a:masterClrMapping/>
  </p:clrMapOvr>
  <p:transition spd="med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0478F-7E60-4531-9C91-025CAE63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8121E3-7E99-4BB9-9F72-D2F5DE19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9223D-5196-4768-BD3B-4C3B0A61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86050077-51A8-4F3E-8BB7-372F4A2CF62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8793359"/>
      </p:ext>
    </p:extLst>
  </p:cSld>
  <p:clrMapOvr>
    <a:masterClrMapping/>
  </p:clrMapOvr>
  <p:transition spd="med"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D2AE63-480D-417D-B174-BAB1E8AA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1FD276-6BF6-4D55-B459-52775520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F6B5C-B285-46A4-9B54-1F101943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55555D18-617D-4BAE-8C8F-A8213BC4C22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566237"/>
      </p:ext>
    </p:extLst>
  </p:cSld>
  <p:clrMapOvr>
    <a:masterClrMapping/>
  </p:clrMapOvr>
  <p:transition spd="med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9D86-0762-410F-BB76-D4401C05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73638-5E4D-4DDA-B43B-AB13D8447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60CE7-C073-4915-B5EA-6B7125E6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9AC3B36B-0FEC-40E2-8066-EAE8753F2142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793885"/>
      </p:ext>
    </p:extLst>
  </p:cSld>
  <p:clrMapOvr>
    <a:masterClrMapping/>
  </p:clrMapOvr>
  <p:transition spd="med"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6882F-8291-40A1-A42B-E5CCB189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87EF9-D9C5-41EB-BBBB-209C4630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85C55-5F67-44A2-A25E-474560D5D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BB96DA89-BEC4-4A1E-B684-2BFE9746822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2279077"/>
      </p:ext>
    </p:extLst>
  </p:cSld>
  <p:clrMapOvr>
    <a:masterClrMapping/>
  </p:clrMapOvr>
  <p:transition spd="med"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7DAD4-6A0B-45FE-A717-F02C81BA6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BC39F-7675-42D1-82FE-E539A159F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7DBD9-FF8C-4FF5-82E4-9B760CCB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38C0E5BD-406C-4F33-87AC-F5905DE87A1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702200"/>
      </p:ext>
    </p:extLst>
  </p:cSld>
  <p:clrMapOvr>
    <a:masterClrMapping/>
  </p:clrMapOvr>
  <p:transition spd="med">
    <p:fade thruBlk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6F659-094E-4282-A7F1-2C1165BB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42992-25F8-4CC9-8EEF-AAD99C38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7A4EB-19F7-4CDB-ADE4-E364C889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250C6A29-1169-47F7-A26A-34D0F38ECD10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1938088"/>
      </p:ext>
    </p:extLst>
  </p:cSld>
  <p:clrMapOvr>
    <a:masterClrMapping/>
  </p:clrMapOvr>
  <p:transition spd="med"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2715F-54BC-4220-B312-B903829A6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F3802-AD5B-4F41-B92B-BC1D9549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A89A2-05AB-47FD-88DF-AF1E12F3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2A2F4712-53C9-4978-A755-8428F00A3C80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2084886"/>
      </p:ext>
    </p:extLst>
  </p:cSld>
  <p:clrMapOvr>
    <a:masterClrMapping/>
  </p:clrMapOvr>
  <p:transition spd="med">
    <p:fade thruBlk="1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010A7-0471-459A-8FAE-AC014A8F0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72827-599E-4ED4-8524-E4A6E24E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0A316-F1F0-430B-9598-99832D1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238DF606-EF1C-4A9C-A41E-FBAD60E9A38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355735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89D3B3C6-9438-421D-9C00-8E1A7A301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66A9C538-0C24-424D-9642-6D37B89CA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3ED4DF6E-F9CB-4802-8B8E-DB7AB96F5D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62041E17-9972-47C9-9C85-54404FD2E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FD288B33-E505-4C74-ACF0-0377ABF9A0D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C2B10768-376B-4568-B4D8-54EB3850C0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1C9F9CD6-0DFE-43ED-A03A-D077EF4562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fld id="{6D9E9F74-7C76-495A-8A4A-292DD9C90061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BCE7439C-83F3-414A-A7BA-42FFDB027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36" r:id="rId1"/>
    <p:sldLayoutId id="2147485125" r:id="rId2"/>
    <p:sldLayoutId id="2147485126" r:id="rId3"/>
    <p:sldLayoutId id="2147485127" r:id="rId4"/>
    <p:sldLayoutId id="2147485128" r:id="rId5"/>
    <p:sldLayoutId id="2147485129" r:id="rId6"/>
    <p:sldLayoutId id="2147485130" r:id="rId7"/>
    <p:sldLayoutId id="2147485131" r:id="rId8"/>
    <p:sldLayoutId id="2147485132" r:id="rId9"/>
    <p:sldLayoutId id="2147485133" r:id="rId10"/>
    <p:sldLayoutId id="2147485134" r:id="rId11"/>
    <p:sldLayoutId id="2147485135" r:id="rId12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0" descr="image_home">
            <a:extLst>
              <a:ext uri="{FF2B5EF4-FFF2-40B4-BE49-F238E27FC236}">
                <a16:creationId xmlns:a16="http://schemas.microsoft.com/office/drawing/2014/main" id="{141D4358-EA09-4ECE-9FA0-76F344828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AF474A14-4C02-4118-9753-1098A2A33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DA4AE83D-64D5-48AF-A659-EBE3D0150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3" name="Rectangle 4">
            <a:extLst>
              <a:ext uri="{FF2B5EF4-FFF2-40B4-BE49-F238E27FC236}">
                <a16:creationId xmlns:a16="http://schemas.microsoft.com/office/drawing/2014/main" id="{919EF877-3646-4FE5-8AE4-A0EC54859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B85C06CC-8046-4C32-B21C-CF5C8B6BBFC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4393425E-4EE2-4BF0-9AD2-CF49E01F2B7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0D812743-F175-4899-B482-9A15F38828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fld id="{4275563A-84C5-421B-96A1-ACF06A9B1417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2057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7126453-B798-4176-BEA8-FA2EBC5D0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37" r:id="rId1"/>
    <p:sldLayoutId id="2147485138" r:id="rId2"/>
    <p:sldLayoutId id="2147485139" r:id="rId3"/>
    <p:sldLayoutId id="2147485140" r:id="rId4"/>
    <p:sldLayoutId id="2147485141" r:id="rId5"/>
    <p:sldLayoutId id="2147485142" r:id="rId6"/>
    <p:sldLayoutId id="2147485143" r:id="rId7"/>
    <p:sldLayoutId id="2147485144" r:id="rId8"/>
    <p:sldLayoutId id="2147485145" r:id="rId9"/>
    <p:sldLayoutId id="2147485146" r:id="rId10"/>
    <p:sldLayoutId id="2147485147" r:id="rId11"/>
    <p:sldLayoutId id="2147485148" r:id="rId12"/>
    <p:sldLayoutId id="2147485149" r:id="rId13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0" descr="image_home">
            <a:extLst>
              <a:ext uri="{FF2B5EF4-FFF2-40B4-BE49-F238E27FC236}">
                <a16:creationId xmlns:a16="http://schemas.microsoft.com/office/drawing/2014/main" id="{2B257783-9CE7-4E77-955C-0CCD05A17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2">
            <a:extLst>
              <a:ext uri="{FF2B5EF4-FFF2-40B4-BE49-F238E27FC236}">
                <a16:creationId xmlns:a16="http://schemas.microsoft.com/office/drawing/2014/main" id="{ED8A4EDF-CB9D-4451-A6D2-97994795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D1A7E6AC-BDF3-404F-9EF5-E5928A5244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Rectangle 4">
            <a:extLst>
              <a:ext uri="{FF2B5EF4-FFF2-40B4-BE49-F238E27FC236}">
                <a16:creationId xmlns:a16="http://schemas.microsoft.com/office/drawing/2014/main" id="{F18ED63C-AD7D-4BC6-BFB5-DBDF849B0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29E98004-9E85-45A5-835C-5D663E6ABC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anose="020B0604030504040204" pitchFamily="34" charset="0"/>
                <a:cs typeface="Arial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EE338AA4-5FD2-4ED2-87EE-93DE9E4441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anose="020B0604030504040204" pitchFamily="34" charset="0"/>
                <a:cs typeface="Arial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84680640-61E5-42A1-988D-D4BD851A39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fld id="{59756CC4-5904-4F63-BEB9-80E9C231A04B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3081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75A5C4CB-F0CA-41DF-80B5-1A37198AC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50" r:id="rId1"/>
    <p:sldLayoutId id="2147485151" r:id="rId2"/>
    <p:sldLayoutId id="2147485152" r:id="rId3"/>
    <p:sldLayoutId id="2147485153" r:id="rId4"/>
    <p:sldLayoutId id="2147485154" r:id="rId5"/>
    <p:sldLayoutId id="2147485155" r:id="rId6"/>
    <p:sldLayoutId id="2147485156" r:id="rId7"/>
    <p:sldLayoutId id="2147485157" r:id="rId8"/>
    <p:sldLayoutId id="2147485158" r:id="rId9"/>
    <p:sldLayoutId id="2147485159" r:id="rId10"/>
    <p:sldLayoutId id="2147485160" r:id="rId11"/>
    <p:sldLayoutId id="2147485161" r:id="rId12"/>
    <p:sldLayoutId id="2147485162" r:id="rId13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.png"/><Relationship Id="rId7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0.png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&#1504;&#1497;&#1505;&#1493;&#1497;%20&#1492;&#1511;&#1493;&#1504;&#1508;&#1493;&#1512;&#1502;&#1497;&#1493;&#1514;%20&#1513;&#1500;%20&#1488;&#1513;%20(1).mp4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slide" Target="slide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slide" Target="slide10.xml"/><Relationship Id="rId4" Type="http://schemas.openxmlformats.org/officeDocument/2006/relationships/slide" Target="slide8.xml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>
            <a:extLst>
              <a:ext uri="{FF2B5EF4-FFF2-40B4-BE49-F238E27FC236}">
                <a16:creationId xmlns:a16="http://schemas.microsoft.com/office/drawing/2014/main" id="{3DA966CF-0398-480C-AAAC-C03D2CF3B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3C1A73-73D7-4C3F-883C-65347B28B9CF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F196ED1-7626-4320-BCF9-4E8018CA2B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he-IL" altLang="en-US" sz="4400"/>
              <a:t>התנהגות ארגונית מאקרו</a:t>
            </a:r>
            <a:endParaRPr lang="en-US" altLang="en-US" sz="4400"/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4A5843B5-9C3F-4837-A11F-93E6942EE3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1188" y="2636912"/>
            <a:ext cx="7704138" cy="1081088"/>
          </a:xfrm>
        </p:spPr>
        <p:txBody>
          <a:bodyPr/>
          <a:lstStyle/>
          <a:p>
            <a:pPr eaLnBrk="1" hangingPunct="1"/>
            <a:r>
              <a:rPr lang="he-IL" altLang="en-US" dirty="0"/>
              <a:t>קבוצות – חלק 3</a:t>
            </a:r>
          </a:p>
          <a:p>
            <a:pPr eaLnBrk="1" hangingPunct="1"/>
            <a:r>
              <a:rPr lang="he-IL" altLang="en-US" dirty="0"/>
              <a:t>נורמות וקונפורמיות</a:t>
            </a:r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D67243-91CC-4A10-BC7B-15DF4CFCA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04272"/>
            <a:ext cx="5078661" cy="285372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E8EC-D33D-4597-BBC6-026BB44F2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נורמות חברתיות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A7A85-B2AE-447A-A102-84D09C0B9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כלל המצופה מחברי הקבוצה להתנהג לפיו</a:t>
            </a:r>
          </a:p>
          <a:p>
            <a:pPr lvl="1"/>
            <a:r>
              <a:rPr lang="he-IL" dirty="0"/>
              <a:t>גם אם הדבר לא נאמר בפירוש</a:t>
            </a:r>
          </a:p>
          <a:p>
            <a:pPr lvl="1"/>
            <a:endParaRPr lang="he-IL" dirty="0"/>
          </a:p>
          <a:p>
            <a:r>
              <a:rPr lang="he-IL" dirty="0"/>
              <a:t>נורמות לא פורמליות – תרבות ארגונית</a:t>
            </a:r>
          </a:p>
          <a:p>
            <a:r>
              <a:rPr lang="he-IL" dirty="0"/>
              <a:t>נורמות פורמליות - מעוגנות בחוק מדינתי או ארגוני</a:t>
            </a:r>
          </a:p>
          <a:p>
            <a:endParaRPr lang="he-IL" dirty="0"/>
          </a:p>
          <a:p>
            <a:endParaRPr lang="he-IL" dirty="0"/>
          </a:p>
          <a:p>
            <a:pPr marL="457200" lvl="1" indent="0">
              <a:buNone/>
            </a:pPr>
            <a:endParaRPr lang="he-IL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7539F-829E-4928-8B7C-2017CA46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0C1624-3F2F-4060-B45D-20DACD7EE333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283ABA7-5306-403C-8BA1-3DD95B1F3D35}"/>
              </a:ext>
            </a:extLst>
          </p:cNvPr>
          <p:cNvGrpSpPr/>
          <p:nvPr/>
        </p:nvGrpSpPr>
        <p:grpSpPr>
          <a:xfrm>
            <a:off x="-34961" y="4158697"/>
            <a:ext cx="9144000" cy="2400853"/>
            <a:chOff x="0" y="4703140"/>
            <a:chExt cx="9144000" cy="240085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4D66129-5538-49E9-A7A4-977489F9C7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675" t="61205" r="7475" b="12182"/>
            <a:stretch/>
          </p:blipFill>
          <p:spPr>
            <a:xfrm>
              <a:off x="0" y="4703140"/>
              <a:ext cx="9144000" cy="215486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6AF72BA-EAFA-42C5-B602-4317B95952DD}"/>
                </a:ext>
              </a:extLst>
            </p:cNvPr>
            <p:cNvSpPr txBox="1"/>
            <p:nvPr/>
          </p:nvSpPr>
          <p:spPr>
            <a:xfrm>
              <a:off x="3120801" y="6396107"/>
              <a:ext cx="3933800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6553875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6045D4A-1B32-4E66-8AB1-8B1381F90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 wrap="square" anchor="ctr">
            <a:normAutofit/>
          </a:bodyPr>
          <a:lstStyle/>
          <a:p>
            <a:r>
              <a:rPr lang="he-IL"/>
              <a:t>רגע – דיון !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04B6882-C707-4733-BAE2-B4FC15D0E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 wrap="square" anchor="t">
            <a:normAutofit/>
          </a:bodyPr>
          <a:lstStyle/>
          <a:p>
            <a:r>
              <a:rPr lang="he-IL" altLang="en-US" dirty="0"/>
              <a:t>אילו נורמות קיימות בארגון שאתם עובדים בו?</a:t>
            </a:r>
          </a:p>
          <a:p>
            <a:r>
              <a:rPr lang="he-IL" altLang="en-US" dirty="0"/>
              <a:t>כיצד תורמות לקבוצה?</a:t>
            </a:r>
          </a:p>
          <a:p>
            <a:r>
              <a:rPr lang="he-IL" altLang="en-US" dirty="0"/>
              <a:t>כיצד משמרים נורמות?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13BEB-B883-4F22-AAD0-AB4D1B8F16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83" r="20871" b="-2"/>
          <a:stretch/>
        </p:blipFill>
        <p:spPr>
          <a:xfrm>
            <a:off x="4611688" y="908050"/>
            <a:ext cx="4281487" cy="565150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4FF59-C840-4319-AFF9-748F3999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613525"/>
            <a:ext cx="2133600" cy="136525"/>
          </a:xfrm>
        </p:spPr>
        <p:txBody>
          <a:bodyPr wrap="square" anchor="t">
            <a:normAutofit/>
          </a:bodyPr>
          <a:lstStyle/>
          <a:p>
            <a:pPr marL="0" marR="0" lvl="0" indent="0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8494071-01DA-477E-B448-D8A141C6FA49}" type="slidenum">
              <a:rPr kumimoji="0" lang="he-IL" altLang="en-US" sz="3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300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18259558"/>
      </p:ext>
    </p:extLst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E8EC-D33D-4597-BBC6-026BB44F2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קונפורמיות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7539F-829E-4928-8B7C-2017CA46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0C1624-3F2F-4060-B45D-20DACD7EE333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768160-83C4-4E5F-B1B6-4C1BD0E1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sz="2800" dirty="0"/>
              <a:t>התאמת התנהגויות, עמדות ותפיסות לנורמות החברתיות</a:t>
            </a:r>
          </a:p>
          <a:p>
            <a:r>
              <a:rPr lang="he-IL" sz="2800" dirty="0"/>
              <a:t>עוזרת לשמר.. סדר בקבוצה, הצמדות לנורמות קבוצתיות ולכידות קבוצתית</a:t>
            </a:r>
            <a:endParaRPr lang="en-US" sz="28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8B689126-B90D-45F3-89D8-0708726390D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53565617"/>
                  </p:ext>
                </p:extLst>
              </p:nvPr>
            </p:nvGraphicFramePr>
            <p:xfrm>
              <a:off x="4613600" y="3095873"/>
              <a:ext cx="4530400" cy="3397800"/>
            </p:xfrm>
            <a:graphic>
              <a:graphicData uri="http://schemas.microsoft.com/office/powerpoint/2016/slidezoom">
                <pslz:sldZm>
                  <pslz:sldZmObj sldId="495" cId="3484779656">
                    <pslz:zmPr id="{68B3F929-351F-4C77-AE79-8A8864DCC1C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530400" cy="33978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8B689126-B90D-45F3-89D8-0708726390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3600" y="3095873"/>
                <a:ext cx="4530400" cy="33978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D59DF1F7-4FBF-497A-BF10-B2B90962058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83401836"/>
                  </p:ext>
                </p:extLst>
              </p:nvPr>
            </p:nvGraphicFramePr>
            <p:xfrm>
              <a:off x="21316" y="3212976"/>
              <a:ext cx="4218125" cy="3163594"/>
            </p:xfrm>
            <a:graphic>
              <a:graphicData uri="http://schemas.microsoft.com/office/powerpoint/2016/slidezoom">
                <pslz:sldZm>
                  <pslz:sldZmObj sldId="497" cId="1453940384">
                    <pslz:zmPr id="{50F0C631-893C-40C6-987A-32EBDEA456CD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18125" cy="31635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D59DF1F7-4FBF-497A-BF10-B2B9096205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316" y="3212976"/>
                <a:ext cx="4218125" cy="316359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6253320"/>
      </p:ext>
    </p:extLst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3252E-2EB1-47E2-9DFF-05F44534F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68" y="908050"/>
            <a:ext cx="8713787" cy="5651500"/>
          </a:xfrm>
        </p:spPr>
        <p:txBody>
          <a:bodyPr/>
          <a:lstStyle/>
          <a:p>
            <a:r>
              <a:rPr lang="he-IL" dirty="0"/>
              <a:t>הפרט מושפע מהקבוצה בזכות שליטתה על מקורות מידע וניסיון </a:t>
            </a:r>
          </a:p>
          <a:p>
            <a:pPr lvl="1"/>
            <a:r>
              <a:rPr lang="he-IL" dirty="0"/>
              <a:t>הרצון להיות צודק גורם לפרט להיות קונפורמי</a:t>
            </a:r>
          </a:p>
          <a:p>
            <a:pPr lvl="1"/>
            <a:r>
              <a:rPr lang="he-IL" dirty="0"/>
              <a:t>שינוי תפיסתי או קוגניטיבי</a:t>
            </a:r>
          </a:p>
          <a:p>
            <a:pPr marL="457200" lvl="1" indent="0">
              <a:buNone/>
            </a:pPr>
            <a:endParaRPr lang="he-IL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75951-327C-49DB-8406-BF71A156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6EE0-2659-44F3-B8B0-DA7532464FFD}" type="slidenum">
              <a:rPr lang="he-IL" altLang="en-US" smtClean="0"/>
              <a:pPr/>
              <a:t>5</a:t>
            </a:fld>
            <a:endParaRPr lang="en-US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685BC8-2BB2-4C3D-801E-D1214ADD2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השפעת המידע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E189DA-A26A-46C7-B4A0-10AE1A64E343}"/>
              </a:ext>
            </a:extLst>
          </p:cNvPr>
          <p:cNvSpPr/>
          <p:nvPr/>
        </p:nvSpPr>
        <p:spPr>
          <a:xfrm>
            <a:off x="173423" y="1352968"/>
            <a:ext cx="1403648" cy="2317901"/>
          </a:xfrm>
          <a:prstGeom prst="roundRect">
            <a:avLst>
              <a:gd name="adj" fmla="val 10000"/>
            </a:avLst>
          </a:prstGeom>
          <a:blipFill rotWithShape="1">
            <a:blip r:embed="rId3"/>
            <a:stretch>
              <a:fillRect/>
            </a:stretch>
          </a:blip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3484779656"/>
      </p:ext>
    </p:extLst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9918-365E-4212-A5B1-C57DDC16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השפעה חברתית נורמטיבית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052E-7138-41DA-88E8-3DA6F57E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הפרט קונפורמי במטרה למלא את ציפיות האחרים ולהיות אהוד ומקובל עליהם</a:t>
            </a:r>
          </a:p>
          <a:p>
            <a:pPr lvl="1"/>
            <a:r>
              <a:rPr lang="he-IL" dirty="0"/>
              <a:t>אין שינוי בהכרח של אמונות הפרט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66D88-64C6-4577-A0D6-E6AC330F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6EE0-2659-44F3-B8B0-DA7532464FFD}" type="slidenum">
              <a:rPr lang="he-IL" altLang="en-US" smtClean="0"/>
              <a:pPr/>
              <a:t>6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27472-CA44-4ECF-8540-C668CBCF1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20" y="3084132"/>
            <a:ext cx="3413348" cy="2793991"/>
          </a:xfrm>
          <a:prstGeom prst="rect">
            <a:avLst/>
          </a:prstGeom>
        </p:spPr>
      </p:pic>
      <p:pic>
        <p:nvPicPr>
          <p:cNvPr id="6" name="Picture 5">
            <a:hlinkClick r:id="rId4" action="ppaction://hlinkfile"/>
            <a:extLst>
              <a:ext uri="{FF2B5EF4-FFF2-40B4-BE49-F238E27FC236}">
                <a16:creationId xmlns:a16="http://schemas.microsoft.com/office/drawing/2014/main" id="{F460DAAD-A711-4F6A-9AF4-734BBFB1A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681" y="3369208"/>
            <a:ext cx="3971139" cy="222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40384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ECDA-8B41-49E4-8D1C-868ECE6E7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442408"/>
            <a:ext cx="8353425" cy="719137"/>
          </a:xfrm>
        </p:spPr>
        <p:txBody>
          <a:bodyPr/>
          <a:lstStyle/>
          <a:p>
            <a:r>
              <a:rPr lang="he-IL" dirty="0"/>
              <a:t>3 סוגים של קונפורמיות בקבוצה - קלמן </a:t>
            </a:r>
            <a:br>
              <a:rPr lang="he-IL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9E494-CE29-4DD4-816E-6B085718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6EE0-2659-44F3-B8B0-DA7532464FFD}" type="slidenum">
              <a:rPr lang="he-IL" altLang="en-US" smtClean="0"/>
              <a:pPr/>
              <a:t>7</a:t>
            </a:fld>
            <a:endParaRPr lang="en-US" alt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5158818F-EA6B-49B9-A886-9478D00FBC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20954766"/>
                  </p:ext>
                </p:extLst>
              </p:nvPr>
            </p:nvGraphicFramePr>
            <p:xfrm>
              <a:off x="6073197" y="854329"/>
              <a:ext cx="2798738" cy="2099054"/>
            </p:xfrm>
            <a:graphic>
              <a:graphicData uri="http://schemas.microsoft.com/office/powerpoint/2016/slidezoom">
                <pslz:sldZm>
                  <pslz:sldZmObj sldId="499" cId="3699365365">
                    <pslz:zmPr id="{47B8355E-0B54-4AA0-8F99-856B51D3BC46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98738" cy="20990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5158818F-EA6B-49B9-A886-9478D00FBC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3197" y="854329"/>
                <a:ext cx="2798738" cy="20990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EF3EDF84-89B1-4B48-ACC7-75B71F6FDB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6712349"/>
                  </p:ext>
                </p:extLst>
              </p:nvPr>
            </p:nvGraphicFramePr>
            <p:xfrm>
              <a:off x="3556245" y="2415527"/>
              <a:ext cx="2798738" cy="2099054"/>
            </p:xfrm>
            <a:graphic>
              <a:graphicData uri="http://schemas.microsoft.com/office/powerpoint/2016/slidezoom">
                <pslz:sldZm>
                  <pslz:sldZmObj sldId="500" cId="959855805">
                    <pslz:zmPr id="{EC81B42C-6D6B-49C6-AFAE-831295013F76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98738" cy="20990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EF3EDF84-89B1-4B48-ACC7-75B71F6FDB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56245" y="2415527"/>
                <a:ext cx="2798738" cy="20990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80B79181-CA9B-4E93-9727-4DE9ADA9611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6523749"/>
                  </p:ext>
                </p:extLst>
              </p:nvPr>
            </p:nvGraphicFramePr>
            <p:xfrm>
              <a:off x="940021" y="4137932"/>
              <a:ext cx="2984442" cy="2238332"/>
            </p:xfrm>
            <a:graphic>
              <a:graphicData uri="http://schemas.microsoft.com/office/powerpoint/2016/slidezoom">
                <pslz:sldZm>
                  <pslz:sldZmObj sldId="501" cId="776468141">
                    <pslz:zmPr id="{29065E3B-E612-4BFF-A92E-DE83EA4BB2CA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84442" cy="223833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80B79181-CA9B-4E93-9727-4DE9ADA961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0021" y="4137932"/>
                <a:ext cx="2984442" cy="223833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3650796"/>
      </p:ext>
    </p:extLst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1B75-0A60-4073-BF57-7407387F6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800" dirty="0"/>
              <a:t>היענות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4F5D1-2774-4E8C-8DCC-095DFD48D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sz="4000" dirty="0"/>
          </a:p>
          <a:p>
            <a:r>
              <a:rPr lang="he-IL" sz="4000" dirty="0"/>
              <a:t>שינוי התנהגות, ללא שינוי אמיתי ופנימי</a:t>
            </a:r>
          </a:p>
          <a:p>
            <a:r>
              <a:rPr lang="he-IL" sz="4000" dirty="0"/>
              <a:t>כלי להשגת מטרה</a:t>
            </a:r>
          </a:p>
          <a:p>
            <a:r>
              <a:rPr lang="he-IL" sz="4000" dirty="0"/>
              <a:t>לא מתוך רצון אמיתי לתרום לקבוצה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90973-8903-4723-97AD-BF837C86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6EE0-2659-44F3-B8B0-DA7532464FFD}" type="slidenum">
              <a:rPr lang="he-IL" altLang="en-US" sz="3200" smtClean="0"/>
              <a:pPr/>
              <a:t>8</a:t>
            </a:fld>
            <a:endParaRPr lang="en-US" altLang="en-US" sz="3200"/>
          </a:p>
        </p:txBody>
      </p:sp>
    </p:spTree>
    <p:extLst>
      <p:ext uri="{BB962C8B-B14F-4D97-AF65-F5344CB8AC3E}">
        <p14:creationId xmlns:p14="http://schemas.microsoft.com/office/powerpoint/2010/main" val="3699365365"/>
      </p:ext>
    </p:extLst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1B75-0A60-4073-BF57-7407387F6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800" dirty="0"/>
              <a:t>הזדהות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4F5D1-2774-4E8C-8DCC-095DFD48D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06" y="1484784"/>
            <a:ext cx="8713787" cy="5651500"/>
          </a:xfrm>
        </p:spPr>
        <p:txBody>
          <a:bodyPr/>
          <a:lstStyle/>
          <a:p>
            <a:r>
              <a:rPr lang="he-IL" sz="4000" dirty="0"/>
              <a:t>רצון העובד להידמות לדמות דומיננטית</a:t>
            </a:r>
          </a:p>
          <a:p>
            <a:r>
              <a:rPr lang="he-IL" sz="4000" dirty="0"/>
              <a:t> שינוי שיטחי יחסית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90973-8903-4723-97AD-BF837C86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506EE0-2659-44F3-B8B0-DA7532464FFD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855805"/>
      </p:ext>
    </p:extLst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1B75-0A60-4073-BF57-7407387F6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4800" dirty="0"/>
              <a:t>הפנמה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4F5D1-2774-4E8C-8DCC-095DFD48D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0808"/>
            <a:ext cx="8928893" cy="5651500"/>
          </a:xfrm>
        </p:spPr>
        <p:txBody>
          <a:bodyPr/>
          <a:lstStyle/>
          <a:p>
            <a:r>
              <a:rPr lang="he-IL" sz="4000" dirty="0"/>
              <a:t>הפנמה אמיתית ועמוקה של ערכי ועמדות הקבוצה</a:t>
            </a:r>
          </a:p>
          <a:p>
            <a:r>
              <a:rPr lang="he-IL" sz="4000" dirty="0"/>
              <a:t>הצלחה אישית מקושרת להצלחת הקבוצה</a:t>
            </a:r>
          </a:p>
          <a:p>
            <a:r>
              <a:rPr lang="he-IL" sz="4000" dirty="0"/>
              <a:t>התנהגות נורמטיבית יציבה</a:t>
            </a:r>
          </a:p>
          <a:p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90973-8903-4723-97AD-BF837C86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506EE0-2659-44F3-B8B0-DA7532464FFD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468141"/>
      </p:ext>
    </p:extLst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ערכת נושא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ערכת נושא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194</Words>
  <Application>Microsoft Office PowerPoint</Application>
  <PresentationFormat>On-screen Show (4:3)</PresentationFormat>
  <Paragraphs>60</Paragraphs>
  <Slides>10</Slides>
  <Notes>9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Tahoma</vt:lpstr>
      <vt:lpstr>Times New Roman</vt:lpstr>
      <vt:lpstr>Wingdings</vt:lpstr>
      <vt:lpstr>01090301</vt:lpstr>
      <vt:lpstr>1_01090301</vt:lpstr>
      <vt:lpstr>2_01090301</vt:lpstr>
      <vt:lpstr>התנהגות ארגונית מאקרו</vt:lpstr>
      <vt:lpstr>נורמות חברתיות</vt:lpstr>
      <vt:lpstr>רגע – דיון !</vt:lpstr>
      <vt:lpstr>קונפורמיות</vt:lpstr>
      <vt:lpstr>השפעת המידע</vt:lpstr>
      <vt:lpstr>השפעה חברתית נורמטיבית </vt:lpstr>
      <vt:lpstr>3 סוגים של קונפורמיות בקבוצה - קלמן  </vt:lpstr>
      <vt:lpstr>היענות</vt:lpstr>
      <vt:lpstr>הזדהות</vt:lpstr>
      <vt:lpstr>הפנמה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התנהגות ארגונית מאקרו</dc:title>
  <dc:creator>Sharon Barkan</dc:creator>
  <cp:lastModifiedBy>Sharon Barkan</cp:lastModifiedBy>
  <cp:revision>5</cp:revision>
  <dcterms:created xsi:type="dcterms:W3CDTF">2020-03-21T17:44:08Z</dcterms:created>
  <dcterms:modified xsi:type="dcterms:W3CDTF">2020-03-22T06:56:00Z</dcterms:modified>
</cp:coreProperties>
</file>