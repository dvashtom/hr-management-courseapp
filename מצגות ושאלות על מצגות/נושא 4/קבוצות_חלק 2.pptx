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792" r:id="rId2"/>
    <p:sldMasterId id="2147484132" r:id="rId3"/>
  </p:sldMasterIdLst>
  <p:notesMasterIdLst>
    <p:notesMasterId r:id="rId13"/>
  </p:notesMasterIdLst>
  <p:handoutMasterIdLst>
    <p:handoutMasterId r:id="rId14"/>
  </p:handoutMasterIdLst>
  <p:sldIdLst>
    <p:sldId id="487" r:id="rId4"/>
    <p:sldId id="493" r:id="rId5"/>
    <p:sldId id="488" r:id="rId6"/>
    <p:sldId id="503" r:id="rId7"/>
    <p:sldId id="494" r:id="rId8"/>
    <p:sldId id="497" r:id="rId9"/>
    <p:sldId id="498" r:id="rId10"/>
    <p:sldId id="500" r:id="rId11"/>
    <p:sldId id="501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500000"/>
    <a:srgbClr val="800000"/>
    <a:srgbClr val="0A011B"/>
    <a:srgbClr val="0F012B"/>
    <a:srgbClr val="160141"/>
    <a:srgbClr val="FFFF00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4" autoAdjust="0"/>
    <p:restoredTop sz="58896" autoAdjust="0"/>
  </p:normalViewPr>
  <p:slideViewPr>
    <p:cSldViewPr>
      <p:cViewPr varScale="1">
        <p:scale>
          <a:sx n="31" d="100"/>
          <a:sy n="31" d="100"/>
        </p:scale>
        <p:origin x="1870" y="44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-162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26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43EE298A-8D18-418C-A8E0-7976586DE0B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A22AC62D-B3F7-44B8-9E35-CB94AEB1869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0" name="Rectangle 4">
            <a:extLst>
              <a:ext uri="{FF2B5EF4-FFF2-40B4-BE49-F238E27FC236}">
                <a16:creationId xmlns:a16="http://schemas.microsoft.com/office/drawing/2014/main" id="{6B65A56F-8551-4465-BFB2-7B130DEC6A8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9EF41D6E-9B6B-40CD-A232-32C94B82739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868F37B-04D8-4C2C-9D90-0330723ED543}" type="slidenum">
              <a:rPr lang="he-IL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B5B5CB5-B414-4C68-AB73-BD97658E03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3C8C23BD-FD5C-4D25-AE07-BF54BDD487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BFBE2C0D-5278-47AE-907A-71898E045D8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4EAE0FF3-9E29-4A51-A6BA-D3BC6334A38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7F221223-C2AF-4351-8AF1-0C73E3277C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063323D7-E7A6-4C12-A20C-A401D9353F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155FAFA-0348-4C59-8B46-16F9800EA29E}" type="slidenum">
              <a:rPr lang="he-IL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EA7C3119-AF60-4E18-8FCC-1DEF25F9D5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8C6BAE-AF81-43FB-87F3-7EDA07617FA5}" type="slidenum">
              <a:rPr kumimoji="0" lang="he-IL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6B8EF0F9-EB5C-4015-B15E-37C9C32EB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CB60E09-BE5D-4F9E-B825-09A075978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r" eaLnBrk="1" hangingPunct="1">
              <a:lnSpc>
                <a:spcPct val="80000"/>
              </a:lnSpc>
            </a:pPr>
            <a:endParaRPr lang="en-US" altLang="en-US" sz="900" b="1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5FAFA-0348-4C59-8B46-16F9800EA29E}" type="slidenum">
              <a:rPr lang="he-IL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0584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5FAFA-0348-4C59-8B46-16F9800EA29E}" type="slidenum">
              <a:rPr lang="he-IL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8203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5FAFA-0348-4C59-8B46-16F9800EA29E}" type="slidenum">
              <a:rPr lang="he-IL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528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EDEDCA95-BCCD-40FA-A95C-3A05B11E4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9781B45-CD81-475E-A267-9D1B77CF3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E985422-4C5D-49A1-9349-098C0AEF3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BC9DBE-83A9-4F5E-A446-3A249FE98A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5B526-E87F-4AE7-9167-03F7E1C6BC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03D02-61E9-46CD-B384-F8DEF025FF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3BFBD4F-E0EB-4B38-8042-DC6D2AA180B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9693141"/>
      </p:ext>
    </p:extLst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BA90DBE-43C4-4295-8358-451719CBC0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8237F88-18B8-4DB5-B2A8-72050C04D5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E1A6890-1DB2-40F5-89EB-3F999CEB23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0C1624-3F2F-4060-B45D-20DACD7EE33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322918"/>
      </p:ext>
    </p:extLst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F824B7D-9930-40F9-9D63-1ED36887E7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9B10337-08E2-4C0F-B88D-179DE4C1AD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E6BA7F9-2211-460B-93A5-1B994C9FC6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CCB8F8-2E90-4691-ABC9-785859C31B7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4746313"/>
      </p:ext>
    </p:extLst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860892-14EF-419A-92C7-0659AA3B1E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17CB1D-C924-4F26-89BC-5ABC41C4EE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0A35682-CCDD-466D-ABEA-98E3A2AD00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9EB234-6290-40CB-9801-7D7E90AE01B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6968957"/>
      </p:ext>
    </p:extLst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779BC87-8AE0-4FAA-9DF0-175D785374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CBBA4B4-F106-41F2-B222-0DD027CE6E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2418CD3-A582-4C2A-8404-9F0FD66520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1C2842-5088-4327-A629-410DFEB6F2D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307172"/>
      </p:ext>
    </p:extLst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B5311DC-6978-4D2F-9605-F5F95C507F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54B41DE-2A0D-4686-817E-1840955A35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8405210-0C69-4BC7-854C-4816E0B6AE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83CE77-03D0-4E05-BE6D-CEE45575548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246374"/>
      </p:ext>
    </p:extLst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939B953-F777-496F-87EA-B8F72DB874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C3E5C59-857F-4937-A015-1D75785531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606EF94-E5D9-4A62-ABCF-D96124D47F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930CFF-F58D-4C3D-91C6-DBAC13A70AF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5982259"/>
      </p:ext>
    </p:extLst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1ABCD0-6AF2-4926-B7E1-7D07E3B6C6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21E49D-1C1E-46C1-8DD9-B102B05246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D226911-01FB-48E8-BEA5-F79AC774BC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11E0D3-7636-4E92-81AF-E92762ACBCC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9788329"/>
      </p:ext>
    </p:extLst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636E23-0A83-41E5-B8EC-89104E11D3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37A0B4-2BDC-4B78-8CDF-9E31BC380D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F26DAC3-5059-4693-9E93-70E49D0CDB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FEECD7-C807-4757-A96A-A0D2C9ED4020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0986191"/>
      </p:ext>
    </p:extLst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FF0B117-98D2-4C28-B704-4B12A4A8FD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3606BF0-A77D-442E-B1BC-85B589F06B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7102F51-4098-4882-ADFE-E246C76014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579BBF-7647-44AF-BA86-376A45BA842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1182942"/>
      </p:ext>
    </p:extLst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DB17C8D-6427-4731-B066-CF6556E45F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A57B2D1-7F33-48D5-8574-63749F4BAC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568039A-BEB3-45A6-8802-0A096E6552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34ABCD-CC86-4705-BB56-CFB4615A534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4185968"/>
      </p:ext>
    </p:extLst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234BBD-526B-4112-852D-0AFA9CBB47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E042DA-2331-4E95-A812-B5F3B2208E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B38903E-92EB-4277-A9B3-CC03B4927C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ADA1E0-C0C7-4FE7-9150-46EFF5508A2E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6849752"/>
      </p:ext>
    </p:extLst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1A4CF557-7E0A-4BC4-9F94-950C591F3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C87DFBCC-25AE-4959-B317-2605D4DEA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7C4E486-6867-4D9C-9D8C-6E5D787E1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EE536-4F57-4F99-9D5E-01A6EBA7E1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699ED9-9FD9-4155-AB60-312EE367E5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33745E-29CB-4327-959A-E357A5385F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fld id="{A22C5565-F1D0-4486-8B07-F7B08EBFE4A0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740503"/>
      </p:ext>
    </p:extLst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FB12CDF-1E03-4111-A9F2-69C82FA4EA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840B18-8E34-430E-AB75-135AFE3B7A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ADBF01C-FC22-49FF-8A21-95CB2A39AB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9C2873F9-BB2F-47E8-8D98-42B7FDFA132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0916042"/>
      </p:ext>
    </p:extLst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9489A68-E921-4A91-AD57-D0887D48BA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2D0C114-AA4C-43F6-B7AF-C8FA31C14E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A5C45DB-20AE-46FB-BCBA-261DFD89A1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668D9EF9-2855-43A9-A6D5-98D8E7C5A02F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9915023"/>
      </p:ext>
    </p:extLst>
  </p:cSld>
  <p:clrMapOvr>
    <a:masterClrMapping/>
  </p:clrMapOvr>
  <p:transition spd="med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F7A0F8-93CB-44A6-81FD-F1E0CB8D73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3D1BD3-A3B8-4A07-A3DC-A4E6529C3F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5D2868A-DA9C-4C41-86E6-767ED1C385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CD2498D8-545E-4937-A907-931E45A9FF0C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7404826"/>
      </p:ext>
    </p:extLst>
  </p:cSld>
  <p:clrMapOvr>
    <a:masterClrMapping/>
  </p:clrMapOvr>
  <p:transition spd="med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43BD972-7A82-4903-8C77-131C55695C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06BDDC3-8113-425E-9FA6-BDBFAB6E96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756AF3DF-C18D-4729-A9A9-D414D109D2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CB1563E2-55E2-4705-90BD-53FAD819E4EC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9905717"/>
      </p:ext>
    </p:extLst>
  </p:cSld>
  <p:clrMapOvr>
    <a:masterClrMapping/>
  </p:clrMapOvr>
  <p:transition spd="med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98FCBE9-609C-4901-91CC-30C919F884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953E6D7-B10F-4E92-8B0A-81BC6B0803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5AAA68B-012B-4256-8F23-31C15935A6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1838BF13-0472-4D98-B263-FDB44CB9CC6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83414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BFDA1FA-AFDF-4317-812F-98BD0E7553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967FD57-65A2-4B99-A40B-1987E1B793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E4A4457-61C9-42AE-A2E0-ADE6470212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F2F0D3A-9624-4580-ACF6-EEB9711C4A4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116487"/>
      </p:ext>
    </p:extLst>
  </p:cSld>
  <p:clrMapOvr>
    <a:masterClrMapping/>
  </p:clrMapOvr>
  <p:transition spd="med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DA2BA-B74B-40AA-A69B-36C274DF94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273F5E-D8E2-4DA5-AF1D-72A8B2036A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2FE48D7-A038-426A-BE7B-4EAE42144F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37B8EA9B-D707-4A78-89EA-FFE78AAE93E2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2970106"/>
      </p:ext>
    </p:extLst>
  </p:cSld>
  <p:clrMapOvr>
    <a:masterClrMapping/>
  </p:clrMapOvr>
  <p:transition spd="med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4ACB58-7A64-45AF-AA1A-092D6F637F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911636-211E-4BF2-B12A-97C8592C0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BAFED84-1AF6-42DC-BAD2-B7C49C28D5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6190866C-87E1-4DBD-9BD6-ED85412E11B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3346500"/>
      </p:ext>
    </p:extLst>
  </p:cSld>
  <p:clrMapOvr>
    <a:masterClrMapping/>
  </p:clrMapOvr>
  <p:transition spd="med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3E7B554-2E2B-4EDD-AA25-1EE88CCC8A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3ED3F58-3E5F-4A92-9287-EF1F793D1F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FE6CFBC-FE50-4131-BDDF-451B1EBB58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52135EA2-5CCC-4A23-B71F-50C8B512F12A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83804"/>
      </p:ext>
    </p:extLst>
  </p:cSld>
  <p:clrMapOvr>
    <a:masterClrMapping/>
  </p:clrMapOvr>
  <p:transition spd="med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8A72E63-86E8-43B6-A338-EAA5561D5B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80EC281-E697-493F-B8E9-2EBCC3986F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4972F7E-C8B9-43A9-A1ED-D71AAA412A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1C339ACE-A47E-4ED7-AC88-DF5000C94A66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9151055"/>
      </p:ext>
    </p:extLst>
  </p:cSld>
  <p:clrMapOvr>
    <a:masterClrMapping/>
  </p:clrMapOvr>
  <p:transition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ED45AAD-C4E7-4FD0-8792-BC0C5ABB67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3AB8A16-99EA-4C7A-9E05-321B21210D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DE29063-7219-49AF-A8DF-84BF644235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97AD8C5C-5256-4A2C-9D1D-A12BA1092D4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219507"/>
      </p:ext>
    </p:extLst>
  </p:cSld>
  <p:clrMapOvr>
    <a:masterClrMapping/>
  </p:clrMapOvr>
  <p:transition spd="med"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22C9EE-3B91-4066-A0D7-0A5D352422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8132C8-D1EB-4A00-BBB5-606DA2DF37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F2AD568-21DE-4F72-BDDD-4EDF5A2FF9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964C2A23-6B62-44FB-AB98-F44AFDC009A6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8835585"/>
      </p:ext>
    </p:extLst>
  </p:cSld>
  <p:clrMapOvr>
    <a:masterClrMapping/>
  </p:clrMapOvr>
  <p:transition spd="med"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0B630915-166A-4735-AA92-6A3CC4397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3DEB063-0D75-46C0-AC99-8C097C148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EA59C05C-5FBB-428B-86AF-5B3931D08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581993-0043-487F-9292-EE7A811B7C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C9F33-3E88-46BA-AA37-1EA4328B7F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F0B6D-BDE7-4999-8C75-C85E12DD1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fld id="{39804651-C43E-4005-AE50-C6F6184215E0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8435754"/>
      </p:ext>
    </p:extLst>
  </p:cSld>
  <p:clrMapOvr>
    <a:masterClrMapping/>
  </p:clrMapOvr>
  <p:transition spd="med"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0FF71-1EBE-4BF8-AB46-34CF060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11B62-2970-474A-9D1E-BA3DDE6DE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5CFA2-5889-4164-B42E-998993710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A288EBD2-C2A8-4EF2-BE66-565149B3134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7682264"/>
      </p:ext>
    </p:extLst>
  </p:cSld>
  <p:clrMapOvr>
    <a:masterClrMapping/>
  </p:clrMapOvr>
  <p:transition spd="med"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EC890-12DF-4FD5-BC4B-38165CB9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2E76B-815B-4EA1-9BEF-9DE3D6E76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BF85-5412-4B24-97CF-8747C601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0E183E06-2B58-4AEA-BE67-EE1DB962664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226259"/>
      </p:ext>
    </p:extLst>
  </p:cSld>
  <p:clrMapOvr>
    <a:masterClrMapping/>
  </p:clrMapOvr>
  <p:transition spd="med"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F85AD-9FC8-4582-9DA5-845ED9D49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C995D-8A38-4551-A184-13C7570A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78F24-28CF-4DE4-8ACF-A91165B2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D5E516A-3FBB-44F3-9D3E-0E45ABAB0EF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5854256"/>
      </p:ext>
    </p:extLst>
  </p:cSld>
  <p:clrMapOvr>
    <a:masterClrMapping/>
  </p:clrMapOvr>
  <p:transition spd="med"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11A85-2C3A-4A21-988D-D3F0D7A2B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9AE76B-7D63-4EBB-9A6B-1E7C9FC7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C36F9D-ADE7-4E7E-B477-36D58B75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31933BCD-D691-48EA-9FC5-838EBA15A820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2617113"/>
      </p:ext>
    </p:extLst>
  </p:cSld>
  <p:clrMapOvr>
    <a:masterClrMapping/>
  </p:clrMapOvr>
  <p:transition spd="med"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B81F8-B55B-46B6-9604-E72403ED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C234D-EF20-491B-A46B-A85F12CA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85815-5C28-4573-B0E1-C509AF625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50035AD2-DA03-40B5-8AA4-9D67B71E7E0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5716687"/>
      </p:ext>
    </p:extLst>
  </p:cSld>
  <p:clrMapOvr>
    <a:masterClrMapping/>
  </p:clrMapOvr>
  <p:transition spd="med"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7E7046-268F-4D11-B16B-0DEB4716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540914-865E-4168-AC31-13401ABB0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035BF-8A3A-4B0C-B19B-74A7F9E0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5C32DEC5-87DE-41AF-8FB2-CA4BE18E08A6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6230815"/>
      </p:ext>
    </p:extLst>
  </p:cSld>
  <p:clrMapOvr>
    <a:masterClrMapping/>
  </p:clrMapOvr>
  <p:transition spd="med"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4F1D9-36CD-45E4-8778-8E2F50DD0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E8DAB-2DDE-4460-B434-C9CC618B6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3C28F-8A62-4586-AC7A-A5453385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626D9AB-AC5A-4D4A-9E9D-F32086529B12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848625"/>
      </p:ext>
    </p:extLst>
  </p:cSld>
  <p:clrMapOvr>
    <a:masterClrMapping/>
  </p:clrMapOvr>
  <p:transition spd="med"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CCFFC-8B59-4115-B921-B009B76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E4CF-73D4-48B1-8EF0-F83B83D2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B1A67-F35B-4A8C-9F9A-1FD77DC5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323FF698-F3A1-4CBB-BC34-36DB1CD4B90F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4363718"/>
      </p:ext>
    </p:extLst>
  </p:cSld>
  <p:clrMapOvr>
    <a:masterClrMapping/>
  </p:clrMapOvr>
  <p:transition spd="med">
    <p:fade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A5007-00C7-4D55-B778-05C22A8E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1962-0988-47FC-80F4-7DD3F521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A5C7E-04B3-423C-AFA9-A932AAD1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3FD20CE4-00A4-47DF-A583-C3002F84BAB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3605730"/>
      </p:ext>
    </p:extLst>
  </p:cSld>
  <p:clrMapOvr>
    <a:masterClrMapping/>
  </p:clrMapOvr>
  <p:transition spd="med">
    <p:fade thruBlk="1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12661-B38E-42AF-B839-245CD436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E1E64-11B5-47F1-B99B-B875E4511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0A034-FC23-4A8C-8545-780AF523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BF5C0F6D-2671-430C-9F06-EEBC34D4DAC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5055775"/>
      </p:ext>
    </p:extLst>
  </p:cSld>
  <p:clrMapOvr>
    <a:masterClrMapping/>
  </p:clrMapOvr>
  <p:transition spd="med"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C1A5B-34E5-4871-B4F0-0F35411A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95859-DD9B-41BD-AEC9-FD2E8E8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5E74F-3AF3-403D-884B-689C784D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1F4F6FAA-7355-4CA2-9462-7E3F3763D5C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234728"/>
      </p:ext>
    </p:extLst>
  </p:cSld>
  <p:clrMapOvr>
    <a:masterClrMapping/>
  </p:clrMapOvr>
  <p:transition spd="med">
    <p:fade thruBlk="1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1307A-927E-4E58-A2F3-EBDD61B88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BB774-9C17-4892-9A65-88E8F2D8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4EC6C-D1E3-4E90-AD13-004860C3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271ADAF3-E167-4A92-9027-9F3D0B60E78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4402707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28A18BA0-C9DB-43C4-9A89-AFC2E9874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DC85FED7-F7C6-46E3-AC2E-545DB4718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EBCC933C-BA2D-4D27-B92F-94733A2F81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F18733F7-69D2-4378-AAE6-A159C254F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4E42BF5E-76AE-4E16-836D-C781C4AB35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7CB1CD8B-CB65-4EB0-AA12-E0D8E73F232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00B51AAF-07A3-4FFE-8650-3B704720DD7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fld id="{6D50CF70-3E6A-48E4-93C3-EF2BA4DF8C66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287D90CD-F834-4948-85F0-DEDD4C1B0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85" r:id="rId1"/>
    <p:sldLayoutId id="2147485074" r:id="rId2"/>
    <p:sldLayoutId id="2147485075" r:id="rId3"/>
    <p:sldLayoutId id="2147485076" r:id="rId4"/>
    <p:sldLayoutId id="2147485077" r:id="rId5"/>
    <p:sldLayoutId id="2147485078" r:id="rId6"/>
    <p:sldLayoutId id="2147485079" r:id="rId7"/>
    <p:sldLayoutId id="2147485080" r:id="rId8"/>
    <p:sldLayoutId id="2147485081" r:id="rId9"/>
    <p:sldLayoutId id="2147485082" r:id="rId10"/>
    <p:sldLayoutId id="2147485083" r:id="rId11"/>
    <p:sldLayoutId id="2147485084" r:id="rId12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0" descr="image_home">
            <a:extLst>
              <a:ext uri="{FF2B5EF4-FFF2-40B4-BE49-F238E27FC236}">
                <a16:creationId xmlns:a16="http://schemas.microsoft.com/office/drawing/2014/main" id="{47AD63B0-7F8C-43BD-8E49-00A847B0B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EF211809-40FF-4D93-A51E-EA53CA38A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C365517C-7442-4DD2-8527-69E2D0C9E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3" name="Rectangle 4">
            <a:extLst>
              <a:ext uri="{FF2B5EF4-FFF2-40B4-BE49-F238E27FC236}">
                <a16:creationId xmlns:a16="http://schemas.microsoft.com/office/drawing/2014/main" id="{F02D771E-1FC0-4B7B-9833-3AE77416E9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502578F4-0D14-4108-9751-15D93A967E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9FCA823F-AD61-4E2F-8B6A-88D22C137D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11AEF53C-7F17-4E83-A760-D92BFEA3988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fld id="{80EBDB0C-9EB3-40FA-BDFB-417EBCC4C67A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2057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0AB5EBE9-8A41-4945-88A3-EA429DFFA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86" r:id="rId1"/>
    <p:sldLayoutId id="2147485087" r:id="rId2"/>
    <p:sldLayoutId id="2147485088" r:id="rId3"/>
    <p:sldLayoutId id="2147485089" r:id="rId4"/>
    <p:sldLayoutId id="2147485090" r:id="rId5"/>
    <p:sldLayoutId id="2147485091" r:id="rId6"/>
    <p:sldLayoutId id="2147485092" r:id="rId7"/>
    <p:sldLayoutId id="2147485093" r:id="rId8"/>
    <p:sldLayoutId id="2147485094" r:id="rId9"/>
    <p:sldLayoutId id="2147485095" r:id="rId10"/>
    <p:sldLayoutId id="2147485096" r:id="rId11"/>
    <p:sldLayoutId id="2147485097" r:id="rId12"/>
    <p:sldLayoutId id="2147485098" r:id="rId13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0" descr="image_home">
            <a:extLst>
              <a:ext uri="{FF2B5EF4-FFF2-40B4-BE49-F238E27FC236}">
                <a16:creationId xmlns:a16="http://schemas.microsoft.com/office/drawing/2014/main" id="{3F0942B5-178D-465C-84CB-8A950EFBB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2">
            <a:extLst>
              <a:ext uri="{FF2B5EF4-FFF2-40B4-BE49-F238E27FC236}">
                <a16:creationId xmlns:a16="http://schemas.microsoft.com/office/drawing/2014/main" id="{E4617809-1C53-499F-A289-B01F7AD30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8BC89ACB-C69A-4DA0-83C0-37D84554A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Rectangle 4">
            <a:extLst>
              <a:ext uri="{FF2B5EF4-FFF2-40B4-BE49-F238E27FC236}">
                <a16:creationId xmlns:a16="http://schemas.microsoft.com/office/drawing/2014/main" id="{A64B428E-E4AD-4AED-AB9B-E89DE976F8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5BBDE8A4-EDEE-4BA9-AF5A-DA3246BA26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anose="020B0604030504040204" pitchFamily="34" charset="0"/>
                <a:cs typeface="Arial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AB3FAED7-FE9C-4C11-9373-012A8C0F695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anose="020B0604030504040204" pitchFamily="34" charset="0"/>
                <a:cs typeface="Arial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6BAF046B-7DC2-4588-98F9-CC30F1925B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fld id="{E793B961-0F7E-4566-848D-4A6D342206B8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3081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5F7F8837-33F0-4024-AD52-999FDB574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99" r:id="rId1"/>
    <p:sldLayoutId id="2147485100" r:id="rId2"/>
    <p:sldLayoutId id="2147485101" r:id="rId3"/>
    <p:sldLayoutId id="2147485102" r:id="rId4"/>
    <p:sldLayoutId id="2147485103" r:id="rId5"/>
    <p:sldLayoutId id="2147485104" r:id="rId6"/>
    <p:sldLayoutId id="2147485105" r:id="rId7"/>
    <p:sldLayoutId id="2147485106" r:id="rId8"/>
    <p:sldLayoutId id="2147485107" r:id="rId9"/>
    <p:sldLayoutId id="2147485108" r:id="rId10"/>
    <p:sldLayoutId id="2147485109" r:id="rId11"/>
    <p:sldLayoutId id="2147485110" r:id="rId12"/>
    <p:sldLayoutId id="2147485111" r:id="rId13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32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4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sd-l9e4O1Wc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8.png"/><Relationship Id="rId7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0.png"/><Relationship Id="rId5" Type="http://schemas.openxmlformats.org/officeDocument/2006/relationships/image" Target="../media/image160.png"/><Relationship Id="rId10" Type="http://schemas.openxmlformats.org/officeDocument/2006/relationships/slide" Target="slide7.xml"/><Relationship Id="rId4" Type="http://schemas.openxmlformats.org/officeDocument/2006/relationships/slide" Target="slide5.xm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>
            <a:extLst>
              <a:ext uri="{FF2B5EF4-FFF2-40B4-BE49-F238E27FC236}">
                <a16:creationId xmlns:a16="http://schemas.microsoft.com/office/drawing/2014/main" id="{3DA966CF-0398-480C-AAAC-C03D2CF3B3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3C1A73-73D7-4C3F-883C-65347B28B9CF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FF196ED1-7626-4320-BCF9-4E8018CA2B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he-IL" altLang="en-US" sz="4400" dirty="0"/>
              <a:t>התנהגות ארגונית מאקרו</a:t>
            </a:r>
            <a:endParaRPr lang="en-US" altLang="en-US" sz="4400" dirty="0"/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4A5843B5-9C3F-4837-A11F-93E6942EE3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41868" y="2924175"/>
            <a:ext cx="7704138" cy="1081088"/>
          </a:xfrm>
        </p:spPr>
        <p:txBody>
          <a:bodyPr/>
          <a:lstStyle/>
          <a:p>
            <a:pPr eaLnBrk="1" hangingPunct="1"/>
            <a:r>
              <a:rPr lang="he-IL" altLang="en-US" dirty="0"/>
              <a:t>קבוצות – חלק 2</a:t>
            </a:r>
          </a:p>
          <a:p>
            <a:pPr eaLnBrk="1" hangingPunct="1"/>
            <a:r>
              <a:rPr lang="he-IL" altLang="en-US" dirty="0"/>
              <a:t>תפקידים וסטטוס</a:t>
            </a:r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0838DF-50D6-41FF-BC6A-11DA81DC00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697"/>
          <a:stretch/>
        </p:blipFill>
        <p:spPr>
          <a:xfrm>
            <a:off x="0" y="2446768"/>
            <a:ext cx="3696932" cy="442036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E8EC-D33D-4597-BBC6-026BB44F2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תפקידים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A7A85-B2AE-447A-A102-84D09C0B9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לפרטים בקבוצה נטייה למלא תפקיד מסוים באינטראקציה החברתית</a:t>
            </a:r>
          </a:p>
          <a:p>
            <a:pPr lvl="1"/>
            <a:r>
              <a:rPr lang="he-IL" dirty="0"/>
              <a:t>פרטים מחזיקים באוסף תפקידים</a:t>
            </a:r>
          </a:p>
          <a:p>
            <a:r>
              <a:rPr lang="he-IL" dirty="0"/>
              <a:t>תפקיד – ההתנהגות הטיפוסית המאפיינת אדם בסיטואציה חברתית ספציפית.</a:t>
            </a:r>
          </a:p>
          <a:p>
            <a:endParaRPr lang="he-IL" dirty="0"/>
          </a:p>
          <a:p>
            <a:pPr marL="457200" lvl="1" indent="0">
              <a:buNone/>
            </a:pPr>
            <a:endParaRPr lang="he-IL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7539F-829E-4928-8B7C-2017CA46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0C1624-3F2F-4060-B45D-20DACD7EE333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040771"/>
      </p:ext>
    </p:extLst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500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7060FF-9E38-49C8-89FF-CF0CA25C1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-789" t="-912" r="4293" b="912"/>
          <a:stretch/>
        </p:blipFill>
        <p:spPr>
          <a:xfrm>
            <a:off x="3448" y="-34528"/>
            <a:ext cx="5220072" cy="359738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89A22-74F2-4D6F-BB0C-2703535E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613525"/>
            <a:ext cx="2133600" cy="13652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90C1624-3F2F-4060-B45D-20DACD7EE333}" type="slidenum">
              <a:rPr lang="he-IL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altLang="en-US" sz="3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8F0C2B-D143-4EC7-B819-C8B2DCDE02E8}"/>
              </a:ext>
            </a:extLst>
          </p:cNvPr>
          <p:cNvSpPr/>
          <p:nvPr/>
        </p:nvSpPr>
        <p:spPr>
          <a:xfrm>
            <a:off x="0" y="3789040"/>
            <a:ext cx="11593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https://www.youtube.com/watch?v=sd-l9e4O1Wc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506583"/>
      </p:ext>
    </p:extLst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66B21-24F2-473E-B93D-35E1D21B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1624-3F2F-4060-B45D-20DACD7EE333}" type="slidenum">
              <a:rPr lang="he-IL" altLang="en-US" smtClean="0"/>
              <a:pPr/>
              <a:t>4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4F594-E6EE-43E3-82B6-27519C753B38}"/>
              </a:ext>
            </a:extLst>
          </p:cNvPr>
          <p:cNvSpPr txBox="1"/>
          <p:nvPr/>
        </p:nvSpPr>
        <p:spPr>
          <a:xfrm>
            <a:off x="5027316" y="1332383"/>
            <a:ext cx="33843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תפישת תפקיד</a:t>
            </a:r>
          </a:p>
          <a:p>
            <a:pPr algn="r" rtl="1"/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Slide Zoom 16">
                <a:extLst>
                  <a:ext uri="{FF2B5EF4-FFF2-40B4-BE49-F238E27FC236}">
                    <a16:creationId xmlns:a16="http://schemas.microsoft.com/office/drawing/2014/main" id="{36F50672-F974-40C3-A8C5-42EEADA6F99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119813"/>
                  </p:ext>
                </p:extLst>
              </p:nvPr>
            </p:nvGraphicFramePr>
            <p:xfrm>
              <a:off x="4579959" y="452092"/>
              <a:ext cx="4229353" cy="3172016"/>
            </p:xfrm>
            <a:graphic>
              <a:graphicData uri="http://schemas.microsoft.com/office/powerpoint/2016/slidezoom">
                <pslz:sldZm>
                  <pslz:sldZmObj sldId="494" cId="3630193288">
                    <pslz:zmPr id="{D4808D62-0C1A-4CB5-87CB-86BCAE39B6FA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29353" cy="31720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50800" dist="38100" dir="81000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Slide Zoom 1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36F50672-F974-40C3-A8C5-42EEADA6F9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9959" y="452092"/>
                <a:ext cx="4229353" cy="317201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F78338B-2C7D-49D2-95A1-7C7C21EDDF92}"/>
              </a:ext>
            </a:extLst>
          </p:cNvPr>
          <p:cNvSpPr txBox="1"/>
          <p:nvPr/>
        </p:nvSpPr>
        <p:spPr>
          <a:xfrm>
            <a:off x="0" y="1835197"/>
            <a:ext cx="4115815" cy="1587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solidFill>
                  <a:schemeClr val="accent6"/>
                </a:solidFill>
              </a:rPr>
              <a:t>ציפיות תפקיד</a:t>
            </a:r>
          </a:p>
          <a:p>
            <a:pPr algn="r" rtl="1"/>
            <a:endParaRPr lang="en-US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B1BD9A9F-8108-4F18-9A7C-75E8FFA816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10576078"/>
                  </p:ext>
                </p:extLst>
              </p:nvPr>
            </p:nvGraphicFramePr>
            <p:xfrm>
              <a:off x="106824" y="452093"/>
              <a:ext cx="4287074" cy="3172016"/>
            </p:xfrm>
            <a:graphic>
              <a:graphicData uri="http://schemas.microsoft.com/office/powerpoint/2016/slidezoom">
                <pslz:sldZm>
                  <pslz:sldZmObj sldId="497" cId="1238609326">
                    <pslz:zmPr id="{178235CE-467C-431E-9A8B-9CA2C84D4A24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87074" cy="31720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50800" dist="38100" dir="81000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9" name="Slide Zoom 1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B1BD9A9F-8108-4F18-9A7C-75E8FFA816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824" y="452093"/>
                <a:ext cx="4287074" cy="317201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1" name="Slide Zoom 20">
                <a:extLst>
                  <a:ext uri="{FF2B5EF4-FFF2-40B4-BE49-F238E27FC236}">
                    <a16:creationId xmlns:a16="http://schemas.microsoft.com/office/drawing/2014/main" id="{1787230B-A46C-4C75-A3F0-790ADE209A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07686569"/>
                  </p:ext>
                </p:extLst>
              </p:nvPr>
            </p:nvGraphicFramePr>
            <p:xfrm>
              <a:off x="2063089" y="3760589"/>
              <a:ext cx="3833918" cy="2852936"/>
            </p:xfrm>
            <a:graphic>
              <a:graphicData uri="http://schemas.microsoft.com/office/powerpoint/2016/slidezoom">
                <pslz:sldZm>
                  <pslz:sldZmObj sldId="498" cId="1878602210">
                    <pslz:zmPr id="{68192EF5-10F7-4E03-B409-54CE24300750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33918" cy="285293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50800" dist="38100" dir="81000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1" name="Slide Zoom 20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1787230B-A46C-4C75-A3F0-790ADE209A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63089" y="3760589"/>
                <a:ext cx="3833918" cy="285293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1618283"/>
      </p:ext>
    </p:extLst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511A6-A11B-4BE4-A330-CBA591DB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he-IL" dirty="0"/>
            </a:br>
            <a:r>
              <a:rPr lang="he-IL" dirty="0"/>
              <a:t>תפישת תפקיד </a:t>
            </a:r>
            <a:r>
              <a:rPr lang="en-US" dirty="0"/>
              <a:t>Role Perception -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7837D-9C71-46B2-893F-65E938616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8" y="962025"/>
            <a:ext cx="8713787" cy="5651500"/>
          </a:xfrm>
        </p:spPr>
        <p:txBody>
          <a:bodyPr/>
          <a:lstStyle/>
          <a:p>
            <a:r>
              <a:rPr lang="he-IL" dirty="0"/>
              <a:t>כיצד </a:t>
            </a:r>
            <a:r>
              <a:rPr lang="he-IL" u="sng" dirty="0"/>
              <a:t>אנחנו </a:t>
            </a:r>
            <a:r>
              <a:rPr lang="he-IL" dirty="0"/>
              <a:t>תופסים את הדרך שבה אנו צריכים להתנהג בתפקיד מסוים</a:t>
            </a:r>
          </a:p>
          <a:p>
            <a:pPr lvl="1"/>
            <a:r>
              <a:rPr lang="he-IL" dirty="0"/>
              <a:t>חברים</a:t>
            </a:r>
          </a:p>
          <a:p>
            <a:pPr lvl="1"/>
            <a:r>
              <a:rPr lang="he-IL" dirty="0"/>
              <a:t>משפחה </a:t>
            </a:r>
          </a:p>
          <a:p>
            <a:pPr lvl="1"/>
            <a:r>
              <a:rPr lang="he-IL" dirty="0"/>
              <a:t>סדרות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C1103-49B8-43C4-BBA6-73171AD3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1624-3F2F-4060-B45D-20DACD7EE333}" type="slidenum">
              <a:rPr lang="he-IL" altLang="en-US" smtClean="0"/>
              <a:pPr/>
              <a:t>5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932A89-4EB4-478C-88A6-9BEA0E42B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3454400"/>
            <a:ext cx="2733675" cy="1676400"/>
          </a:xfrm>
          <a:prstGeom prst="rect">
            <a:avLst/>
          </a:prstGeom>
        </p:spPr>
      </p:pic>
      <p:pic>
        <p:nvPicPr>
          <p:cNvPr id="2050" name="Picture 2" descr="Image result for האישה הטובה">
            <a:extLst>
              <a:ext uri="{FF2B5EF4-FFF2-40B4-BE49-F238E27FC236}">
                <a16:creationId xmlns:a16="http://schemas.microsoft.com/office/drawing/2014/main" id="{5E23D6F0-9668-450E-ADED-7319D19FC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292" y="3835400"/>
            <a:ext cx="176212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193288"/>
      </p:ext>
    </p:extLst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511A6-A11B-4BE4-A330-CBA591DB0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494506"/>
            <a:ext cx="8353425" cy="719137"/>
          </a:xfrm>
        </p:spPr>
        <p:txBody>
          <a:bodyPr/>
          <a:lstStyle/>
          <a:p>
            <a:r>
              <a:rPr lang="he-IL"/>
              <a:t>ציפיות התפקיד  -  </a:t>
            </a:r>
            <a:r>
              <a:rPr lang="en-US"/>
              <a:t>Role Expectations</a:t>
            </a:r>
            <a:br>
              <a:rPr lang="en-US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7837D-9C71-46B2-893F-65E938616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הדרך בה</a:t>
            </a:r>
            <a:r>
              <a:rPr lang="he-IL" u="sng" dirty="0"/>
              <a:t> אחרים </a:t>
            </a:r>
            <a:r>
              <a:rPr lang="he-IL" dirty="0"/>
              <a:t>מאמינים שאנו צריכים להתנהג בתפקיד מסוים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C1103-49B8-43C4-BBA6-73171AD3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0C1624-3F2F-4060-B45D-20DACD7EE333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9E817-B1A8-43A7-8B68-8FF1CD750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863812"/>
            <a:ext cx="4943995" cy="349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609326"/>
      </p:ext>
    </p:extLst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E1DA1-5C12-4AC2-9780-D53CB388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99" y="134938"/>
            <a:ext cx="8353425" cy="719137"/>
          </a:xfrm>
        </p:spPr>
        <p:txBody>
          <a:bodyPr/>
          <a:lstStyle/>
          <a:p>
            <a:br>
              <a:rPr lang="he-IL" dirty="0"/>
            </a:br>
            <a:r>
              <a:rPr lang="he-IL" dirty="0"/>
              <a:t>קונפליקט תפקידי - </a:t>
            </a:r>
            <a:r>
              <a:rPr lang="en-US" dirty="0"/>
              <a:t>Role Conflict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9F786-2D27-45D1-978E-653ACEF7C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מצב בו שתי תפיסות מנוגדות לתפקיד מסוים מתנגשות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67D04-48D0-4357-8B4D-E2BEB133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1624-3F2F-4060-B45D-20DACD7EE333}" type="slidenum">
              <a:rPr lang="he-IL" altLang="en-US" smtClean="0"/>
              <a:pPr/>
              <a:t>7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98B89E-4DB7-4B49-B431-E0B266A97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907928"/>
            <a:ext cx="4821912" cy="49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2210"/>
      </p:ext>
    </p:extLst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E8EC-D33D-4597-BBC6-026BB44F2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סטטוס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A7A85-B2AE-447A-A102-84D09C0B9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יוקרה, כבוד והערכה שהפרט מקבל מהקבוצה</a:t>
            </a:r>
          </a:p>
          <a:p>
            <a:r>
              <a:rPr lang="he-IL" dirty="0"/>
              <a:t>בעל סטטוס גבוה יותר</a:t>
            </a:r>
          </a:p>
          <a:p>
            <a:pPr lvl="1"/>
            <a:r>
              <a:rPr lang="he-IL" dirty="0"/>
              <a:t>מקבל תגמולים רבים יותר </a:t>
            </a:r>
          </a:p>
          <a:p>
            <a:pPr lvl="1"/>
            <a:r>
              <a:rPr lang="he-IL" dirty="0"/>
              <a:t>יש לו שליטה גבוהה </a:t>
            </a:r>
          </a:p>
          <a:p>
            <a:pPr lvl="1"/>
            <a:r>
              <a:rPr lang="he-IL" dirty="0"/>
              <a:t>נוטל את רשות הדיבור </a:t>
            </a:r>
          </a:p>
          <a:p>
            <a:pPr lvl="1"/>
            <a:r>
              <a:rPr lang="he-IL" dirty="0"/>
              <a:t>נוטה להתערב ולהעביר ביקורת</a:t>
            </a:r>
          </a:p>
          <a:p>
            <a:endParaRPr lang="he-IL" dirty="0"/>
          </a:p>
          <a:p>
            <a:endParaRPr lang="he-IL" dirty="0"/>
          </a:p>
          <a:p>
            <a:pPr marL="457200" lvl="1" indent="0">
              <a:buNone/>
            </a:pPr>
            <a:endParaRPr lang="he-IL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7539F-829E-4928-8B7C-2017CA46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0C1624-3F2F-4060-B45D-20DACD7EE333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D2ABAA-5556-4B97-BD0F-3D6925D93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7653"/>
            <a:ext cx="9144000" cy="214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8488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6045D4A-1B32-4E66-8AB1-8B1381F90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752" y="4275405"/>
            <a:ext cx="3161396" cy="566738"/>
          </a:xfrm>
        </p:spPr>
        <p:txBody>
          <a:bodyPr wrap="square" anchor="b">
            <a:noAutofit/>
          </a:bodyPr>
          <a:lstStyle/>
          <a:p>
            <a:r>
              <a:rPr lang="he-IL" sz="3600" dirty="0">
                <a:solidFill>
                  <a:srgbClr val="C00000"/>
                </a:solidFill>
              </a:rPr>
              <a:t>רגע – דיון !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13BEB-B883-4F22-AAD0-AB4D1B8F1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402" y="228607"/>
            <a:ext cx="5486400" cy="4109504"/>
          </a:xfrm>
          <a:prstGeom prst="rect">
            <a:avLst/>
          </a:prstGeo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04B6882-C707-4733-BAE2-B4FC15D0E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1520" y="5301207"/>
            <a:ext cx="8244408" cy="943595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he-IL" altLang="en-US" sz="2800" dirty="0"/>
              <a:t>אילו מאפיינים אישיים יהיו לבעלי סטטוס גבוה בקבוצה? </a:t>
            </a: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he-IL" sz="2800" dirty="0"/>
              <a:t>האם רק למנהל/ת יש סטטוס גבוה בקבוצה?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4FF59-C840-4319-AFF9-748F3999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613525"/>
            <a:ext cx="2133600" cy="136525"/>
          </a:xfrm>
        </p:spPr>
        <p:txBody>
          <a:bodyPr wrap="square" anchor="t">
            <a:normAutofit/>
          </a:bodyPr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8494071-01DA-477E-B448-D8A141C6FA49}" type="slidenum">
              <a:rPr kumimoji="0" lang="he-IL" altLang="en-US" sz="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259558"/>
      </p:ext>
    </p:extLst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name="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ערכת נושא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ערכת נושא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164</Words>
  <Application>Microsoft Office PowerPoint</Application>
  <PresentationFormat>On-screen Show (4:3)</PresentationFormat>
  <Paragraphs>48</Paragraphs>
  <Slides>9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Black</vt:lpstr>
      <vt:lpstr>Tahoma</vt:lpstr>
      <vt:lpstr>Times New Roman</vt:lpstr>
      <vt:lpstr>Wingdings</vt:lpstr>
      <vt:lpstr>01090301</vt:lpstr>
      <vt:lpstr>1_01090301</vt:lpstr>
      <vt:lpstr>2_01090301</vt:lpstr>
      <vt:lpstr>התנהגות ארגונית מאקרו</vt:lpstr>
      <vt:lpstr>תפקידים</vt:lpstr>
      <vt:lpstr>PowerPoint Presentation</vt:lpstr>
      <vt:lpstr>PowerPoint Presentation</vt:lpstr>
      <vt:lpstr> תפישת תפקיד Role Perception -  </vt:lpstr>
      <vt:lpstr>ציפיות התפקיד  -  Role Expectations </vt:lpstr>
      <vt:lpstr> קונפליקט תפקידי - Role Conflict </vt:lpstr>
      <vt:lpstr>סטטוס</vt:lpstr>
      <vt:lpstr>רגע – דיון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התנהגות ארגונית מאקרו</dc:title>
  <dc:creator>Sharon Barkan</dc:creator>
  <cp:lastModifiedBy>Sharon Barkan</cp:lastModifiedBy>
  <cp:revision>21</cp:revision>
  <dcterms:created xsi:type="dcterms:W3CDTF">2020-03-21T12:25:35Z</dcterms:created>
  <dcterms:modified xsi:type="dcterms:W3CDTF">2020-03-22T06:54:37Z</dcterms:modified>
</cp:coreProperties>
</file>