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792" r:id="rId2"/>
    <p:sldMasterId id="2147484132" r:id="rId3"/>
    <p:sldMasterId id="2147484899" r:id="rId4"/>
    <p:sldMasterId id="2147484951" r:id="rId5"/>
  </p:sldMasterIdLst>
  <p:notesMasterIdLst>
    <p:notesMasterId r:id="rId20"/>
  </p:notesMasterIdLst>
  <p:handoutMasterIdLst>
    <p:handoutMasterId r:id="rId21"/>
  </p:handoutMasterIdLst>
  <p:sldIdLst>
    <p:sldId id="489" r:id="rId6"/>
    <p:sldId id="490" r:id="rId7"/>
    <p:sldId id="474" r:id="rId8"/>
    <p:sldId id="475" r:id="rId9"/>
    <p:sldId id="477" r:id="rId10"/>
    <p:sldId id="491" r:id="rId11"/>
    <p:sldId id="492" r:id="rId12"/>
    <p:sldId id="476" r:id="rId13"/>
    <p:sldId id="493" r:id="rId14"/>
    <p:sldId id="494" r:id="rId15"/>
    <p:sldId id="495" r:id="rId16"/>
    <p:sldId id="485" r:id="rId17"/>
    <p:sldId id="487" r:id="rId18"/>
    <p:sldId id="496" r:id="rId19"/>
  </p:sldIdLst>
  <p:sldSz cx="9144000" cy="6858000" type="screen4x3"/>
  <p:notesSz cx="6858000" cy="9144000"/>
  <p:defaultTextStyle>
    <a:defPPr>
      <a:defRPr lang="en-US"/>
    </a:defPPr>
    <a:lvl1pPr algn="l" rtl="0" eaLnBrk="0" fontAlgn="base" hangingPunct="0">
      <a:spcBef>
        <a:spcPct val="0"/>
      </a:spcBef>
      <a:spcAft>
        <a:spcPct val="0"/>
      </a:spcAft>
      <a:defRPr sz="4000" b="1" kern="1200">
        <a:solidFill>
          <a:srgbClr val="FFFF00"/>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4000" b="1" kern="1200">
        <a:solidFill>
          <a:srgbClr val="FFFF00"/>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4000" b="1" kern="1200">
        <a:solidFill>
          <a:srgbClr val="FFFF00"/>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4000" b="1" kern="1200">
        <a:solidFill>
          <a:srgbClr val="FFFF00"/>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4000" b="1" kern="1200">
        <a:solidFill>
          <a:srgbClr val="FFFF00"/>
        </a:solidFill>
        <a:latin typeface="Arial" panose="020B0604020202020204" pitchFamily="34" charset="0"/>
        <a:ea typeface="+mn-ea"/>
        <a:cs typeface="Arial" panose="020B0604020202020204" pitchFamily="34" charset="0"/>
      </a:defRPr>
    </a:lvl5pPr>
    <a:lvl6pPr marL="2286000" algn="l" defTabSz="914400" rtl="0" eaLnBrk="1" latinLnBrk="0" hangingPunct="1">
      <a:defRPr sz="4000" b="1" kern="1200">
        <a:solidFill>
          <a:srgbClr val="FFFF00"/>
        </a:solidFill>
        <a:latin typeface="Arial" panose="020B0604020202020204" pitchFamily="34" charset="0"/>
        <a:ea typeface="+mn-ea"/>
        <a:cs typeface="Arial" panose="020B0604020202020204" pitchFamily="34" charset="0"/>
      </a:defRPr>
    </a:lvl6pPr>
    <a:lvl7pPr marL="2743200" algn="l" defTabSz="914400" rtl="0" eaLnBrk="1" latinLnBrk="0" hangingPunct="1">
      <a:defRPr sz="4000" b="1" kern="1200">
        <a:solidFill>
          <a:srgbClr val="FFFF00"/>
        </a:solidFill>
        <a:latin typeface="Arial" panose="020B0604020202020204" pitchFamily="34" charset="0"/>
        <a:ea typeface="+mn-ea"/>
        <a:cs typeface="Arial" panose="020B0604020202020204" pitchFamily="34" charset="0"/>
      </a:defRPr>
    </a:lvl7pPr>
    <a:lvl8pPr marL="3200400" algn="l" defTabSz="914400" rtl="0" eaLnBrk="1" latinLnBrk="0" hangingPunct="1">
      <a:defRPr sz="4000" b="1" kern="1200">
        <a:solidFill>
          <a:srgbClr val="FFFF00"/>
        </a:solidFill>
        <a:latin typeface="Arial" panose="020B0604020202020204" pitchFamily="34" charset="0"/>
        <a:ea typeface="+mn-ea"/>
        <a:cs typeface="Arial" panose="020B0604020202020204" pitchFamily="34" charset="0"/>
      </a:defRPr>
    </a:lvl8pPr>
    <a:lvl9pPr marL="3657600" algn="l" defTabSz="914400" rtl="0" eaLnBrk="1" latinLnBrk="0" hangingPunct="1">
      <a:defRPr sz="4000" b="1" kern="1200">
        <a:solidFill>
          <a:srgbClr val="FFFF00"/>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5">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500000"/>
    <a:srgbClr val="800000"/>
    <a:srgbClr val="0A011B"/>
    <a:srgbClr val="0F012B"/>
    <a:srgbClr val="160141"/>
    <a:srgbClr val="FFFF00"/>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74233" autoAdjust="0"/>
  </p:normalViewPr>
  <p:slideViewPr>
    <p:cSldViewPr>
      <p:cViewPr varScale="1">
        <p:scale>
          <a:sx n="39" d="100"/>
          <a:sy n="39" d="100"/>
        </p:scale>
        <p:origin x="1625" y="44"/>
      </p:cViewPr>
      <p:guideLst>
        <p:guide orient="horz" pos="2205"/>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260"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74E335-3003-4525-9040-36D9BBA02E8B}" type="doc">
      <dgm:prSet loTypeId="urn:microsoft.com/office/officeart/2005/8/layout/list1" loCatId="list" qsTypeId="urn:microsoft.com/office/officeart/2005/8/quickstyle/simple1" qsCatId="simple" csTypeId="urn:microsoft.com/office/officeart/2005/8/colors/colorful4" csCatId="colorful" phldr="1"/>
      <dgm:spPr/>
      <dgm:t>
        <a:bodyPr/>
        <a:lstStyle/>
        <a:p>
          <a:pPr rtl="1"/>
          <a:endParaRPr lang="he-IL"/>
        </a:p>
      </dgm:t>
    </dgm:pt>
    <dgm:pt modelId="{A4AFA14F-54C0-43DD-8C03-40E4458AE7EF}">
      <dgm:prSet phldrT="[טקסט]"/>
      <dgm:spPr/>
      <dgm:t>
        <a:bodyPr/>
        <a:lstStyle/>
        <a:p>
          <a:pPr algn="r" rtl="1"/>
          <a:r>
            <a:rPr lang="he-IL" b="1" dirty="0">
              <a:solidFill>
                <a:schemeClr val="tx1"/>
              </a:solidFill>
            </a:rPr>
            <a:t>קשר שלילי בין לכידות לבין רמות חרדה ותחלופה</a:t>
          </a:r>
        </a:p>
      </dgm:t>
    </dgm:pt>
    <dgm:pt modelId="{813B7C69-56F7-43F3-BEF2-354C43F87C5B}" type="parTrans" cxnId="{1EC84D2C-C05E-49E5-A79F-FA32BF952B15}">
      <dgm:prSet/>
      <dgm:spPr/>
      <dgm:t>
        <a:bodyPr/>
        <a:lstStyle/>
        <a:p>
          <a:pPr rtl="1"/>
          <a:endParaRPr lang="he-IL" b="1"/>
        </a:p>
      </dgm:t>
    </dgm:pt>
    <dgm:pt modelId="{24070363-47D2-4837-9AA8-5277B1D85443}" type="sibTrans" cxnId="{1EC84D2C-C05E-49E5-A79F-FA32BF952B15}">
      <dgm:prSet/>
      <dgm:spPr/>
      <dgm:t>
        <a:bodyPr/>
        <a:lstStyle/>
        <a:p>
          <a:pPr rtl="1"/>
          <a:endParaRPr lang="he-IL" b="1"/>
        </a:p>
      </dgm:t>
    </dgm:pt>
    <dgm:pt modelId="{2C542DA1-741A-40A7-80E8-E12464B73D67}">
      <dgm:prSet phldrT="[טקסט]"/>
      <dgm:spPr/>
      <dgm:t>
        <a:bodyPr/>
        <a:lstStyle/>
        <a:p>
          <a:pPr algn="r" rtl="1"/>
          <a:r>
            <a:rPr lang="he-IL" b="1" dirty="0">
              <a:solidFill>
                <a:schemeClr val="tx1"/>
              </a:solidFill>
            </a:rPr>
            <a:t>קשר חיובי לפריון יציב</a:t>
          </a:r>
        </a:p>
      </dgm:t>
    </dgm:pt>
    <dgm:pt modelId="{E5A60D3F-E3EE-4513-AE14-5ECD674AD655}" type="parTrans" cxnId="{5CC60C15-3878-4315-9BC5-84C4A7C70FAD}">
      <dgm:prSet/>
      <dgm:spPr/>
      <dgm:t>
        <a:bodyPr/>
        <a:lstStyle/>
        <a:p>
          <a:pPr rtl="1"/>
          <a:endParaRPr lang="he-IL" b="1"/>
        </a:p>
      </dgm:t>
    </dgm:pt>
    <dgm:pt modelId="{12373FDB-0658-4C50-9D6C-A86A41AEAB56}" type="sibTrans" cxnId="{5CC60C15-3878-4315-9BC5-84C4A7C70FAD}">
      <dgm:prSet/>
      <dgm:spPr/>
      <dgm:t>
        <a:bodyPr/>
        <a:lstStyle/>
        <a:p>
          <a:pPr rtl="1"/>
          <a:endParaRPr lang="he-IL" b="1"/>
        </a:p>
      </dgm:t>
    </dgm:pt>
    <dgm:pt modelId="{572ED6FF-14BF-4920-ACE4-389519A69185}">
      <dgm:prSet phldrT="[טקסט]"/>
      <dgm:spPr/>
      <dgm:t>
        <a:bodyPr/>
        <a:lstStyle/>
        <a:p>
          <a:pPr algn="r" rtl="1"/>
          <a:r>
            <a:rPr lang="he-IL" b="1" dirty="0">
              <a:solidFill>
                <a:schemeClr val="tx1"/>
              </a:solidFill>
            </a:rPr>
            <a:t>אין קשר בין לכידות למאפייני גיל והשכלה</a:t>
          </a:r>
        </a:p>
      </dgm:t>
    </dgm:pt>
    <dgm:pt modelId="{68F67EB6-13DD-43C2-A74C-AE0449CF337E}" type="parTrans" cxnId="{D7BDA315-5190-44DE-8B51-130FAA2AF2FE}">
      <dgm:prSet/>
      <dgm:spPr/>
      <dgm:t>
        <a:bodyPr/>
        <a:lstStyle/>
        <a:p>
          <a:pPr rtl="1"/>
          <a:endParaRPr lang="he-IL" b="1"/>
        </a:p>
      </dgm:t>
    </dgm:pt>
    <dgm:pt modelId="{B0BAD466-E2BF-49EF-B127-BE647532BA58}" type="sibTrans" cxnId="{D7BDA315-5190-44DE-8B51-130FAA2AF2FE}">
      <dgm:prSet/>
      <dgm:spPr/>
      <dgm:t>
        <a:bodyPr/>
        <a:lstStyle/>
        <a:p>
          <a:pPr rtl="1"/>
          <a:endParaRPr lang="he-IL" b="1"/>
        </a:p>
      </dgm:t>
    </dgm:pt>
    <dgm:pt modelId="{46B8B46C-6E89-424B-BADC-F81BB23CC4E1}">
      <dgm:prSet/>
      <dgm:spPr/>
      <dgm:t>
        <a:bodyPr/>
        <a:lstStyle/>
        <a:p>
          <a:pPr algn="r" rtl="1"/>
          <a:r>
            <a:rPr lang="he-IL" b="1" dirty="0">
              <a:solidFill>
                <a:schemeClr val="tx1"/>
              </a:solidFill>
            </a:rPr>
            <a:t>קשר חיובי בין לכידות ליוקרת העיסוק</a:t>
          </a:r>
        </a:p>
      </dgm:t>
    </dgm:pt>
    <dgm:pt modelId="{2809FC85-4109-4DB0-8034-2FB7D5A223B3}" type="parTrans" cxnId="{7DB55A63-4081-420A-ACFB-CB49EB6D191D}">
      <dgm:prSet/>
      <dgm:spPr/>
      <dgm:t>
        <a:bodyPr/>
        <a:lstStyle/>
        <a:p>
          <a:pPr rtl="1"/>
          <a:endParaRPr lang="he-IL" b="1"/>
        </a:p>
      </dgm:t>
    </dgm:pt>
    <dgm:pt modelId="{D4DD0638-30E7-4850-B13A-85AA1ECF66D3}" type="sibTrans" cxnId="{7DB55A63-4081-420A-ACFB-CB49EB6D191D}">
      <dgm:prSet/>
      <dgm:spPr/>
      <dgm:t>
        <a:bodyPr/>
        <a:lstStyle/>
        <a:p>
          <a:pPr rtl="1"/>
          <a:endParaRPr lang="he-IL" b="1"/>
        </a:p>
      </dgm:t>
    </dgm:pt>
    <dgm:pt modelId="{C3AE6333-6FCE-41B0-8FBC-1AB68ECDA248}">
      <dgm:prSet/>
      <dgm:spPr/>
      <dgm:t>
        <a:bodyPr/>
        <a:lstStyle/>
        <a:p>
          <a:pPr algn="r" rtl="1"/>
          <a:r>
            <a:rPr lang="he-IL" b="1">
              <a:solidFill>
                <a:schemeClr val="tx1"/>
              </a:solidFill>
            </a:rPr>
            <a:t>קשר חיובי </a:t>
          </a:r>
          <a:r>
            <a:rPr lang="he-IL" b="1" dirty="0">
              <a:solidFill>
                <a:schemeClr val="tx1"/>
              </a:solidFill>
            </a:rPr>
            <a:t>בין לכידות לשביעות רצון בעבודה</a:t>
          </a:r>
        </a:p>
      </dgm:t>
    </dgm:pt>
    <dgm:pt modelId="{58095F60-EC16-4CE4-951A-963428463F17}" type="parTrans" cxnId="{8E522BE1-F60D-4D95-A647-30982949297B}">
      <dgm:prSet/>
      <dgm:spPr/>
      <dgm:t>
        <a:bodyPr/>
        <a:lstStyle/>
        <a:p>
          <a:pPr rtl="1"/>
          <a:endParaRPr lang="he-IL" b="1"/>
        </a:p>
      </dgm:t>
    </dgm:pt>
    <dgm:pt modelId="{AEB5D0D6-43BA-47A1-AE94-12C5663E03CB}" type="sibTrans" cxnId="{8E522BE1-F60D-4D95-A647-30982949297B}">
      <dgm:prSet/>
      <dgm:spPr/>
      <dgm:t>
        <a:bodyPr/>
        <a:lstStyle/>
        <a:p>
          <a:pPr rtl="1"/>
          <a:endParaRPr lang="he-IL" b="1"/>
        </a:p>
      </dgm:t>
    </dgm:pt>
    <dgm:pt modelId="{00C50976-D90D-4950-8165-AD26DA6B5EC8}">
      <dgm:prSet/>
      <dgm:spPr/>
      <dgm:t>
        <a:bodyPr/>
        <a:lstStyle/>
        <a:p>
          <a:pPr algn="r" rtl="1"/>
          <a:r>
            <a:rPr lang="he-IL" b="1" dirty="0">
              <a:solidFill>
                <a:schemeClr val="tx1"/>
              </a:solidFill>
            </a:rPr>
            <a:t>נורמות בצוע ממתנות את הקשר בין לכידות לבין בצוע</a:t>
          </a:r>
        </a:p>
      </dgm:t>
    </dgm:pt>
    <dgm:pt modelId="{1160BD07-599A-4183-B46E-FC0C2B86A6DF}" type="parTrans" cxnId="{CDB06A52-196A-47D5-A2BE-6E1B1D7E1AED}">
      <dgm:prSet/>
      <dgm:spPr/>
      <dgm:t>
        <a:bodyPr/>
        <a:lstStyle/>
        <a:p>
          <a:pPr rtl="1"/>
          <a:endParaRPr lang="he-IL" b="1"/>
        </a:p>
      </dgm:t>
    </dgm:pt>
    <dgm:pt modelId="{09669462-43A4-4176-A8F8-BA97F1AEE600}" type="sibTrans" cxnId="{CDB06A52-196A-47D5-A2BE-6E1B1D7E1AED}">
      <dgm:prSet/>
      <dgm:spPr/>
      <dgm:t>
        <a:bodyPr/>
        <a:lstStyle/>
        <a:p>
          <a:pPr rtl="1"/>
          <a:endParaRPr lang="he-IL" b="1"/>
        </a:p>
      </dgm:t>
    </dgm:pt>
    <dgm:pt modelId="{F3E5856A-71A8-433F-BD18-009775FAD6B0}" type="pres">
      <dgm:prSet presAssocID="{6274E335-3003-4525-9040-36D9BBA02E8B}" presName="linear" presStyleCnt="0">
        <dgm:presLayoutVars>
          <dgm:dir/>
          <dgm:animLvl val="lvl"/>
          <dgm:resizeHandles val="exact"/>
        </dgm:presLayoutVars>
      </dgm:prSet>
      <dgm:spPr/>
    </dgm:pt>
    <dgm:pt modelId="{BBE327B4-D8E8-4093-89BD-B0F55D9FFBEB}" type="pres">
      <dgm:prSet presAssocID="{A4AFA14F-54C0-43DD-8C03-40E4458AE7EF}" presName="parentLin" presStyleCnt="0"/>
      <dgm:spPr/>
    </dgm:pt>
    <dgm:pt modelId="{93F7F272-14F3-4B67-BC07-8411721ECA3D}" type="pres">
      <dgm:prSet presAssocID="{A4AFA14F-54C0-43DD-8C03-40E4458AE7EF}" presName="parentLeftMargin" presStyleLbl="node1" presStyleIdx="0" presStyleCnt="6"/>
      <dgm:spPr/>
    </dgm:pt>
    <dgm:pt modelId="{724988D4-6A1E-494E-9412-988884387F8D}" type="pres">
      <dgm:prSet presAssocID="{A4AFA14F-54C0-43DD-8C03-40E4458AE7EF}" presName="parentText" presStyleLbl="node1" presStyleIdx="0" presStyleCnt="6">
        <dgm:presLayoutVars>
          <dgm:chMax val="0"/>
          <dgm:bulletEnabled val="1"/>
        </dgm:presLayoutVars>
      </dgm:prSet>
      <dgm:spPr/>
    </dgm:pt>
    <dgm:pt modelId="{39F2FF2E-88E0-43F0-8F2E-8A18BFAFACFA}" type="pres">
      <dgm:prSet presAssocID="{A4AFA14F-54C0-43DD-8C03-40E4458AE7EF}" presName="negativeSpace" presStyleCnt="0"/>
      <dgm:spPr/>
    </dgm:pt>
    <dgm:pt modelId="{A1089EF0-13A4-4A26-B701-7708ADDE3D3D}" type="pres">
      <dgm:prSet presAssocID="{A4AFA14F-54C0-43DD-8C03-40E4458AE7EF}" presName="childText" presStyleLbl="conFgAcc1" presStyleIdx="0" presStyleCnt="6">
        <dgm:presLayoutVars>
          <dgm:bulletEnabled val="1"/>
        </dgm:presLayoutVars>
      </dgm:prSet>
      <dgm:spPr/>
    </dgm:pt>
    <dgm:pt modelId="{A3B9EE3A-C37C-4949-A08A-670BF29026C9}" type="pres">
      <dgm:prSet presAssocID="{24070363-47D2-4837-9AA8-5277B1D85443}" presName="spaceBetweenRectangles" presStyleCnt="0"/>
      <dgm:spPr/>
    </dgm:pt>
    <dgm:pt modelId="{CF9718E7-3952-416E-9DF2-1DB55CD7AE99}" type="pres">
      <dgm:prSet presAssocID="{2C542DA1-741A-40A7-80E8-E12464B73D67}" presName="parentLin" presStyleCnt="0"/>
      <dgm:spPr/>
    </dgm:pt>
    <dgm:pt modelId="{95CAB9EC-21CE-4DD0-90D4-75E1318DE208}" type="pres">
      <dgm:prSet presAssocID="{2C542DA1-741A-40A7-80E8-E12464B73D67}" presName="parentLeftMargin" presStyleLbl="node1" presStyleIdx="0" presStyleCnt="6"/>
      <dgm:spPr/>
    </dgm:pt>
    <dgm:pt modelId="{21F3FAB4-22E7-437A-95E1-EB987F9C72AE}" type="pres">
      <dgm:prSet presAssocID="{2C542DA1-741A-40A7-80E8-E12464B73D67}" presName="parentText" presStyleLbl="node1" presStyleIdx="1" presStyleCnt="6">
        <dgm:presLayoutVars>
          <dgm:chMax val="0"/>
          <dgm:bulletEnabled val="1"/>
        </dgm:presLayoutVars>
      </dgm:prSet>
      <dgm:spPr/>
    </dgm:pt>
    <dgm:pt modelId="{9E52FFB9-86BC-46BF-8A3B-58962B37BA80}" type="pres">
      <dgm:prSet presAssocID="{2C542DA1-741A-40A7-80E8-E12464B73D67}" presName="negativeSpace" presStyleCnt="0"/>
      <dgm:spPr/>
    </dgm:pt>
    <dgm:pt modelId="{07609998-AD6E-4C04-AB8E-9C8C08DF1412}" type="pres">
      <dgm:prSet presAssocID="{2C542DA1-741A-40A7-80E8-E12464B73D67}" presName="childText" presStyleLbl="conFgAcc1" presStyleIdx="1" presStyleCnt="6">
        <dgm:presLayoutVars>
          <dgm:bulletEnabled val="1"/>
        </dgm:presLayoutVars>
      </dgm:prSet>
      <dgm:spPr/>
    </dgm:pt>
    <dgm:pt modelId="{AF86C2C0-2154-4D4F-B70D-7BD5E48314EA}" type="pres">
      <dgm:prSet presAssocID="{12373FDB-0658-4C50-9D6C-A86A41AEAB56}" presName="spaceBetweenRectangles" presStyleCnt="0"/>
      <dgm:spPr/>
    </dgm:pt>
    <dgm:pt modelId="{C8768237-BACD-413C-BC9D-693FD17353B7}" type="pres">
      <dgm:prSet presAssocID="{572ED6FF-14BF-4920-ACE4-389519A69185}" presName="parentLin" presStyleCnt="0"/>
      <dgm:spPr/>
    </dgm:pt>
    <dgm:pt modelId="{6C9375EB-1362-4C90-82BE-1463F8B01EF7}" type="pres">
      <dgm:prSet presAssocID="{572ED6FF-14BF-4920-ACE4-389519A69185}" presName="parentLeftMargin" presStyleLbl="node1" presStyleIdx="1" presStyleCnt="6"/>
      <dgm:spPr/>
    </dgm:pt>
    <dgm:pt modelId="{B42ED4D9-BFC2-4F6F-952A-8036BC800156}" type="pres">
      <dgm:prSet presAssocID="{572ED6FF-14BF-4920-ACE4-389519A69185}" presName="parentText" presStyleLbl="node1" presStyleIdx="2" presStyleCnt="6">
        <dgm:presLayoutVars>
          <dgm:chMax val="0"/>
          <dgm:bulletEnabled val="1"/>
        </dgm:presLayoutVars>
      </dgm:prSet>
      <dgm:spPr/>
    </dgm:pt>
    <dgm:pt modelId="{8759C20D-5CD0-4B96-9E11-51B058A63A69}" type="pres">
      <dgm:prSet presAssocID="{572ED6FF-14BF-4920-ACE4-389519A69185}" presName="negativeSpace" presStyleCnt="0"/>
      <dgm:spPr/>
    </dgm:pt>
    <dgm:pt modelId="{48E1A891-623A-4260-9DCB-34178DCAEBA9}" type="pres">
      <dgm:prSet presAssocID="{572ED6FF-14BF-4920-ACE4-389519A69185}" presName="childText" presStyleLbl="conFgAcc1" presStyleIdx="2" presStyleCnt="6">
        <dgm:presLayoutVars>
          <dgm:bulletEnabled val="1"/>
        </dgm:presLayoutVars>
      </dgm:prSet>
      <dgm:spPr/>
    </dgm:pt>
    <dgm:pt modelId="{519AE329-5CBA-46CA-AFB7-7D64BCCC1F1D}" type="pres">
      <dgm:prSet presAssocID="{B0BAD466-E2BF-49EF-B127-BE647532BA58}" presName="spaceBetweenRectangles" presStyleCnt="0"/>
      <dgm:spPr/>
    </dgm:pt>
    <dgm:pt modelId="{49588BEB-114C-4AE8-9D62-4F6551DCC895}" type="pres">
      <dgm:prSet presAssocID="{46B8B46C-6E89-424B-BADC-F81BB23CC4E1}" presName="parentLin" presStyleCnt="0"/>
      <dgm:spPr/>
    </dgm:pt>
    <dgm:pt modelId="{C138CDC0-C07C-4ABD-AA91-5561C6E41AC8}" type="pres">
      <dgm:prSet presAssocID="{46B8B46C-6E89-424B-BADC-F81BB23CC4E1}" presName="parentLeftMargin" presStyleLbl="node1" presStyleIdx="2" presStyleCnt="6"/>
      <dgm:spPr/>
    </dgm:pt>
    <dgm:pt modelId="{CE2846AB-3D62-479A-9596-CC76CB5B2371}" type="pres">
      <dgm:prSet presAssocID="{46B8B46C-6E89-424B-BADC-F81BB23CC4E1}" presName="parentText" presStyleLbl="node1" presStyleIdx="3" presStyleCnt="6">
        <dgm:presLayoutVars>
          <dgm:chMax val="0"/>
          <dgm:bulletEnabled val="1"/>
        </dgm:presLayoutVars>
      </dgm:prSet>
      <dgm:spPr/>
    </dgm:pt>
    <dgm:pt modelId="{7DEC5F61-69AA-4E58-A60C-037E3EEDAEFD}" type="pres">
      <dgm:prSet presAssocID="{46B8B46C-6E89-424B-BADC-F81BB23CC4E1}" presName="negativeSpace" presStyleCnt="0"/>
      <dgm:spPr/>
    </dgm:pt>
    <dgm:pt modelId="{9EB2C82A-6F7E-4876-A769-4784B719315A}" type="pres">
      <dgm:prSet presAssocID="{46B8B46C-6E89-424B-BADC-F81BB23CC4E1}" presName="childText" presStyleLbl="conFgAcc1" presStyleIdx="3" presStyleCnt="6">
        <dgm:presLayoutVars>
          <dgm:bulletEnabled val="1"/>
        </dgm:presLayoutVars>
      </dgm:prSet>
      <dgm:spPr/>
    </dgm:pt>
    <dgm:pt modelId="{F127C2F1-B393-4E64-B3C6-8C3AF8EC5E0A}" type="pres">
      <dgm:prSet presAssocID="{D4DD0638-30E7-4850-B13A-85AA1ECF66D3}" presName="spaceBetweenRectangles" presStyleCnt="0"/>
      <dgm:spPr/>
    </dgm:pt>
    <dgm:pt modelId="{7A1E5C3B-74EC-41AE-9EE1-DE4814A6C623}" type="pres">
      <dgm:prSet presAssocID="{C3AE6333-6FCE-41B0-8FBC-1AB68ECDA248}" presName="parentLin" presStyleCnt="0"/>
      <dgm:spPr/>
    </dgm:pt>
    <dgm:pt modelId="{C78B9801-7086-4EDC-A06B-4E040D3CC63E}" type="pres">
      <dgm:prSet presAssocID="{C3AE6333-6FCE-41B0-8FBC-1AB68ECDA248}" presName="parentLeftMargin" presStyleLbl="node1" presStyleIdx="3" presStyleCnt="6"/>
      <dgm:spPr/>
    </dgm:pt>
    <dgm:pt modelId="{4CDAA565-17E7-4124-88F2-7527A9609A6C}" type="pres">
      <dgm:prSet presAssocID="{C3AE6333-6FCE-41B0-8FBC-1AB68ECDA248}" presName="parentText" presStyleLbl="node1" presStyleIdx="4" presStyleCnt="6">
        <dgm:presLayoutVars>
          <dgm:chMax val="0"/>
          <dgm:bulletEnabled val="1"/>
        </dgm:presLayoutVars>
      </dgm:prSet>
      <dgm:spPr/>
    </dgm:pt>
    <dgm:pt modelId="{1BCE4996-4E29-4693-9886-BEE24B588845}" type="pres">
      <dgm:prSet presAssocID="{C3AE6333-6FCE-41B0-8FBC-1AB68ECDA248}" presName="negativeSpace" presStyleCnt="0"/>
      <dgm:spPr/>
    </dgm:pt>
    <dgm:pt modelId="{BB57A191-E44C-49E9-8608-1C89EA260EE1}" type="pres">
      <dgm:prSet presAssocID="{C3AE6333-6FCE-41B0-8FBC-1AB68ECDA248}" presName="childText" presStyleLbl="conFgAcc1" presStyleIdx="4" presStyleCnt="6">
        <dgm:presLayoutVars>
          <dgm:bulletEnabled val="1"/>
        </dgm:presLayoutVars>
      </dgm:prSet>
      <dgm:spPr/>
    </dgm:pt>
    <dgm:pt modelId="{2C7DA1C9-6749-457A-AE6E-158482171FF4}" type="pres">
      <dgm:prSet presAssocID="{AEB5D0D6-43BA-47A1-AE94-12C5663E03CB}" presName="spaceBetweenRectangles" presStyleCnt="0"/>
      <dgm:spPr/>
    </dgm:pt>
    <dgm:pt modelId="{96AA3065-62CB-46FE-AD3B-47AA2DBED518}" type="pres">
      <dgm:prSet presAssocID="{00C50976-D90D-4950-8165-AD26DA6B5EC8}" presName="parentLin" presStyleCnt="0"/>
      <dgm:spPr/>
    </dgm:pt>
    <dgm:pt modelId="{262ACE82-A9A5-4BEE-9FCA-EBF925CDA156}" type="pres">
      <dgm:prSet presAssocID="{00C50976-D90D-4950-8165-AD26DA6B5EC8}" presName="parentLeftMargin" presStyleLbl="node1" presStyleIdx="4" presStyleCnt="6"/>
      <dgm:spPr/>
    </dgm:pt>
    <dgm:pt modelId="{83299867-F2DA-45BB-8E1C-BB29C91C08E9}" type="pres">
      <dgm:prSet presAssocID="{00C50976-D90D-4950-8165-AD26DA6B5EC8}" presName="parentText" presStyleLbl="node1" presStyleIdx="5" presStyleCnt="6" custLinFactNeighborX="2262" custLinFactNeighborY="8776">
        <dgm:presLayoutVars>
          <dgm:chMax val="0"/>
          <dgm:bulletEnabled val="1"/>
        </dgm:presLayoutVars>
      </dgm:prSet>
      <dgm:spPr/>
    </dgm:pt>
    <dgm:pt modelId="{7633BC0D-6D90-46B8-9C8F-8D752A8F0E92}" type="pres">
      <dgm:prSet presAssocID="{00C50976-D90D-4950-8165-AD26DA6B5EC8}" presName="negativeSpace" presStyleCnt="0"/>
      <dgm:spPr/>
    </dgm:pt>
    <dgm:pt modelId="{5205E612-31DF-4CC0-95CC-11A34554290C}" type="pres">
      <dgm:prSet presAssocID="{00C50976-D90D-4950-8165-AD26DA6B5EC8}" presName="childText" presStyleLbl="conFgAcc1" presStyleIdx="5" presStyleCnt="6">
        <dgm:presLayoutVars>
          <dgm:bulletEnabled val="1"/>
        </dgm:presLayoutVars>
      </dgm:prSet>
      <dgm:spPr/>
    </dgm:pt>
  </dgm:ptLst>
  <dgm:cxnLst>
    <dgm:cxn modelId="{15710104-6E38-44EB-BB67-DC58C0964513}" type="presOf" srcId="{572ED6FF-14BF-4920-ACE4-389519A69185}" destId="{B42ED4D9-BFC2-4F6F-952A-8036BC800156}" srcOrd="1" destOrd="0" presId="urn:microsoft.com/office/officeart/2005/8/layout/list1"/>
    <dgm:cxn modelId="{5CC60C15-3878-4315-9BC5-84C4A7C70FAD}" srcId="{6274E335-3003-4525-9040-36D9BBA02E8B}" destId="{2C542DA1-741A-40A7-80E8-E12464B73D67}" srcOrd="1" destOrd="0" parTransId="{E5A60D3F-E3EE-4513-AE14-5ECD674AD655}" sibTransId="{12373FDB-0658-4C50-9D6C-A86A41AEAB56}"/>
    <dgm:cxn modelId="{D7BDA315-5190-44DE-8B51-130FAA2AF2FE}" srcId="{6274E335-3003-4525-9040-36D9BBA02E8B}" destId="{572ED6FF-14BF-4920-ACE4-389519A69185}" srcOrd="2" destOrd="0" parTransId="{68F67EB6-13DD-43C2-A74C-AE0449CF337E}" sibTransId="{B0BAD466-E2BF-49EF-B127-BE647532BA58}"/>
    <dgm:cxn modelId="{1EC84D2C-C05E-49E5-A79F-FA32BF952B15}" srcId="{6274E335-3003-4525-9040-36D9BBA02E8B}" destId="{A4AFA14F-54C0-43DD-8C03-40E4458AE7EF}" srcOrd="0" destOrd="0" parTransId="{813B7C69-56F7-43F3-BEF2-354C43F87C5B}" sibTransId="{24070363-47D2-4837-9AA8-5277B1D85443}"/>
    <dgm:cxn modelId="{01BCA561-E702-4024-856A-80E8309A9D28}" type="presOf" srcId="{6274E335-3003-4525-9040-36D9BBA02E8B}" destId="{F3E5856A-71A8-433F-BD18-009775FAD6B0}" srcOrd="0" destOrd="0" presId="urn:microsoft.com/office/officeart/2005/8/layout/list1"/>
    <dgm:cxn modelId="{7DB55A63-4081-420A-ACFB-CB49EB6D191D}" srcId="{6274E335-3003-4525-9040-36D9BBA02E8B}" destId="{46B8B46C-6E89-424B-BADC-F81BB23CC4E1}" srcOrd="3" destOrd="0" parTransId="{2809FC85-4109-4DB0-8034-2FB7D5A223B3}" sibTransId="{D4DD0638-30E7-4850-B13A-85AA1ECF66D3}"/>
    <dgm:cxn modelId="{2285886C-6E0E-4EA7-B051-82295F06554F}" type="presOf" srcId="{A4AFA14F-54C0-43DD-8C03-40E4458AE7EF}" destId="{93F7F272-14F3-4B67-BC07-8411721ECA3D}" srcOrd="0" destOrd="0" presId="urn:microsoft.com/office/officeart/2005/8/layout/list1"/>
    <dgm:cxn modelId="{CDB06A52-196A-47D5-A2BE-6E1B1D7E1AED}" srcId="{6274E335-3003-4525-9040-36D9BBA02E8B}" destId="{00C50976-D90D-4950-8165-AD26DA6B5EC8}" srcOrd="5" destOrd="0" parTransId="{1160BD07-599A-4183-B46E-FC0C2B86A6DF}" sibTransId="{09669462-43A4-4176-A8F8-BA97F1AEE600}"/>
    <dgm:cxn modelId="{70F08574-43DD-4020-977E-A2CBBEBE6F50}" type="presOf" srcId="{572ED6FF-14BF-4920-ACE4-389519A69185}" destId="{6C9375EB-1362-4C90-82BE-1463F8B01EF7}" srcOrd="0" destOrd="0" presId="urn:microsoft.com/office/officeart/2005/8/layout/list1"/>
    <dgm:cxn modelId="{9C468B56-83A0-4B76-87AB-D0BA520180D5}" type="presOf" srcId="{C3AE6333-6FCE-41B0-8FBC-1AB68ECDA248}" destId="{C78B9801-7086-4EDC-A06B-4E040D3CC63E}" srcOrd="0" destOrd="0" presId="urn:microsoft.com/office/officeart/2005/8/layout/list1"/>
    <dgm:cxn modelId="{E2CF0D97-077F-4C88-8AD5-08F0BE1F30ED}" type="presOf" srcId="{00C50976-D90D-4950-8165-AD26DA6B5EC8}" destId="{83299867-F2DA-45BB-8E1C-BB29C91C08E9}" srcOrd="1" destOrd="0" presId="urn:microsoft.com/office/officeart/2005/8/layout/list1"/>
    <dgm:cxn modelId="{48BBEC9B-EE9A-44B6-929E-77A4CA0AB6B1}" type="presOf" srcId="{46B8B46C-6E89-424B-BADC-F81BB23CC4E1}" destId="{C138CDC0-C07C-4ABD-AA91-5561C6E41AC8}" srcOrd="0" destOrd="0" presId="urn:microsoft.com/office/officeart/2005/8/layout/list1"/>
    <dgm:cxn modelId="{3F87B7A6-D736-4F34-B84D-6AEABF9AC4FF}" type="presOf" srcId="{A4AFA14F-54C0-43DD-8C03-40E4458AE7EF}" destId="{724988D4-6A1E-494E-9412-988884387F8D}" srcOrd="1" destOrd="0" presId="urn:microsoft.com/office/officeart/2005/8/layout/list1"/>
    <dgm:cxn modelId="{BF78B0B0-DCD9-49E5-A18B-25CA93286A39}" type="presOf" srcId="{C3AE6333-6FCE-41B0-8FBC-1AB68ECDA248}" destId="{4CDAA565-17E7-4124-88F2-7527A9609A6C}" srcOrd="1" destOrd="0" presId="urn:microsoft.com/office/officeart/2005/8/layout/list1"/>
    <dgm:cxn modelId="{8AD18DBF-7FCF-44ED-AC27-9621E8AF8262}" type="presOf" srcId="{2C542DA1-741A-40A7-80E8-E12464B73D67}" destId="{21F3FAB4-22E7-437A-95E1-EB987F9C72AE}" srcOrd="1" destOrd="0" presId="urn:microsoft.com/office/officeart/2005/8/layout/list1"/>
    <dgm:cxn modelId="{8E522BE1-F60D-4D95-A647-30982949297B}" srcId="{6274E335-3003-4525-9040-36D9BBA02E8B}" destId="{C3AE6333-6FCE-41B0-8FBC-1AB68ECDA248}" srcOrd="4" destOrd="0" parTransId="{58095F60-EC16-4CE4-951A-963428463F17}" sibTransId="{AEB5D0D6-43BA-47A1-AE94-12C5663E03CB}"/>
    <dgm:cxn modelId="{8B6329EA-589D-4D7A-A5A4-DF8B6C16354F}" type="presOf" srcId="{00C50976-D90D-4950-8165-AD26DA6B5EC8}" destId="{262ACE82-A9A5-4BEE-9FCA-EBF925CDA156}" srcOrd="0" destOrd="0" presId="urn:microsoft.com/office/officeart/2005/8/layout/list1"/>
    <dgm:cxn modelId="{DAD49AF1-4D75-4C8E-A800-2AF7674BF0B2}" type="presOf" srcId="{46B8B46C-6E89-424B-BADC-F81BB23CC4E1}" destId="{CE2846AB-3D62-479A-9596-CC76CB5B2371}" srcOrd="1" destOrd="0" presId="urn:microsoft.com/office/officeart/2005/8/layout/list1"/>
    <dgm:cxn modelId="{927AA8F6-3743-4F70-B541-1308E6CEEACC}" type="presOf" srcId="{2C542DA1-741A-40A7-80E8-E12464B73D67}" destId="{95CAB9EC-21CE-4DD0-90D4-75E1318DE208}" srcOrd="0" destOrd="0" presId="urn:microsoft.com/office/officeart/2005/8/layout/list1"/>
    <dgm:cxn modelId="{68BBEEC1-F3B0-4B35-8AC2-ACBD231B8DCF}" type="presParOf" srcId="{F3E5856A-71A8-433F-BD18-009775FAD6B0}" destId="{BBE327B4-D8E8-4093-89BD-B0F55D9FFBEB}" srcOrd="0" destOrd="0" presId="urn:microsoft.com/office/officeart/2005/8/layout/list1"/>
    <dgm:cxn modelId="{40F0CACF-893C-4225-B3B4-4A1E593B99A0}" type="presParOf" srcId="{BBE327B4-D8E8-4093-89BD-B0F55D9FFBEB}" destId="{93F7F272-14F3-4B67-BC07-8411721ECA3D}" srcOrd="0" destOrd="0" presId="urn:microsoft.com/office/officeart/2005/8/layout/list1"/>
    <dgm:cxn modelId="{B70631E6-E5C5-4712-983F-5A52B8615FB9}" type="presParOf" srcId="{BBE327B4-D8E8-4093-89BD-B0F55D9FFBEB}" destId="{724988D4-6A1E-494E-9412-988884387F8D}" srcOrd="1" destOrd="0" presId="urn:microsoft.com/office/officeart/2005/8/layout/list1"/>
    <dgm:cxn modelId="{E385FEEF-3D8F-4139-8E1A-BA03B81893F4}" type="presParOf" srcId="{F3E5856A-71A8-433F-BD18-009775FAD6B0}" destId="{39F2FF2E-88E0-43F0-8F2E-8A18BFAFACFA}" srcOrd="1" destOrd="0" presId="urn:microsoft.com/office/officeart/2005/8/layout/list1"/>
    <dgm:cxn modelId="{6EC3F72B-81E1-4DC9-A275-5A9CA9D37B86}" type="presParOf" srcId="{F3E5856A-71A8-433F-BD18-009775FAD6B0}" destId="{A1089EF0-13A4-4A26-B701-7708ADDE3D3D}" srcOrd="2" destOrd="0" presId="urn:microsoft.com/office/officeart/2005/8/layout/list1"/>
    <dgm:cxn modelId="{76EE309D-6EBC-436B-B3AA-5F2F8A48C652}" type="presParOf" srcId="{F3E5856A-71A8-433F-BD18-009775FAD6B0}" destId="{A3B9EE3A-C37C-4949-A08A-670BF29026C9}" srcOrd="3" destOrd="0" presId="urn:microsoft.com/office/officeart/2005/8/layout/list1"/>
    <dgm:cxn modelId="{AFC855BC-F30C-404C-8246-DD43544139CC}" type="presParOf" srcId="{F3E5856A-71A8-433F-BD18-009775FAD6B0}" destId="{CF9718E7-3952-416E-9DF2-1DB55CD7AE99}" srcOrd="4" destOrd="0" presId="urn:microsoft.com/office/officeart/2005/8/layout/list1"/>
    <dgm:cxn modelId="{DA72F15E-F53C-4F66-88FD-FE67CB18064F}" type="presParOf" srcId="{CF9718E7-3952-416E-9DF2-1DB55CD7AE99}" destId="{95CAB9EC-21CE-4DD0-90D4-75E1318DE208}" srcOrd="0" destOrd="0" presId="urn:microsoft.com/office/officeart/2005/8/layout/list1"/>
    <dgm:cxn modelId="{F2EB0DB9-F9D0-49AE-BB66-9CD375EBE945}" type="presParOf" srcId="{CF9718E7-3952-416E-9DF2-1DB55CD7AE99}" destId="{21F3FAB4-22E7-437A-95E1-EB987F9C72AE}" srcOrd="1" destOrd="0" presId="urn:microsoft.com/office/officeart/2005/8/layout/list1"/>
    <dgm:cxn modelId="{7FE0267B-1781-475E-B118-B88DA0DC0153}" type="presParOf" srcId="{F3E5856A-71A8-433F-BD18-009775FAD6B0}" destId="{9E52FFB9-86BC-46BF-8A3B-58962B37BA80}" srcOrd="5" destOrd="0" presId="urn:microsoft.com/office/officeart/2005/8/layout/list1"/>
    <dgm:cxn modelId="{DD31A479-8210-4873-B235-81620E4B2940}" type="presParOf" srcId="{F3E5856A-71A8-433F-BD18-009775FAD6B0}" destId="{07609998-AD6E-4C04-AB8E-9C8C08DF1412}" srcOrd="6" destOrd="0" presId="urn:microsoft.com/office/officeart/2005/8/layout/list1"/>
    <dgm:cxn modelId="{5A68E994-7211-4D88-AE22-9CB8561E4E1E}" type="presParOf" srcId="{F3E5856A-71A8-433F-BD18-009775FAD6B0}" destId="{AF86C2C0-2154-4D4F-B70D-7BD5E48314EA}" srcOrd="7" destOrd="0" presId="urn:microsoft.com/office/officeart/2005/8/layout/list1"/>
    <dgm:cxn modelId="{75364FCC-515D-476B-820B-78145291EAC5}" type="presParOf" srcId="{F3E5856A-71A8-433F-BD18-009775FAD6B0}" destId="{C8768237-BACD-413C-BC9D-693FD17353B7}" srcOrd="8" destOrd="0" presId="urn:microsoft.com/office/officeart/2005/8/layout/list1"/>
    <dgm:cxn modelId="{0F642E9C-C95C-41C6-8CE8-AF0061BF4C0B}" type="presParOf" srcId="{C8768237-BACD-413C-BC9D-693FD17353B7}" destId="{6C9375EB-1362-4C90-82BE-1463F8B01EF7}" srcOrd="0" destOrd="0" presId="urn:microsoft.com/office/officeart/2005/8/layout/list1"/>
    <dgm:cxn modelId="{4475EEA6-A2D9-48F2-8EC9-CD546661D1E7}" type="presParOf" srcId="{C8768237-BACD-413C-BC9D-693FD17353B7}" destId="{B42ED4D9-BFC2-4F6F-952A-8036BC800156}" srcOrd="1" destOrd="0" presId="urn:microsoft.com/office/officeart/2005/8/layout/list1"/>
    <dgm:cxn modelId="{E6BD4AC3-33AF-4B87-A4BE-8B6AECDA2FFE}" type="presParOf" srcId="{F3E5856A-71A8-433F-BD18-009775FAD6B0}" destId="{8759C20D-5CD0-4B96-9E11-51B058A63A69}" srcOrd="9" destOrd="0" presId="urn:microsoft.com/office/officeart/2005/8/layout/list1"/>
    <dgm:cxn modelId="{02532D1D-3410-4C94-96E5-BC52D148F6C5}" type="presParOf" srcId="{F3E5856A-71A8-433F-BD18-009775FAD6B0}" destId="{48E1A891-623A-4260-9DCB-34178DCAEBA9}" srcOrd="10" destOrd="0" presId="urn:microsoft.com/office/officeart/2005/8/layout/list1"/>
    <dgm:cxn modelId="{367AC8C0-F47A-484C-BD02-643292E8A6B3}" type="presParOf" srcId="{F3E5856A-71A8-433F-BD18-009775FAD6B0}" destId="{519AE329-5CBA-46CA-AFB7-7D64BCCC1F1D}" srcOrd="11" destOrd="0" presId="urn:microsoft.com/office/officeart/2005/8/layout/list1"/>
    <dgm:cxn modelId="{DC730E1F-84F5-4486-AC4F-164070A432FA}" type="presParOf" srcId="{F3E5856A-71A8-433F-BD18-009775FAD6B0}" destId="{49588BEB-114C-4AE8-9D62-4F6551DCC895}" srcOrd="12" destOrd="0" presId="urn:microsoft.com/office/officeart/2005/8/layout/list1"/>
    <dgm:cxn modelId="{BBC82F29-EE6A-4B54-AA6C-CCEF6136CEAA}" type="presParOf" srcId="{49588BEB-114C-4AE8-9D62-4F6551DCC895}" destId="{C138CDC0-C07C-4ABD-AA91-5561C6E41AC8}" srcOrd="0" destOrd="0" presId="urn:microsoft.com/office/officeart/2005/8/layout/list1"/>
    <dgm:cxn modelId="{974D6BF0-1957-430A-9AD4-35D7DDDF92B8}" type="presParOf" srcId="{49588BEB-114C-4AE8-9D62-4F6551DCC895}" destId="{CE2846AB-3D62-479A-9596-CC76CB5B2371}" srcOrd="1" destOrd="0" presId="urn:microsoft.com/office/officeart/2005/8/layout/list1"/>
    <dgm:cxn modelId="{C0B4C6C2-C0FC-4578-AAB1-5CF1C1D7A808}" type="presParOf" srcId="{F3E5856A-71A8-433F-BD18-009775FAD6B0}" destId="{7DEC5F61-69AA-4E58-A60C-037E3EEDAEFD}" srcOrd="13" destOrd="0" presId="urn:microsoft.com/office/officeart/2005/8/layout/list1"/>
    <dgm:cxn modelId="{8908AE78-0D7B-450C-9367-98DF40158AED}" type="presParOf" srcId="{F3E5856A-71A8-433F-BD18-009775FAD6B0}" destId="{9EB2C82A-6F7E-4876-A769-4784B719315A}" srcOrd="14" destOrd="0" presId="urn:microsoft.com/office/officeart/2005/8/layout/list1"/>
    <dgm:cxn modelId="{FB5BF4C1-22BB-4012-B00D-AEBDC288E419}" type="presParOf" srcId="{F3E5856A-71A8-433F-BD18-009775FAD6B0}" destId="{F127C2F1-B393-4E64-B3C6-8C3AF8EC5E0A}" srcOrd="15" destOrd="0" presId="urn:microsoft.com/office/officeart/2005/8/layout/list1"/>
    <dgm:cxn modelId="{ADCBF66A-3062-4392-ACB5-BD0A424C4A6B}" type="presParOf" srcId="{F3E5856A-71A8-433F-BD18-009775FAD6B0}" destId="{7A1E5C3B-74EC-41AE-9EE1-DE4814A6C623}" srcOrd="16" destOrd="0" presId="urn:microsoft.com/office/officeart/2005/8/layout/list1"/>
    <dgm:cxn modelId="{77B622CA-C059-4028-BC51-FFF2FE55F3F0}" type="presParOf" srcId="{7A1E5C3B-74EC-41AE-9EE1-DE4814A6C623}" destId="{C78B9801-7086-4EDC-A06B-4E040D3CC63E}" srcOrd="0" destOrd="0" presId="urn:microsoft.com/office/officeart/2005/8/layout/list1"/>
    <dgm:cxn modelId="{97F7E82A-A112-4999-9A1D-D9F5197B79F4}" type="presParOf" srcId="{7A1E5C3B-74EC-41AE-9EE1-DE4814A6C623}" destId="{4CDAA565-17E7-4124-88F2-7527A9609A6C}" srcOrd="1" destOrd="0" presId="urn:microsoft.com/office/officeart/2005/8/layout/list1"/>
    <dgm:cxn modelId="{084FA3AA-0B8B-4B6A-8C02-E5610ED244B0}" type="presParOf" srcId="{F3E5856A-71A8-433F-BD18-009775FAD6B0}" destId="{1BCE4996-4E29-4693-9886-BEE24B588845}" srcOrd="17" destOrd="0" presId="urn:microsoft.com/office/officeart/2005/8/layout/list1"/>
    <dgm:cxn modelId="{72F4BE5B-7A43-48E1-B35D-B8BDA20C1930}" type="presParOf" srcId="{F3E5856A-71A8-433F-BD18-009775FAD6B0}" destId="{BB57A191-E44C-49E9-8608-1C89EA260EE1}" srcOrd="18" destOrd="0" presId="urn:microsoft.com/office/officeart/2005/8/layout/list1"/>
    <dgm:cxn modelId="{A379E5B5-2674-4492-8CA5-3DA377930226}" type="presParOf" srcId="{F3E5856A-71A8-433F-BD18-009775FAD6B0}" destId="{2C7DA1C9-6749-457A-AE6E-158482171FF4}" srcOrd="19" destOrd="0" presId="urn:microsoft.com/office/officeart/2005/8/layout/list1"/>
    <dgm:cxn modelId="{4EF97ACB-89FB-4836-BE98-F8554287B2A2}" type="presParOf" srcId="{F3E5856A-71A8-433F-BD18-009775FAD6B0}" destId="{96AA3065-62CB-46FE-AD3B-47AA2DBED518}" srcOrd="20" destOrd="0" presId="urn:microsoft.com/office/officeart/2005/8/layout/list1"/>
    <dgm:cxn modelId="{42192E7D-566E-4E6F-9209-BCEA746BB564}" type="presParOf" srcId="{96AA3065-62CB-46FE-AD3B-47AA2DBED518}" destId="{262ACE82-A9A5-4BEE-9FCA-EBF925CDA156}" srcOrd="0" destOrd="0" presId="urn:microsoft.com/office/officeart/2005/8/layout/list1"/>
    <dgm:cxn modelId="{00AECA0C-4700-412B-884E-1405C9E615E6}" type="presParOf" srcId="{96AA3065-62CB-46FE-AD3B-47AA2DBED518}" destId="{83299867-F2DA-45BB-8E1C-BB29C91C08E9}" srcOrd="1" destOrd="0" presId="urn:microsoft.com/office/officeart/2005/8/layout/list1"/>
    <dgm:cxn modelId="{246890AB-91A4-4260-BCF0-C561C1F9B84F}" type="presParOf" srcId="{F3E5856A-71A8-433F-BD18-009775FAD6B0}" destId="{7633BC0D-6D90-46B8-9C8F-8D752A8F0E92}" srcOrd="21" destOrd="0" presId="urn:microsoft.com/office/officeart/2005/8/layout/list1"/>
    <dgm:cxn modelId="{C4775A4C-0909-4733-84C0-79D6C7CCC8F9}" type="presParOf" srcId="{F3E5856A-71A8-433F-BD18-009775FAD6B0}" destId="{5205E612-31DF-4CC0-95CC-11A34554290C}"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089EF0-13A4-4A26-B701-7708ADDE3D3D}">
      <dsp:nvSpPr>
        <dsp:cNvPr id="0" name=""/>
        <dsp:cNvSpPr/>
      </dsp:nvSpPr>
      <dsp:spPr>
        <a:xfrm>
          <a:off x="0" y="317291"/>
          <a:ext cx="8424936" cy="5292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4988D4-6A1E-494E-9412-988884387F8D}">
      <dsp:nvSpPr>
        <dsp:cNvPr id="0" name=""/>
        <dsp:cNvSpPr/>
      </dsp:nvSpPr>
      <dsp:spPr>
        <a:xfrm>
          <a:off x="421246" y="7331"/>
          <a:ext cx="5897455" cy="6199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dirty="0">
              <a:solidFill>
                <a:schemeClr val="tx1"/>
              </a:solidFill>
            </a:rPr>
            <a:t>קשר שלילי בין לכידות לבין רמות חרדה ותחלופה</a:t>
          </a:r>
        </a:p>
      </dsp:txBody>
      <dsp:txXfrm>
        <a:off x="451508" y="37593"/>
        <a:ext cx="5836931" cy="559396"/>
      </dsp:txXfrm>
    </dsp:sp>
    <dsp:sp modelId="{07609998-AD6E-4C04-AB8E-9C8C08DF1412}">
      <dsp:nvSpPr>
        <dsp:cNvPr id="0" name=""/>
        <dsp:cNvSpPr/>
      </dsp:nvSpPr>
      <dsp:spPr>
        <a:xfrm>
          <a:off x="0" y="1269852"/>
          <a:ext cx="8424936" cy="529200"/>
        </a:xfrm>
        <a:prstGeom prst="rect">
          <a:avLst/>
        </a:prstGeom>
        <a:solidFill>
          <a:schemeClr val="lt1">
            <a:alpha val="90000"/>
            <a:hueOff val="0"/>
            <a:satOff val="0"/>
            <a:lumOff val="0"/>
            <a:alphaOff val="0"/>
          </a:schemeClr>
        </a:solidFill>
        <a:ln w="12700" cap="flat" cmpd="sng" algn="ctr">
          <a:solidFill>
            <a:schemeClr val="accent4">
              <a:hueOff val="2079139"/>
              <a:satOff val="-9594"/>
              <a:lumOff val="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F3FAB4-22E7-437A-95E1-EB987F9C72AE}">
      <dsp:nvSpPr>
        <dsp:cNvPr id="0" name=""/>
        <dsp:cNvSpPr/>
      </dsp:nvSpPr>
      <dsp:spPr>
        <a:xfrm>
          <a:off x="421246" y="959892"/>
          <a:ext cx="5897455" cy="619920"/>
        </a:xfrm>
        <a:prstGeom prst="roundRect">
          <a:avLst/>
        </a:prstGeom>
        <a:solidFill>
          <a:schemeClr val="accent4">
            <a:hueOff val="2079139"/>
            <a:satOff val="-9594"/>
            <a:lumOff val="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dirty="0">
              <a:solidFill>
                <a:schemeClr val="tx1"/>
              </a:solidFill>
            </a:rPr>
            <a:t>קשר חיובי לפריון יציב</a:t>
          </a:r>
        </a:p>
      </dsp:txBody>
      <dsp:txXfrm>
        <a:off x="451508" y="990154"/>
        <a:ext cx="5836931" cy="559396"/>
      </dsp:txXfrm>
    </dsp:sp>
    <dsp:sp modelId="{48E1A891-623A-4260-9DCB-34178DCAEBA9}">
      <dsp:nvSpPr>
        <dsp:cNvPr id="0" name=""/>
        <dsp:cNvSpPr/>
      </dsp:nvSpPr>
      <dsp:spPr>
        <a:xfrm>
          <a:off x="0" y="2222412"/>
          <a:ext cx="8424936" cy="529200"/>
        </a:xfrm>
        <a:prstGeom prst="rect">
          <a:avLst/>
        </a:prstGeom>
        <a:solidFill>
          <a:schemeClr val="lt1">
            <a:alpha val="90000"/>
            <a:hueOff val="0"/>
            <a:satOff val="0"/>
            <a:lumOff val="0"/>
            <a:alphaOff val="0"/>
          </a:schemeClr>
        </a:solidFill>
        <a:ln w="12700" cap="flat" cmpd="sng" algn="ctr">
          <a:solidFill>
            <a:schemeClr val="accent4">
              <a:hueOff val="4158277"/>
              <a:satOff val="-19187"/>
              <a:lumOff val="7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2ED4D9-BFC2-4F6F-952A-8036BC800156}">
      <dsp:nvSpPr>
        <dsp:cNvPr id="0" name=""/>
        <dsp:cNvSpPr/>
      </dsp:nvSpPr>
      <dsp:spPr>
        <a:xfrm>
          <a:off x="421246" y="1912452"/>
          <a:ext cx="5897455" cy="619920"/>
        </a:xfrm>
        <a:prstGeom prst="roundRect">
          <a:avLst/>
        </a:prstGeom>
        <a:solidFill>
          <a:schemeClr val="accent4">
            <a:hueOff val="4158277"/>
            <a:satOff val="-19187"/>
            <a:lumOff val="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dirty="0">
              <a:solidFill>
                <a:schemeClr val="tx1"/>
              </a:solidFill>
            </a:rPr>
            <a:t>אין קשר בין לכידות למאפייני גיל והשכלה</a:t>
          </a:r>
        </a:p>
      </dsp:txBody>
      <dsp:txXfrm>
        <a:off x="451508" y="1942714"/>
        <a:ext cx="5836931" cy="559396"/>
      </dsp:txXfrm>
    </dsp:sp>
    <dsp:sp modelId="{9EB2C82A-6F7E-4876-A769-4784B719315A}">
      <dsp:nvSpPr>
        <dsp:cNvPr id="0" name=""/>
        <dsp:cNvSpPr/>
      </dsp:nvSpPr>
      <dsp:spPr>
        <a:xfrm>
          <a:off x="0" y="3174972"/>
          <a:ext cx="8424936" cy="529200"/>
        </a:xfrm>
        <a:prstGeom prst="rect">
          <a:avLst/>
        </a:prstGeom>
        <a:solidFill>
          <a:schemeClr val="lt1">
            <a:alpha val="90000"/>
            <a:hueOff val="0"/>
            <a:satOff val="0"/>
            <a:lumOff val="0"/>
            <a:alphaOff val="0"/>
          </a:schemeClr>
        </a:solidFill>
        <a:ln w="12700" cap="flat" cmpd="sng" algn="ctr">
          <a:solidFill>
            <a:schemeClr val="accent4">
              <a:hueOff val="6237415"/>
              <a:satOff val="-28781"/>
              <a:lumOff val="1059"/>
              <a:alphaOff val="0"/>
            </a:schemeClr>
          </a:solidFill>
          <a:prstDash val="solid"/>
          <a:miter lim="800000"/>
        </a:ln>
        <a:effectLst/>
      </dsp:spPr>
      <dsp:style>
        <a:lnRef idx="2">
          <a:scrgbClr r="0" g="0" b="0"/>
        </a:lnRef>
        <a:fillRef idx="1">
          <a:scrgbClr r="0" g="0" b="0"/>
        </a:fillRef>
        <a:effectRef idx="0">
          <a:scrgbClr r="0" g="0" b="0"/>
        </a:effectRef>
        <a:fontRef idx="minor"/>
      </dsp:style>
    </dsp:sp>
    <dsp:sp modelId="{CE2846AB-3D62-479A-9596-CC76CB5B2371}">
      <dsp:nvSpPr>
        <dsp:cNvPr id="0" name=""/>
        <dsp:cNvSpPr/>
      </dsp:nvSpPr>
      <dsp:spPr>
        <a:xfrm>
          <a:off x="421246" y="2865012"/>
          <a:ext cx="5897455" cy="619920"/>
        </a:xfrm>
        <a:prstGeom prst="roundRect">
          <a:avLst/>
        </a:prstGeom>
        <a:solidFill>
          <a:schemeClr val="accent4">
            <a:hueOff val="6237415"/>
            <a:satOff val="-28781"/>
            <a:lumOff val="1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dirty="0">
              <a:solidFill>
                <a:schemeClr val="tx1"/>
              </a:solidFill>
            </a:rPr>
            <a:t>קשר חיובי בין לכידות ליוקרת העיסוק</a:t>
          </a:r>
        </a:p>
      </dsp:txBody>
      <dsp:txXfrm>
        <a:off x="451508" y="2895274"/>
        <a:ext cx="5836931" cy="559396"/>
      </dsp:txXfrm>
    </dsp:sp>
    <dsp:sp modelId="{BB57A191-E44C-49E9-8608-1C89EA260EE1}">
      <dsp:nvSpPr>
        <dsp:cNvPr id="0" name=""/>
        <dsp:cNvSpPr/>
      </dsp:nvSpPr>
      <dsp:spPr>
        <a:xfrm>
          <a:off x="0" y="4127532"/>
          <a:ext cx="8424936" cy="529200"/>
        </a:xfrm>
        <a:prstGeom prst="rect">
          <a:avLst/>
        </a:prstGeom>
        <a:solidFill>
          <a:schemeClr val="lt1">
            <a:alpha val="90000"/>
            <a:hueOff val="0"/>
            <a:satOff val="0"/>
            <a:lumOff val="0"/>
            <a:alphaOff val="0"/>
          </a:schemeClr>
        </a:solidFill>
        <a:ln w="12700" cap="flat" cmpd="sng" algn="ctr">
          <a:solidFill>
            <a:schemeClr val="accent4">
              <a:hueOff val="8316554"/>
              <a:satOff val="-38374"/>
              <a:lumOff val="1412"/>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DAA565-17E7-4124-88F2-7527A9609A6C}">
      <dsp:nvSpPr>
        <dsp:cNvPr id="0" name=""/>
        <dsp:cNvSpPr/>
      </dsp:nvSpPr>
      <dsp:spPr>
        <a:xfrm>
          <a:off x="421246" y="3817572"/>
          <a:ext cx="5897455" cy="619920"/>
        </a:xfrm>
        <a:prstGeom prst="roundRect">
          <a:avLst/>
        </a:prstGeom>
        <a:solidFill>
          <a:schemeClr val="accent4">
            <a:hueOff val="8316554"/>
            <a:satOff val="-38374"/>
            <a:lumOff val="1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a:solidFill>
                <a:schemeClr val="tx1"/>
              </a:solidFill>
            </a:rPr>
            <a:t>קשר חיובי </a:t>
          </a:r>
          <a:r>
            <a:rPr lang="he-IL" sz="2100" b="1" kern="1200" dirty="0">
              <a:solidFill>
                <a:schemeClr val="tx1"/>
              </a:solidFill>
            </a:rPr>
            <a:t>בין לכידות לשביעות רצון בעבודה</a:t>
          </a:r>
        </a:p>
      </dsp:txBody>
      <dsp:txXfrm>
        <a:off x="451508" y="3847834"/>
        <a:ext cx="5836931" cy="559396"/>
      </dsp:txXfrm>
    </dsp:sp>
    <dsp:sp modelId="{5205E612-31DF-4CC0-95CC-11A34554290C}">
      <dsp:nvSpPr>
        <dsp:cNvPr id="0" name=""/>
        <dsp:cNvSpPr/>
      </dsp:nvSpPr>
      <dsp:spPr>
        <a:xfrm>
          <a:off x="0" y="5080092"/>
          <a:ext cx="8424936" cy="529200"/>
        </a:xfrm>
        <a:prstGeom prst="rect">
          <a:avLst/>
        </a:prstGeom>
        <a:solidFill>
          <a:schemeClr val="lt1">
            <a:alpha val="90000"/>
            <a:hueOff val="0"/>
            <a:satOff val="0"/>
            <a:lumOff val="0"/>
            <a:alphaOff val="0"/>
          </a:schemeClr>
        </a:solidFill>
        <a:ln w="12700" cap="flat" cmpd="sng" algn="ctr">
          <a:solidFill>
            <a:schemeClr val="accent4">
              <a:hueOff val="10395692"/>
              <a:satOff val="-47968"/>
              <a:lumOff val="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83299867-F2DA-45BB-8E1C-BB29C91C08E9}">
      <dsp:nvSpPr>
        <dsp:cNvPr id="0" name=""/>
        <dsp:cNvSpPr/>
      </dsp:nvSpPr>
      <dsp:spPr>
        <a:xfrm>
          <a:off x="430775" y="4824536"/>
          <a:ext cx="5897455" cy="619920"/>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2910" tIns="0" rIns="222910" bIns="0" numCol="1" spcCol="1270" anchor="ctr" anchorCtr="0">
          <a:noAutofit/>
        </a:bodyPr>
        <a:lstStyle/>
        <a:p>
          <a:pPr marL="0" lvl="0" indent="0" algn="r" defTabSz="933450" rtl="1">
            <a:lnSpc>
              <a:spcPct val="90000"/>
            </a:lnSpc>
            <a:spcBef>
              <a:spcPct val="0"/>
            </a:spcBef>
            <a:spcAft>
              <a:spcPct val="35000"/>
            </a:spcAft>
            <a:buNone/>
          </a:pPr>
          <a:r>
            <a:rPr lang="he-IL" sz="2100" b="1" kern="1200" dirty="0">
              <a:solidFill>
                <a:schemeClr val="tx1"/>
              </a:solidFill>
            </a:rPr>
            <a:t>נורמות בצוע ממתנות את הקשר בין לכידות לבין בצוע</a:t>
          </a:r>
        </a:p>
      </dsp:txBody>
      <dsp:txXfrm>
        <a:off x="461037" y="4854798"/>
        <a:ext cx="5836931"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4148A98A-7BAF-4B86-9E37-75BC68DD80A4}"/>
              </a:ext>
            </a:extLst>
          </p:cNvPr>
          <p:cNvSpPr>
            <a:spLocks noGrp="1" noChangeArrowheads="1"/>
          </p:cNvSpPr>
          <p:nvPr>
            <p:ph type="hdr" sz="quarter"/>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121859" name="Rectangle 3">
            <a:extLst>
              <a:ext uri="{FF2B5EF4-FFF2-40B4-BE49-F238E27FC236}">
                <a16:creationId xmlns:a16="http://schemas.microsoft.com/office/drawing/2014/main" id="{60063CD8-D17B-4BBF-8323-F887E74B0D1C}"/>
              </a:ext>
            </a:extLst>
          </p:cNvPr>
          <p:cNvSpPr>
            <a:spLocks noGrp="1" noChangeArrowheads="1"/>
          </p:cNvSpPr>
          <p:nvPr>
            <p:ph type="dt" sz="quarter" idx="1"/>
          </p:nvPr>
        </p:nvSpPr>
        <p:spPr bwMode="auto">
          <a:xfrm>
            <a:off x="1588"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121860" name="Rectangle 4">
            <a:extLst>
              <a:ext uri="{FF2B5EF4-FFF2-40B4-BE49-F238E27FC236}">
                <a16:creationId xmlns:a16="http://schemas.microsoft.com/office/drawing/2014/main" id="{70540108-A6F0-41ED-94E2-9AD7721A98E9}"/>
              </a:ext>
            </a:extLst>
          </p:cNvPr>
          <p:cNvSpPr>
            <a:spLocks noGrp="1" noChangeArrowheads="1"/>
          </p:cNvSpPr>
          <p:nvPr>
            <p:ph type="ftr" sz="quarter" idx="2"/>
          </p:nvPr>
        </p:nvSpPr>
        <p:spPr bwMode="auto">
          <a:xfrm>
            <a:off x="388620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121861" name="Rectangle 5">
            <a:extLst>
              <a:ext uri="{FF2B5EF4-FFF2-40B4-BE49-F238E27FC236}">
                <a16:creationId xmlns:a16="http://schemas.microsoft.com/office/drawing/2014/main" id="{87D496C5-2E63-4742-B6D4-430260787C9E}"/>
              </a:ext>
            </a:extLst>
          </p:cNvPr>
          <p:cNvSpPr>
            <a:spLocks noGrp="1" noChangeArrowheads="1"/>
          </p:cNvSpPr>
          <p:nvPr>
            <p:ph type="sldNum" sz="quarter" idx="3"/>
          </p:nvPr>
        </p:nvSpPr>
        <p:spPr bwMode="auto">
          <a:xfrm>
            <a:off x="1588"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solidFill>
                  <a:schemeClr val="tx1"/>
                </a:solidFill>
                <a:latin typeface="Times New Roman" panose="02020603050405020304" pitchFamily="18" charset="0"/>
                <a:cs typeface="Times New Roman" panose="02020603050405020304" pitchFamily="18" charset="0"/>
              </a:defRPr>
            </a:lvl1pPr>
          </a:lstStyle>
          <a:p>
            <a:fld id="{1059DF2C-E897-47C6-8F4C-7E352316B73F}" type="slidenum">
              <a:rPr lang="he-IL"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F6861FC-AC4B-4E0C-A82B-62AC364955F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28675" name="Rectangle 3">
            <a:extLst>
              <a:ext uri="{FF2B5EF4-FFF2-40B4-BE49-F238E27FC236}">
                <a16:creationId xmlns:a16="http://schemas.microsoft.com/office/drawing/2014/main" id="{E727F8CD-42A2-4634-9AC6-82AAFEF82CBE}"/>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112644" name="Rectangle 4">
            <a:extLst>
              <a:ext uri="{FF2B5EF4-FFF2-40B4-BE49-F238E27FC236}">
                <a16:creationId xmlns:a16="http://schemas.microsoft.com/office/drawing/2014/main" id="{496E78F9-11E9-4463-891B-F01A1B4E37F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Rectangle 5">
            <a:extLst>
              <a:ext uri="{FF2B5EF4-FFF2-40B4-BE49-F238E27FC236}">
                <a16:creationId xmlns:a16="http://schemas.microsoft.com/office/drawing/2014/main" id="{052C4D4C-56F7-4BFE-995E-904B8D2EA232}"/>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6">
            <a:extLst>
              <a:ext uri="{FF2B5EF4-FFF2-40B4-BE49-F238E27FC236}">
                <a16:creationId xmlns:a16="http://schemas.microsoft.com/office/drawing/2014/main" id="{14940184-005D-4DF2-AFFB-A05DC46AE00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hangingPunct="1">
              <a:spcBef>
                <a:spcPct val="0"/>
              </a:spcBef>
              <a:defRPr sz="1200" b="0">
                <a:solidFill>
                  <a:schemeClr val="tx1"/>
                </a:solidFill>
                <a:latin typeface="Times New Roman" pitchFamily="18" charset="0"/>
                <a:cs typeface="Arial" pitchFamily="34" charset="0"/>
              </a:defRPr>
            </a:lvl1pPr>
          </a:lstStyle>
          <a:p>
            <a:pPr>
              <a:defRPr/>
            </a:pPr>
            <a:endParaRPr lang="en-US"/>
          </a:p>
        </p:txBody>
      </p:sp>
      <p:sp>
        <p:nvSpPr>
          <p:cNvPr id="28679" name="Rectangle 7">
            <a:extLst>
              <a:ext uri="{FF2B5EF4-FFF2-40B4-BE49-F238E27FC236}">
                <a16:creationId xmlns:a16="http://schemas.microsoft.com/office/drawing/2014/main" id="{7B1AE189-D896-4176-9870-098DE04F4F70}"/>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Times New Roman" panose="02020603050405020304" pitchFamily="18" charset="0"/>
                <a:cs typeface="Times New Roman" panose="02020603050405020304" pitchFamily="18" charset="0"/>
              </a:defRPr>
            </a:lvl1pPr>
          </a:lstStyle>
          <a:p>
            <a:fld id="{2C224CC5-6462-47D6-97FF-3CCDB87BFB32}" type="slidenum">
              <a:rPr lang="he-IL"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EA7C3119-AF60-4E18-8FCC-1DEF25F9D5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E8C6BAE-AF81-43FB-87F3-7EDA07617FA5}" type="slidenum">
              <a:rPr kumimoji="0" lang="he-IL"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2467" name="Rectangle 2">
            <a:extLst>
              <a:ext uri="{FF2B5EF4-FFF2-40B4-BE49-F238E27FC236}">
                <a16:creationId xmlns:a16="http://schemas.microsoft.com/office/drawing/2014/main" id="{6B8EF0F9-EB5C-4015-B15E-37C9C32EB23E}"/>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7CB60E09-BE5D-4F9E-B825-09A0759780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r" eaLnBrk="1" hangingPunct="1">
              <a:lnSpc>
                <a:spcPct val="80000"/>
              </a:lnSpc>
            </a:pPr>
            <a:endParaRPr lang="en-US" altLang="en-US" sz="900" b="1">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מציין מיקום של תמונת שקופית 1">
            <a:extLst>
              <a:ext uri="{FF2B5EF4-FFF2-40B4-BE49-F238E27FC236}">
                <a16:creationId xmlns:a16="http://schemas.microsoft.com/office/drawing/2014/main" id="{4DD223F1-02E7-40C4-9F6F-493E79AE81A9}"/>
              </a:ext>
            </a:extLst>
          </p:cNvPr>
          <p:cNvSpPr>
            <a:spLocks noGrp="1" noRot="1" noChangeAspect="1" noTextEdit="1"/>
          </p:cNvSpPr>
          <p:nvPr>
            <p:ph type="sldImg"/>
          </p:nvPr>
        </p:nvSpPr>
        <p:spPr>
          <a:ln/>
        </p:spPr>
      </p:sp>
      <p:sp>
        <p:nvSpPr>
          <p:cNvPr id="119811" name="מציין מיקום של הערות 2">
            <a:extLst>
              <a:ext uri="{FF2B5EF4-FFF2-40B4-BE49-F238E27FC236}">
                <a16:creationId xmlns:a16="http://schemas.microsoft.com/office/drawing/2014/main" id="{F3CF546E-EE64-4C35-B569-F52EBED09B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a:p>
        </p:txBody>
      </p:sp>
      <p:sp>
        <p:nvSpPr>
          <p:cNvPr id="119812" name="מציין מיקום של מספר שקופית 3">
            <a:extLst>
              <a:ext uri="{FF2B5EF4-FFF2-40B4-BE49-F238E27FC236}">
                <a16:creationId xmlns:a16="http://schemas.microsoft.com/office/drawing/2014/main" id="{2A9AC8B4-E9BD-4654-87E1-7DCADC88F12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fld id="{56832D42-BF47-43B1-A3E9-85EE12A66953}" type="slidenum">
              <a:rPr lang="he-IL" altLang="he-IL" sz="1200" b="0">
                <a:solidFill>
                  <a:srgbClr val="000000"/>
                </a:solidFill>
                <a:latin typeface="Times New Roman" panose="02020603050405020304" pitchFamily="18" charset="0"/>
                <a:cs typeface="Times New Roman" panose="02020603050405020304" pitchFamily="18" charset="0"/>
              </a:rPr>
              <a:pPr/>
              <a:t>3</a:t>
            </a:fld>
            <a:endParaRPr lang="he-IL" altLang="he-IL" sz="1200" b="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מציין מיקום של תמונת שקופית 1">
            <a:extLst>
              <a:ext uri="{FF2B5EF4-FFF2-40B4-BE49-F238E27FC236}">
                <a16:creationId xmlns:a16="http://schemas.microsoft.com/office/drawing/2014/main" id="{68488DE0-D9AF-46E7-9B56-84632324032A}"/>
              </a:ext>
            </a:extLst>
          </p:cNvPr>
          <p:cNvSpPr>
            <a:spLocks noGrp="1" noRot="1" noChangeAspect="1" noTextEdit="1"/>
          </p:cNvSpPr>
          <p:nvPr>
            <p:ph type="sldImg"/>
          </p:nvPr>
        </p:nvSpPr>
        <p:spPr>
          <a:ln/>
        </p:spPr>
      </p:sp>
      <p:sp>
        <p:nvSpPr>
          <p:cNvPr id="121859" name="מציין מיקום של הערות 2">
            <a:extLst>
              <a:ext uri="{FF2B5EF4-FFF2-40B4-BE49-F238E27FC236}">
                <a16:creationId xmlns:a16="http://schemas.microsoft.com/office/drawing/2014/main" id="{0253BD4F-CC84-408E-8672-A7C3E5B827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he-IL" altLang="en-US"/>
          </a:p>
        </p:txBody>
      </p:sp>
      <p:sp>
        <p:nvSpPr>
          <p:cNvPr id="121860" name="מציין מיקום של מספר שקופית 3">
            <a:extLst>
              <a:ext uri="{FF2B5EF4-FFF2-40B4-BE49-F238E27FC236}">
                <a16:creationId xmlns:a16="http://schemas.microsoft.com/office/drawing/2014/main" id="{56917B2C-2EBB-4173-9206-13A53EAFF7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fld id="{BACE93E3-8A6D-486A-81E0-E790CF27A29D}" type="slidenum">
              <a:rPr lang="he-IL" altLang="en-US" sz="1200" b="0">
                <a:solidFill>
                  <a:srgbClr val="000000"/>
                </a:solidFill>
                <a:latin typeface="Times New Roman" panose="02020603050405020304" pitchFamily="18" charset="0"/>
                <a:cs typeface="Times New Roman" panose="02020603050405020304" pitchFamily="18" charset="0"/>
              </a:rPr>
              <a:pPr/>
              <a:t>4</a:t>
            </a:fld>
            <a:endParaRPr lang="he-IL" altLang="en-US" sz="1200" b="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224CC5-6462-47D6-97FF-3CCDB87BFB32}" type="slidenum">
              <a:rPr lang="he-IL" altLang="en-US" smtClean="0"/>
              <a:pPr/>
              <a:t>10</a:t>
            </a:fld>
            <a:endParaRPr lang="en-US" altLang="en-US"/>
          </a:p>
        </p:txBody>
      </p:sp>
    </p:spTree>
    <p:extLst>
      <p:ext uri="{BB962C8B-B14F-4D97-AF65-F5344CB8AC3E}">
        <p14:creationId xmlns:p14="http://schemas.microsoft.com/office/powerpoint/2010/main" val="3633299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he-IL" altLang="en-US" dirty="0"/>
              <a:t> השפעה נורמטיבית - תיאוריית ההשוואה החברתית</a:t>
            </a:r>
            <a:br>
              <a:rPr lang="he-IL" altLang="en-US" dirty="0"/>
            </a:br>
            <a:r>
              <a:rPr lang="he-IL" altLang="en-US" dirty="0"/>
              <a:t>אם הדיון מתחיל באיזושהי נורמה שקיימת בקבוצה אז רוב הטיעונים יהיו בעד הנורמה, אבל אז תתרחש השוואה חברתית וכל אחד מהנוכחים יבדוק את עצמו מול הנורמה הקבוצתית ...נוכח ההשוואה החברתית מרבית מהנוכחים ירצו להרגיש שהעמדות שלהם הולמות את הנורמה ומתאימות לה, וזה עשוי להביא להקצנה, לא בגלל המידע שנמסר אלא </a:t>
            </a:r>
            <a:r>
              <a:rPr lang="he-IL" altLang="en-US" u="sng" dirty="0"/>
              <a:t>בגלל שהחברים רוצים להרגיש שהעמדות שלהם מתאימות לנורמה</a:t>
            </a:r>
            <a:r>
              <a:rPr lang="he-IL" altLang="en-US" dirty="0"/>
              <a:t>. אין פה שכנוע אלא תהליך של השפעה חברתית. זוהי השפעה נורמטיבית. אנשים יקצינו את הדעות שלהם כדי להישמע יותר צודקים ביחס לנורמה (לתת תמיכה נוספת לנורמה הזו)</a:t>
            </a:r>
          </a:p>
          <a:p>
            <a:endParaRPr lang="en-US" dirty="0"/>
          </a:p>
        </p:txBody>
      </p:sp>
      <p:sp>
        <p:nvSpPr>
          <p:cNvPr id="4" name="Slide Number Placeholder 3"/>
          <p:cNvSpPr>
            <a:spLocks noGrp="1"/>
          </p:cNvSpPr>
          <p:nvPr>
            <p:ph type="sldNum" sz="quarter" idx="5"/>
          </p:nvPr>
        </p:nvSpPr>
        <p:spPr/>
        <p:txBody>
          <a:bodyPr/>
          <a:lstStyle/>
          <a:p>
            <a:fld id="{2C224CC5-6462-47D6-97FF-3CCDB87BFB32}" type="slidenum">
              <a:rPr lang="he-IL" altLang="en-US" smtClean="0"/>
              <a:pPr/>
              <a:t>11</a:t>
            </a:fld>
            <a:endParaRPr lang="en-US" altLang="en-US"/>
          </a:p>
        </p:txBody>
      </p:sp>
    </p:spTree>
    <p:extLst>
      <p:ext uri="{BB962C8B-B14F-4D97-AF65-F5344CB8AC3E}">
        <p14:creationId xmlns:p14="http://schemas.microsoft.com/office/powerpoint/2010/main" val="2486889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224CC5-6462-47D6-97FF-3CCDB87BFB32}" type="slidenum">
              <a:rPr lang="he-IL" altLang="en-US" smtClean="0"/>
              <a:pPr/>
              <a:t>12</a:t>
            </a:fld>
            <a:endParaRPr lang="en-US" altLang="en-US"/>
          </a:p>
        </p:txBody>
      </p:sp>
    </p:spTree>
    <p:extLst>
      <p:ext uri="{BB962C8B-B14F-4D97-AF65-F5344CB8AC3E}">
        <p14:creationId xmlns:p14="http://schemas.microsoft.com/office/powerpoint/2010/main" val="2979132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C224CC5-6462-47D6-97FF-3CCDB87BFB32}" type="slidenum">
              <a:rPr lang="he-IL" altLang="en-US" smtClean="0"/>
              <a:pPr/>
              <a:t>14</a:t>
            </a:fld>
            <a:endParaRPr lang="en-US" altLang="en-US"/>
          </a:p>
        </p:txBody>
      </p:sp>
    </p:spTree>
    <p:extLst>
      <p:ext uri="{BB962C8B-B14F-4D97-AF65-F5344CB8AC3E}">
        <p14:creationId xmlns:p14="http://schemas.microsoft.com/office/powerpoint/2010/main" val="4857968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pic>
        <p:nvPicPr>
          <p:cNvPr id="4" name="Picture 2" descr="image_home">
            <a:extLst>
              <a:ext uri="{FF2B5EF4-FFF2-40B4-BE49-F238E27FC236}">
                <a16:creationId xmlns:a16="http://schemas.microsoft.com/office/drawing/2014/main" id="{2F82DEC9-8E54-4100-883F-55B8153E0B3B}"/>
              </a:ext>
            </a:extLst>
          </p:cNvPr>
          <p:cNvPicPr>
            <a:picLocks noChangeAspect="1" noChangeArrowheads="1"/>
          </p:cNvPicPr>
          <p:nvPr/>
        </p:nvPicPr>
        <p:blipFill>
          <a:blip r:embed="rId2">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20BF3307-DF49-4BCC-8862-670A3D2E2C9B}"/>
              </a:ext>
            </a:extLst>
          </p:cNvPr>
          <p:cNvSpPr>
            <a:spLocks noChangeArrowheads="1"/>
          </p:cNvSpPr>
          <p:nvPr/>
        </p:nvSpPr>
        <p:spPr bwMode="auto">
          <a:xfrm>
            <a:off x="250825" y="188913"/>
            <a:ext cx="8642350" cy="6335712"/>
          </a:xfrm>
          <a:prstGeom prst="rect">
            <a:avLst/>
          </a:prstGeom>
          <a:solidFill>
            <a:schemeClr val="bg1">
              <a:alpha val="65881"/>
            </a:scheme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lvl1pPr eaLnBrk="0" hangingPunct="0">
              <a:defRPr sz="4000" b="1">
                <a:solidFill>
                  <a:srgbClr val="FFFF00"/>
                </a:solidFill>
                <a:latin typeface="Arial" charset="0"/>
                <a:cs typeface="Arial" charset="0"/>
              </a:defRPr>
            </a:lvl1pPr>
            <a:lvl2pPr marL="742950" indent="-285750" eaLnBrk="0" hangingPunct="0">
              <a:defRPr sz="4000" b="1">
                <a:solidFill>
                  <a:srgbClr val="FFFF00"/>
                </a:solidFill>
                <a:latin typeface="Arial" charset="0"/>
                <a:cs typeface="Arial" charset="0"/>
              </a:defRPr>
            </a:lvl2pPr>
            <a:lvl3pPr marL="1143000" indent="-228600" eaLnBrk="0" hangingPunct="0">
              <a:defRPr sz="4000" b="1">
                <a:solidFill>
                  <a:srgbClr val="FFFF00"/>
                </a:solidFill>
                <a:latin typeface="Arial" charset="0"/>
                <a:cs typeface="Arial" charset="0"/>
              </a:defRPr>
            </a:lvl3pPr>
            <a:lvl4pPr marL="1600200" indent="-228600" eaLnBrk="0" hangingPunct="0">
              <a:defRPr sz="4000" b="1">
                <a:solidFill>
                  <a:srgbClr val="FFFF00"/>
                </a:solidFill>
                <a:latin typeface="Arial" charset="0"/>
                <a:cs typeface="Arial" charset="0"/>
              </a:defRPr>
            </a:lvl4pPr>
            <a:lvl5pPr marL="2057400" indent="-228600" eaLnBrk="0" hangingPunct="0">
              <a:defRPr sz="4000" b="1">
                <a:solidFill>
                  <a:srgbClr val="FFFF00"/>
                </a:solidFill>
                <a:latin typeface="Arial" charset="0"/>
                <a:cs typeface="Arial" charset="0"/>
              </a:defRPr>
            </a:lvl5pPr>
            <a:lvl6pPr marL="2514600" indent="-228600" algn="ctr" rtl="1" eaLnBrk="0" fontAlgn="base" hangingPunct="0">
              <a:spcBef>
                <a:spcPct val="50000"/>
              </a:spcBef>
              <a:spcAft>
                <a:spcPct val="0"/>
              </a:spcAft>
              <a:defRPr sz="4000" b="1">
                <a:solidFill>
                  <a:srgbClr val="FFFF00"/>
                </a:solidFill>
                <a:latin typeface="Arial" charset="0"/>
                <a:cs typeface="Arial" charset="0"/>
              </a:defRPr>
            </a:lvl6pPr>
            <a:lvl7pPr marL="2971800" indent="-228600" algn="ctr" rtl="1" eaLnBrk="0" fontAlgn="base" hangingPunct="0">
              <a:spcBef>
                <a:spcPct val="50000"/>
              </a:spcBef>
              <a:spcAft>
                <a:spcPct val="0"/>
              </a:spcAft>
              <a:defRPr sz="4000" b="1">
                <a:solidFill>
                  <a:srgbClr val="FFFF00"/>
                </a:solidFill>
                <a:latin typeface="Arial" charset="0"/>
                <a:cs typeface="Arial" charset="0"/>
              </a:defRPr>
            </a:lvl7pPr>
            <a:lvl8pPr marL="3429000" indent="-228600" algn="ctr" rtl="1" eaLnBrk="0" fontAlgn="base" hangingPunct="0">
              <a:spcBef>
                <a:spcPct val="50000"/>
              </a:spcBef>
              <a:spcAft>
                <a:spcPct val="0"/>
              </a:spcAft>
              <a:defRPr sz="4000" b="1">
                <a:solidFill>
                  <a:srgbClr val="FFFF00"/>
                </a:solidFill>
                <a:latin typeface="Arial" charset="0"/>
                <a:cs typeface="Arial" charset="0"/>
              </a:defRPr>
            </a:lvl8pPr>
            <a:lvl9pPr marL="3886200" indent="-228600" algn="ctr" rtl="1" eaLnBrk="0" fontAlgn="base" hangingPunct="0">
              <a:spcBef>
                <a:spcPct val="50000"/>
              </a:spcBef>
              <a:spcAft>
                <a:spcPct val="0"/>
              </a:spcAft>
              <a:defRPr sz="4000" b="1">
                <a:solidFill>
                  <a:srgbClr val="FFFF00"/>
                </a:solidFill>
                <a:latin typeface="Arial" charset="0"/>
                <a:cs typeface="Arial" charset="0"/>
              </a:defRPr>
            </a:lvl9pPr>
          </a:lstStyle>
          <a:p>
            <a:pPr algn="ctr" rtl="1" eaLnBrk="1" hangingPunct="1">
              <a:spcBef>
                <a:spcPct val="50000"/>
              </a:spcBef>
              <a:defRPr/>
            </a:pPr>
            <a:endParaRPr lang="he-IL" altLang="en-US"/>
          </a:p>
        </p:txBody>
      </p:sp>
      <p:pic>
        <p:nvPicPr>
          <p:cNvPr id="6" name="Picture 9" descr="MCj04325580000[1]">
            <a:hlinkClick r:id="" action="ppaction://hlinkshowjump?jump=endshow"/>
            <a:extLst>
              <a:ext uri="{FF2B5EF4-FFF2-40B4-BE49-F238E27FC236}">
                <a16:creationId xmlns:a16="http://schemas.microsoft.com/office/drawing/2014/main" id="{F83E22BE-23FE-47A7-B923-773C58A05DB2}"/>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0" name="Rectangle 4"/>
          <p:cNvSpPr>
            <a:spLocks noGrp="1" noChangeArrowheads="1"/>
          </p:cNvSpPr>
          <p:nvPr>
            <p:ph type="subTitle" idx="1"/>
          </p:nvPr>
        </p:nvSpPr>
        <p:spPr>
          <a:xfrm>
            <a:off x="1258888" y="2924175"/>
            <a:ext cx="6400800" cy="1081088"/>
          </a:xfrm>
        </p:spPr>
        <p:txBody>
          <a:bodyPr/>
          <a:lstStyle>
            <a:lvl1pPr marL="0" indent="0" algn="ctr">
              <a:buFont typeface="Wingdings" pitchFamily="2" charset="2"/>
              <a:buNone/>
              <a:defRPr/>
            </a:lvl1pPr>
          </a:lstStyle>
          <a:p>
            <a:r>
              <a:rPr lang="en-US"/>
              <a:t>Click to edit Master subtitle style</a:t>
            </a:r>
          </a:p>
        </p:txBody>
      </p:sp>
      <p:sp>
        <p:nvSpPr>
          <p:cNvPr id="203781" name="Rectangle 5"/>
          <p:cNvSpPr>
            <a:spLocks noGrp="1" noChangeArrowheads="1"/>
          </p:cNvSpPr>
          <p:nvPr>
            <p:ph type="ctrTitle"/>
          </p:nvPr>
        </p:nvSpPr>
        <p:spPr>
          <a:xfrm>
            <a:off x="611188" y="836613"/>
            <a:ext cx="7772400" cy="2087562"/>
          </a:xfrm>
        </p:spPr>
        <p:txBody>
          <a:bodyPr/>
          <a:lstStyle>
            <a:lvl1pPr>
              <a:defRPr sz="4800"/>
            </a:lvl1pPr>
          </a:lstStyle>
          <a:p>
            <a:r>
              <a:rPr lang="en-US"/>
              <a:t>Click to edit Master title style</a:t>
            </a:r>
          </a:p>
        </p:txBody>
      </p:sp>
      <p:sp>
        <p:nvSpPr>
          <p:cNvPr id="7" name="Date Placeholder 6">
            <a:extLst>
              <a:ext uri="{FF2B5EF4-FFF2-40B4-BE49-F238E27FC236}">
                <a16:creationId xmlns:a16="http://schemas.microsoft.com/office/drawing/2014/main" id="{F1F3B43B-0585-4C32-A2D7-7F44593DC380}"/>
              </a:ext>
            </a:extLst>
          </p:cNvPr>
          <p:cNvSpPr>
            <a:spLocks noGrp="1" noChangeArrowheads="1"/>
          </p:cNvSpPr>
          <p:nvPr>
            <p:ph type="dt" sz="half" idx="10"/>
          </p:nvPr>
        </p:nvSpPr>
        <p:spPr>
          <a:xfrm>
            <a:off x="6553200" y="6245225"/>
            <a:ext cx="2133600" cy="476250"/>
          </a:xfrm>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24333A05-D8C3-4217-BF2A-39EBCE72D242}"/>
              </a:ext>
            </a:extLst>
          </p:cNvPr>
          <p:cNvSpPr>
            <a:spLocks noGrp="1" noChangeArrowheads="1"/>
          </p:cNvSpPr>
          <p:nvPr>
            <p:ph type="ftr" sz="quarter" idx="11"/>
          </p:nvPr>
        </p:nvSpPr>
        <p:spPr>
          <a:xfrm>
            <a:off x="3124200" y="6245225"/>
            <a:ext cx="2895600" cy="476250"/>
          </a:xfrm>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6B7F9DDC-6370-44C6-95F2-992ADAACA4D8}"/>
              </a:ext>
            </a:extLst>
          </p:cNvPr>
          <p:cNvSpPr>
            <a:spLocks noGrp="1" noChangeArrowheads="1"/>
          </p:cNvSpPr>
          <p:nvPr>
            <p:ph type="sldNum" sz="quarter" idx="12"/>
          </p:nvPr>
        </p:nvSpPr>
        <p:spPr>
          <a:xfrm>
            <a:off x="457200" y="6245225"/>
            <a:ext cx="2133600" cy="476250"/>
          </a:xfrm>
        </p:spPr>
        <p:txBody>
          <a:bodyPr/>
          <a:lstStyle>
            <a:lvl1pPr>
              <a:defRPr/>
            </a:lvl1pPr>
          </a:lstStyle>
          <a:p>
            <a:fld id="{73312A20-81D0-4A11-924C-AC25B50A17F4}" type="slidenum">
              <a:rPr lang="he-IL" altLang="en-US"/>
              <a:pPr/>
              <a:t>‹#›</a:t>
            </a:fld>
            <a:endParaRPr lang="en-US" altLang="en-US"/>
          </a:p>
        </p:txBody>
      </p:sp>
    </p:spTree>
    <p:extLst>
      <p:ext uri="{BB962C8B-B14F-4D97-AF65-F5344CB8AC3E}">
        <p14:creationId xmlns:p14="http://schemas.microsoft.com/office/powerpoint/2010/main" val="1083125317"/>
      </p:ext>
    </p:extLst>
  </p:cSld>
  <p:clrMapOvr>
    <a:masterClrMapping/>
  </p:clrMapOvr>
  <p:transition spd="med">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5">
            <a:extLst>
              <a:ext uri="{FF2B5EF4-FFF2-40B4-BE49-F238E27FC236}">
                <a16:creationId xmlns:a16="http://schemas.microsoft.com/office/drawing/2014/main" id="{3633DD7B-D7EE-4976-BE59-5D162F71892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3BE3E1E-F3D3-4753-AC1C-DE16B88FBCC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4A96778C-1B30-45EF-A6AB-89C517950FD0}"/>
              </a:ext>
            </a:extLst>
          </p:cNvPr>
          <p:cNvSpPr>
            <a:spLocks noGrp="1" noChangeArrowheads="1"/>
          </p:cNvSpPr>
          <p:nvPr>
            <p:ph type="sldNum" sz="quarter" idx="12"/>
          </p:nvPr>
        </p:nvSpPr>
        <p:spPr>
          <a:ln/>
        </p:spPr>
        <p:txBody>
          <a:bodyPr/>
          <a:lstStyle>
            <a:lvl1pPr>
              <a:defRPr/>
            </a:lvl1pPr>
          </a:lstStyle>
          <a:p>
            <a:fld id="{F97DDF72-D9F3-48FE-BBFC-A819598CFD4F}" type="slidenum">
              <a:rPr lang="he-IL" altLang="en-US"/>
              <a:pPr/>
              <a:t>‹#›</a:t>
            </a:fld>
            <a:endParaRPr lang="en-US" altLang="en-US"/>
          </a:p>
        </p:txBody>
      </p:sp>
    </p:spTree>
    <p:extLst>
      <p:ext uri="{BB962C8B-B14F-4D97-AF65-F5344CB8AC3E}">
        <p14:creationId xmlns:p14="http://schemas.microsoft.com/office/powerpoint/2010/main" val="1485823027"/>
      </p:ext>
    </p:extLst>
  </p:cSld>
  <p:clrMapOvr>
    <a:masterClrMapping/>
  </p:clrMapOvr>
  <p:transition spd="med">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he-IL"/>
              <a:t>לחץ כדי לערוך סגנונות טקסט של תבנית בסיס</a:t>
            </a:r>
          </a:p>
        </p:txBody>
      </p:sp>
      <p:sp>
        <p:nvSpPr>
          <p:cNvPr id="4" name="Rectangle 5">
            <a:extLst>
              <a:ext uri="{FF2B5EF4-FFF2-40B4-BE49-F238E27FC236}">
                <a16:creationId xmlns:a16="http://schemas.microsoft.com/office/drawing/2014/main" id="{8F14F251-A03D-481C-A09E-2F7A7FD26D1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CB8A80E-F921-4834-9EA6-BB990EFCC3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D2949BE1-BFBF-4F5D-84B7-94CB8D4DBEB1}"/>
              </a:ext>
            </a:extLst>
          </p:cNvPr>
          <p:cNvSpPr>
            <a:spLocks noGrp="1" noChangeArrowheads="1"/>
          </p:cNvSpPr>
          <p:nvPr>
            <p:ph type="sldNum" sz="quarter" idx="12"/>
          </p:nvPr>
        </p:nvSpPr>
        <p:spPr>
          <a:ln/>
        </p:spPr>
        <p:txBody>
          <a:bodyPr/>
          <a:lstStyle>
            <a:lvl1pPr>
              <a:defRPr/>
            </a:lvl1pPr>
          </a:lstStyle>
          <a:p>
            <a:fld id="{AD3A1424-5FF2-4715-92E1-F2259029B6B8}" type="slidenum">
              <a:rPr lang="he-IL" altLang="en-US"/>
              <a:pPr/>
              <a:t>‹#›</a:t>
            </a:fld>
            <a:endParaRPr lang="en-US" altLang="en-US"/>
          </a:p>
        </p:txBody>
      </p:sp>
    </p:spTree>
    <p:extLst>
      <p:ext uri="{BB962C8B-B14F-4D97-AF65-F5344CB8AC3E}">
        <p14:creationId xmlns:p14="http://schemas.microsoft.com/office/powerpoint/2010/main" val="4173546721"/>
      </p:ext>
    </p:extLst>
  </p:cSld>
  <p:clrMapOvr>
    <a:masterClrMapping/>
  </p:clrMapOvr>
  <p:transition spd="med">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179388" y="908050"/>
            <a:ext cx="4279900"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11688" y="908050"/>
            <a:ext cx="4281487"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Rectangle 5">
            <a:extLst>
              <a:ext uri="{FF2B5EF4-FFF2-40B4-BE49-F238E27FC236}">
                <a16:creationId xmlns:a16="http://schemas.microsoft.com/office/drawing/2014/main" id="{EB1EF8AF-F4AB-40BE-96B3-27079D82658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4BDF971-A6E1-4B5C-A85B-DD29A814769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5FC42D9B-3A87-44E8-9033-36DE6FBCCBED}"/>
              </a:ext>
            </a:extLst>
          </p:cNvPr>
          <p:cNvSpPr>
            <a:spLocks noGrp="1" noChangeArrowheads="1"/>
          </p:cNvSpPr>
          <p:nvPr>
            <p:ph type="sldNum" sz="quarter" idx="12"/>
          </p:nvPr>
        </p:nvSpPr>
        <p:spPr>
          <a:ln/>
        </p:spPr>
        <p:txBody>
          <a:bodyPr/>
          <a:lstStyle>
            <a:lvl1pPr>
              <a:defRPr/>
            </a:lvl1pPr>
          </a:lstStyle>
          <a:p>
            <a:fld id="{F92E4639-175D-48F2-AC64-482EDF953F95}" type="slidenum">
              <a:rPr lang="he-IL" altLang="en-US"/>
              <a:pPr/>
              <a:t>‹#›</a:t>
            </a:fld>
            <a:endParaRPr lang="en-US" altLang="en-US"/>
          </a:p>
        </p:txBody>
      </p:sp>
    </p:spTree>
    <p:extLst>
      <p:ext uri="{BB962C8B-B14F-4D97-AF65-F5344CB8AC3E}">
        <p14:creationId xmlns:p14="http://schemas.microsoft.com/office/powerpoint/2010/main" val="2247382159"/>
      </p:ext>
    </p:extLst>
  </p:cSld>
  <p:clrMapOvr>
    <a:masterClrMapping/>
  </p:clrMapOvr>
  <p:transition spd="med">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8"/>
            <a:ext cx="8229600" cy="1143000"/>
          </a:xfrm>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Rectangle 5">
            <a:extLst>
              <a:ext uri="{FF2B5EF4-FFF2-40B4-BE49-F238E27FC236}">
                <a16:creationId xmlns:a16="http://schemas.microsoft.com/office/drawing/2014/main" id="{A7B04153-0DEB-474E-B9D2-47E355E36AD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BBC047C7-4DBE-4626-ADAD-D32A2BBF14E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7">
            <a:extLst>
              <a:ext uri="{FF2B5EF4-FFF2-40B4-BE49-F238E27FC236}">
                <a16:creationId xmlns:a16="http://schemas.microsoft.com/office/drawing/2014/main" id="{6A3D9304-AE70-4183-9C19-2F9C0F92D09B}"/>
              </a:ext>
            </a:extLst>
          </p:cNvPr>
          <p:cNvSpPr>
            <a:spLocks noGrp="1" noChangeArrowheads="1"/>
          </p:cNvSpPr>
          <p:nvPr>
            <p:ph type="sldNum" sz="quarter" idx="12"/>
          </p:nvPr>
        </p:nvSpPr>
        <p:spPr>
          <a:ln/>
        </p:spPr>
        <p:txBody>
          <a:bodyPr/>
          <a:lstStyle>
            <a:lvl1pPr>
              <a:defRPr/>
            </a:lvl1pPr>
          </a:lstStyle>
          <a:p>
            <a:fld id="{B59293F1-DF83-4499-BA25-5EF29AFE7DA2}" type="slidenum">
              <a:rPr lang="he-IL" altLang="en-US"/>
              <a:pPr/>
              <a:t>‹#›</a:t>
            </a:fld>
            <a:endParaRPr lang="en-US" altLang="en-US"/>
          </a:p>
        </p:txBody>
      </p:sp>
    </p:spTree>
    <p:extLst>
      <p:ext uri="{BB962C8B-B14F-4D97-AF65-F5344CB8AC3E}">
        <p14:creationId xmlns:p14="http://schemas.microsoft.com/office/powerpoint/2010/main" val="482876730"/>
      </p:ext>
    </p:extLst>
  </p:cSld>
  <p:clrMapOvr>
    <a:masterClrMapping/>
  </p:clrMapOvr>
  <p:transition spd="med">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Rectangle 5">
            <a:extLst>
              <a:ext uri="{FF2B5EF4-FFF2-40B4-BE49-F238E27FC236}">
                <a16:creationId xmlns:a16="http://schemas.microsoft.com/office/drawing/2014/main" id="{ABBAB2CB-0EB0-476E-BF95-605C36F531B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47C0AC8-7C6E-48D6-948F-5AF1524EB8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7">
            <a:extLst>
              <a:ext uri="{FF2B5EF4-FFF2-40B4-BE49-F238E27FC236}">
                <a16:creationId xmlns:a16="http://schemas.microsoft.com/office/drawing/2014/main" id="{22668430-6D67-4455-9FB7-5403463D2A5E}"/>
              </a:ext>
            </a:extLst>
          </p:cNvPr>
          <p:cNvSpPr>
            <a:spLocks noGrp="1" noChangeArrowheads="1"/>
          </p:cNvSpPr>
          <p:nvPr>
            <p:ph type="sldNum" sz="quarter" idx="12"/>
          </p:nvPr>
        </p:nvSpPr>
        <p:spPr>
          <a:ln/>
        </p:spPr>
        <p:txBody>
          <a:bodyPr/>
          <a:lstStyle>
            <a:lvl1pPr>
              <a:defRPr/>
            </a:lvl1pPr>
          </a:lstStyle>
          <a:p>
            <a:fld id="{7CEDD52B-6AC7-4635-97B7-D500A2D43949}" type="slidenum">
              <a:rPr lang="he-IL" altLang="en-US"/>
              <a:pPr/>
              <a:t>‹#›</a:t>
            </a:fld>
            <a:endParaRPr lang="en-US" altLang="en-US"/>
          </a:p>
        </p:txBody>
      </p:sp>
    </p:spTree>
    <p:extLst>
      <p:ext uri="{BB962C8B-B14F-4D97-AF65-F5344CB8AC3E}">
        <p14:creationId xmlns:p14="http://schemas.microsoft.com/office/powerpoint/2010/main" val="3997312740"/>
      </p:ext>
    </p:extLst>
  </p:cSld>
  <p:clrMapOvr>
    <a:masterClrMapping/>
  </p:clrMapOvr>
  <p:transition spd="med">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5FF03D3F-E3E3-438B-8B30-EB09F5D7FEB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BB7C134B-8D7E-4110-B79A-661CC77AFCD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7">
            <a:extLst>
              <a:ext uri="{FF2B5EF4-FFF2-40B4-BE49-F238E27FC236}">
                <a16:creationId xmlns:a16="http://schemas.microsoft.com/office/drawing/2014/main" id="{E9FA393C-30AA-4AAF-BBBF-B3F4114458D2}"/>
              </a:ext>
            </a:extLst>
          </p:cNvPr>
          <p:cNvSpPr>
            <a:spLocks noGrp="1" noChangeArrowheads="1"/>
          </p:cNvSpPr>
          <p:nvPr>
            <p:ph type="sldNum" sz="quarter" idx="12"/>
          </p:nvPr>
        </p:nvSpPr>
        <p:spPr>
          <a:ln/>
        </p:spPr>
        <p:txBody>
          <a:bodyPr/>
          <a:lstStyle>
            <a:lvl1pPr>
              <a:defRPr/>
            </a:lvl1pPr>
          </a:lstStyle>
          <a:p>
            <a:fld id="{7A91FB36-7491-4D40-9E2C-76645B52DAC1}" type="slidenum">
              <a:rPr lang="he-IL" altLang="en-US"/>
              <a:pPr/>
              <a:t>‹#›</a:t>
            </a:fld>
            <a:endParaRPr lang="en-US" altLang="en-US"/>
          </a:p>
        </p:txBody>
      </p:sp>
    </p:spTree>
    <p:extLst>
      <p:ext uri="{BB962C8B-B14F-4D97-AF65-F5344CB8AC3E}">
        <p14:creationId xmlns:p14="http://schemas.microsoft.com/office/powerpoint/2010/main" val="111773942"/>
      </p:ext>
    </p:extLst>
  </p:cSld>
  <p:clrMapOvr>
    <a:masterClrMapping/>
  </p:clrMapOvr>
  <p:transition spd="med">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Rectangle 5">
            <a:extLst>
              <a:ext uri="{FF2B5EF4-FFF2-40B4-BE49-F238E27FC236}">
                <a16:creationId xmlns:a16="http://schemas.microsoft.com/office/drawing/2014/main" id="{2811438B-C4AF-47C2-8604-38C2FEF4B76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CBE00F3-DB82-4733-AFD6-856B74E24C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5F2996D6-AA7A-4F07-A3DB-D11D64D088E9}"/>
              </a:ext>
            </a:extLst>
          </p:cNvPr>
          <p:cNvSpPr>
            <a:spLocks noGrp="1" noChangeArrowheads="1"/>
          </p:cNvSpPr>
          <p:nvPr>
            <p:ph type="sldNum" sz="quarter" idx="12"/>
          </p:nvPr>
        </p:nvSpPr>
        <p:spPr>
          <a:ln/>
        </p:spPr>
        <p:txBody>
          <a:bodyPr/>
          <a:lstStyle>
            <a:lvl1pPr>
              <a:defRPr/>
            </a:lvl1pPr>
          </a:lstStyle>
          <a:p>
            <a:fld id="{1101DA79-B3DA-4962-889A-9C636C20745F}" type="slidenum">
              <a:rPr lang="he-IL" altLang="en-US"/>
              <a:pPr/>
              <a:t>‹#›</a:t>
            </a:fld>
            <a:endParaRPr lang="en-US" altLang="en-US"/>
          </a:p>
        </p:txBody>
      </p:sp>
    </p:spTree>
    <p:extLst>
      <p:ext uri="{BB962C8B-B14F-4D97-AF65-F5344CB8AC3E}">
        <p14:creationId xmlns:p14="http://schemas.microsoft.com/office/powerpoint/2010/main" val="902731901"/>
      </p:ext>
    </p:extLst>
  </p:cSld>
  <p:clrMapOvr>
    <a:masterClrMapping/>
  </p:clrMapOvr>
  <p:transition spd="med">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he-IL" noProof="0"/>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Rectangle 5">
            <a:extLst>
              <a:ext uri="{FF2B5EF4-FFF2-40B4-BE49-F238E27FC236}">
                <a16:creationId xmlns:a16="http://schemas.microsoft.com/office/drawing/2014/main" id="{E4E3E91D-8E84-4A6A-A06D-E4203E641CC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766A8B2-267F-483E-82CD-7014ED54B7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075D0358-40B1-4AB3-BDF2-9981C03481AD}"/>
              </a:ext>
            </a:extLst>
          </p:cNvPr>
          <p:cNvSpPr>
            <a:spLocks noGrp="1" noChangeArrowheads="1"/>
          </p:cNvSpPr>
          <p:nvPr>
            <p:ph type="sldNum" sz="quarter" idx="12"/>
          </p:nvPr>
        </p:nvSpPr>
        <p:spPr>
          <a:ln/>
        </p:spPr>
        <p:txBody>
          <a:bodyPr/>
          <a:lstStyle>
            <a:lvl1pPr>
              <a:defRPr/>
            </a:lvl1pPr>
          </a:lstStyle>
          <a:p>
            <a:fld id="{1F789F92-83A1-4420-8527-8CCCDBE8B805}" type="slidenum">
              <a:rPr lang="he-IL" altLang="en-US"/>
              <a:pPr/>
              <a:t>‹#›</a:t>
            </a:fld>
            <a:endParaRPr lang="en-US" altLang="en-US"/>
          </a:p>
        </p:txBody>
      </p:sp>
    </p:spTree>
    <p:extLst>
      <p:ext uri="{BB962C8B-B14F-4D97-AF65-F5344CB8AC3E}">
        <p14:creationId xmlns:p14="http://schemas.microsoft.com/office/powerpoint/2010/main" val="101773819"/>
      </p:ext>
    </p:extLst>
  </p:cSld>
  <p:clrMapOvr>
    <a:masterClrMapping/>
  </p:clrMapOvr>
  <p:transition spd="med">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5">
            <a:extLst>
              <a:ext uri="{FF2B5EF4-FFF2-40B4-BE49-F238E27FC236}">
                <a16:creationId xmlns:a16="http://schemas.microsoft.com/office/drawing/2014/main" id="{1DD7DE0C-57E0-4A71-8489-29AC26EDD83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64EC006-4E02-43B9-B77A-FEB172E0C17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CD123DFF-782C-4877-A482-584F49B86329}"/>
              </a:ext>
            </a:extLst>
          </p:cNvPr>
          <p:cNvSpPr>
            <a:spLocks noGrp="1" noChangeArrowheads="1"/>
          </p:cNvSpPr>
          <p:nvPr>
            <p:ph type="sldNum" sz="quarter" idx="12"/>
          </p:nvPr>
        </p:nvSpPr>
        <p:spPr>
          <a:ln/>
        </p:spPr>
        <p:txBody>
          <a:bodyPr/>
          <a:lstStyle>
            <a:lvl1pPr>
              <a:defRPr/>
            </a:lvl1pPr>
          </a:lstStyle>
          <a:p>
            <a:fld id="{EDD65092-6CED-4E13-BAFE-9318EC19C14A}" type="slidenum">
              <a:rPr lang="he-IL" altLang="en-US"/>
              <a:pPr/>
              <a:t>‹#›</a:t>
            </a:fld>
            <a:endParaRPr lang="en-US" altLang="en-US"/>
          </a:p>
        </p:txBody>
      </p:sp>
    </p:spTree>
    <p:extLst>
      <p:ext uri="{BB962C8B-B14F-4D97-AF65-F5344CB8AC3E}">
        <p14:creationId xmlns:p14="http://schemas.microsoft.com/office/powerpoint/2010/main" val="3886265695"/>
      </p:ext>
    </p:extLst>
  </p:cSld>
  <p:clrMapOvr>
    <a:masterClrMapping/>
  </p:clrMapOvr>
  <p:transition spd="med">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715125" y="188913"/>
            <a:ext cx="2178050" cy="6370637"/>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179388" y="188913"/>
            <a:ext cx="6383337" cy="6370637"/>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Rectangle 5">
            <a:extLst>
              <a:ext uri="{FF2B5EF4-FFF2-40B4-BE49-F238E27FC236}">
                <a16:creationId xmlns:a16="http://schemas.microsoft.com/office/drawing/2014/main" id="{CC27D36C-D46C-4EE2-9458-51B57FF4DDB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A85D041-9B9C-47DB-9300-464F85C94B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7">
            <a:extLst>
              <a:ext uri="{FF2B5EF4-FFF2-40B4-BE49-F238E27FC236}">
                <a16:creationId xmlns:a16="http://schemas.microsoft.com/office/drawing/2014/main" id="{115BC1A8-4830-4D97-B634-A6AB58B17D48}"/>
              </a:ext>
            </a:extLst>
          </p:cNvPr>
          <p:cNvSpPr>
            <a:spLocks noGrp="1" noChangeArrowheads="1"/>
          </p:cNvSpPr>
          <p:nvPr>
            <p:ph type="sldNum" sz="quarter" idx="12"/>
          </p:nvPr>
        </p:nvSpPr>
        <p:spPr>
          <a:ln/>
        </p:spPr>
        <p:txBody>
          <a:bodyPr/>
          <a:lstStyle>
            <a:lvl1pPr>
              <a:defRPr/>
            </a:lvl1pPr>
          </a:lstStyle>
          <a:p>
            <a:fld id="{C3DA760D-78DE-4277-B3FC-CF4F00CDCB9D}" type="slidenum">
              <a:rPr lang="he-IL" altLang="en-US"/>
              <a:pPr/>
              <a:t>‹#›</a:t>
            </a:fld>
            <a:endParaRPr lang="en-US" altLang="en-US"/>
          </a:p>
        </p:txBody>
      </p:sp>
    </p:spTree>
    <p:extLst>
      <p:ext uri="{BB962C8B-B14F-4D97-AF65-F5344CB8AC3E}">
        <p14:creationId xmlns:p14="http://schemas.microsoft.com/office/powerpoint/2010/main" val="1196873530"/>
      </p:ext>
    </p:extLst>
  </p:cSld>
  <p:clrMapOvr>
    <a:masterClrMapping/>
  </p:clrMapOvr>
  <p:transition spd="med">
    <p:fade thruBlk="1"/>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39750" y="188913"/>
            <a:ext cx="8353425" cy="719137"/>
          </a:xfrm>
        </p:spPr>
        <p:txBody>
          <a:bodyPr/>
          <a:lstStyle/>
          <a:p>
            <a:r>
              <a:rPr lang="en-US"/>
              <a:t>Click to edit Master title style</a:t>
            </a:r>
          </a:p>
        </p:txBody>
      </p:sp>
      <p:sp>
        <p:nvSpPr>
          <p:cNvPr id="3" name="Text Placeholder 2"/>
          <p:cNvSpPr>
            <a:spLocks noGrp="1"/>
          </p:cNvSpPr>
          <p:nvPr>
            <p:ph type="body" sz="half" idx="1"/>
          </p:nvPr>
        </p:nvSpPr>
        <p:spPr>
          <a:xfrm>
            <a:off x="179388" y="908050"/>
            <a:ext cx="4279900"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11688" y="908050"/>
            <a:ext cx="4281487" cy="5651500"/>
          </a:xfrm>
        </p:spPr>
        <p:txBody>
          <a:bodyPr/>
          <a:lstStyle/>
          <a:p>
            <a:pPr lvl="0"/>
            <a:endParaRPr lang="en-US" noProof="0"/>
          </a:p>
        </p:txBody>
      </p:sp>
      <p:sp>
        <p:nvSpPr>
          <p:cNvPr id="5" name="Rectangle 5">
            <a:extLst>
              <a:ext uri="{FF2B5EF4-FFF2-40B4-BE49-F238E27FC236}">
                <a16:creationId xmlns:a16="http://schemas.microsoft.com/office/drawing/2014/main" id="{E59F204B-F31B-4694-8FD7-9EE7D75E6BD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2BBD43D-6279-4F38-B86E-B2B550FCD5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7">
            <a:extLst>
              <a:ext uri="{FF2B5EF4-FFF2-40B4-BE49-F238E27FC236}">
                <a16:creationId xmlns:a16="http://schemas.microsoft.com/office/drawing/2014/main" id="{6D08AA33-F095-439C-AC7D-E2D10DF5AAD8}"/>
              </a:ext>
            </a:extLst>
          </p:cNvPr>
          <p:cNvSpPr>
            <a:spLocks noGrp="1" noChangeArrowheads="1"/>
          </p:cNvSpPr>
          <p:nvPr>
            <p:ph type="sldNum" sz="quarter" idx="12"/>
          </p:nvPr>
        </p:nvSpPr>
        <p:spPr>
          <a:ln/>
        </p:spPr>
        <p:txBody>
          <a:bodyPr/>
          <a:lstStyle>
            <a:lvl1pPr>
              <a:defRPr/>
            </a:lvl1pPr>
          </a:lstStyle>
          <a:p>
            <a:fld id="{DC2C8F8A-0F90-4D4B-ABB4-60C8F6DE43DD}" type="slidenum">
              <a:rPr lang="he-IL" altLang="en-US"/>
              <a:pPr/>
              <a:t>‹#›</a:t>
            </a:fld>
            <a:endParaRPr lang="en-US" altLang="en-US"/>
          </a:p>
        </p:txBody>
      </p:sp>
    </p:spTree>
    <p:extLst>
      <p:ext uri="{BB962C8B-B14F-4D97-AF65-F5344CB8AC3E}">
        <p14:creationId xmlns:p14="http://schemas.microsoft.com/office/powerpoint/2010/main" val="3682346539"/>
      </p:ext>
    </p:extLst>
  </p:cSld>
  <p:clrMapOvr>
    <a:masterClrMapping/>
  </p:clrMapOvr>
  <p:transition spd="med">
    <p:fade thruBlk="1"/>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descr="image_home">
            <a:extLst>
              <a:ext uri="{FF2B5EF4-FFF2-40B4-BE49-F238E27FC236}">
                <a16:creationId xmlns:a16="http://schemas.microsoft.com/office/drawing/2014/main" id="{51687187-6F9B-4770-A77B-917066C1F14B}"/>
              </a:ext>
            </a:extLst>
          </p:cNvPr>
          <p:cNvPicPr>
            <a:picLocks noChangeAspect="1" noChangeArrowheads="1"/>
          </p:cNvPicPr>
          <p:nvPr/>
        </p:nvPicPr>
        <p:blipFill>
          <a:blip r:embed="rId2">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AB72E012-29CE-4FA3-A872-3C5E1A61A56F}"/>
              </a:ext>
            </a:extLst>
          </p:cNvPr>
          <p:cNvSpPr>
            <a:spLocks noChangeArrowheads="1"/>
          </p:cNvSpPr>
          <p:nvPr/>
        </p:nvSpPr>
        <p:spPr bwMode="auto">
          <a:xfrm>
            <a:off x="250825" y="188913"/>
            <a:ext cx="8642350" cy="6335712"/>
          </a:xfrm>
          <a:prstGeom prst="rect">
            <a:avLst/>
          </a:prstGeom>
          <a:solidFill>
            <a:schemeClr val="bg1">
              <a:alpha val="65881"/>
            </a:schemeClr>
          </a:solidFill>
          <a:ln>
            <a:noFill/>
          </a:ln>
          <a:effectLst/>
          <a:extLst>
            <a:ext uri="{91240B29-F687-4F45-9708-019B960494DF}">
              <a14:hiddenLine xmlns:a14="http://schemas.microsoft.com/office/drawing/2010/main" w="28575"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b="1">
                <a:solidFill>
                  <a:srgbClr val="FFFF00"/>
                </a:solidFill>
                <a:latin typeface="Arial" charset="0"/>
                <a:cs typeface="Arial" charset="0"/>
              </a:defRPr>
            </a:lvl1pPr>
            <a:lvl2pPr marL="742950" indent="-285750" eaLnBrk="0" hangingPunct="0">
              <a:defRPr sz="4000" b="1">
                <a:solidFill>
                  <a:srgbClr val="FFFF00"/>
                </a:solidFill>
                <a:latin typeface="Arial" charset="0"/>
                <a:cs typeface="Arial" charset="0"/>
              </a:defRPr>
            </a:lvl2pPr>
            <a:lvl3pPr marL="1143000" indent="-228600" eaLnBrk="0" hangingPunct="0">
              <a:defRPr sz="4000" b="1">
                <a:solidFill>
                  <a:srgbClr val="FFFF00"/>
                </a:solidFill>
                <a:latin typeface="Arial" charset="0"/>
                <a:cs typeface="Arial" charset="0"/>
              </a:defRPr>
            </a:lvl3pPr>
            <a:lvl4pPr marL="1600200" indent="-228600" eaLnBrk="0" hangingPunct="0">
              <a:defRPr sz="4000" b="1">
                <a:solidFill>
                  <a:srgbClr val="FFFF00"/>
                </a:solidFill>
                <a:latin typeface="Arial" charset="0"/>
                <a:cs typeface="Arial" charset="0"/>
              </a:defRPr>
            </a:lvl4pPr>
            <a:lvl5pPr marL="2057400" indent="-228600" eaLnBrk="0" hangingPunct="0">
              <a:defRPr sz="4000" b="1">
                <a:solidFill>
                  <a:srgbClr val="FFFF00"/>
                </a:solidFill>
                <a:latin typeface="Arial" charset="0"/>
                <a:cs typeface="Arial" charset="0"/>
              </a:defRPr>
            </a:lvl5pPr>
            <a:lvl6pPr marL="2514600" indent="-228600" algn="ctr" rtl="1" eaLnBrk="0" fontAlgn="base" hangingPunct="0">
              <a:spcBef>
                <a:spcPct val="50000"/>
              </a:spcBef>
              <a:spcAft>
                <a:spcPct val="0"/>
              </a:spcAft>
              <a:defRPr sz="4000" b="1">
                <a:solidFill>
                  <a:srgbClr val="FFFF00"/>
                </a:solidFill>
                <a:latin typeface="Arial" charset="0"/>
                <a:cs typeface="Arial" charset="0"/>
              </a:defRPr>
            </a:lvl6pPr>
            <a:lvl7pPr marL="2971800" indent="-228600" algn="ctr" rtl="1" eaLnBrk="0" fontAlgn="base" hangingPunct="0">
              <a:spcBef>
                <a:spcPct val="50000"/>
              </a:spcBef>
              <a:spcAft>
                <a:spcPct val="0"/>
              </a:spcAft>
              <a:defRPr sz="4000" b="1">
                <a:solidFill>
                  <a:srgbClr val="FFFF00"/>
                </a:solidFill>
                <a:latin typeface="Arial" charset="0"/>
                <a:cs typeface="Arial" charset="0"/>
              </a:defRPr>
            </a:lvl7pPr>
            <a:lvl8pPr marL="3429000" indent="-228600" algn="ctr" rtl="1" eaLnBrk="0" fontAlgn="base" hangingPunct="0">
              <a:spcBef>
                <a:spcPct val="50000"/>
              </a:spcBef>
              <a:spcAft>
                <a:spcPct val="0"/>
              </a:spcAft>
              <a:defRPr sz="4000" b="1">
                <a:solidFill>
                  <a:srgbClr val="FFFF00"/>
                </a:solidFill>
                <a:latin typeface="Arial" charset="0"/>
                <a:cs typeface="Arial" charset="0"/>
              </a:defRPr>
            </a:lvl8pPr>
            <a:lvl9pPr marL="3886200" indent="-228600" algn="ctr" rtl="1" eaLnBrk="0" fontAlgn="base" hangingPunct="0">
              <a:spcBef>
                <a:spcPct val="50000"/>
              </a:spcBef>
              <a:spcAft>
                <a:spcPct val="0"/>
              </a:spcAft>
              <a:defRPr sz="4000" b="1">
                <a:solidFill>
                  <a:srgbClr val="FFFF00"/>
                </a:solidFill>
                <a:latin typeface="Arial" charset="0"/>
                <a:cs typeface="Arial" charset="0"/>
              </a:defRPr>
            </a:lvl9pPr>
          </a:lstStyle>
          <a:p>
            <a:pPr algn="ctr" rtl="1" eaLnBrk="1" hangingPunct="1">
              <a:spcBef>
                <a:spcPct val="50000"/>
              </a:spcBef>
              <a:defRPr/>
            </a:pPr>
            <a:endParaRPr lang="en-US" altLang="en-US"/>
          </a:p>
        </p:txBody>
      </p:sp>
      <p:pic>
        <p:nvPicPr>
          <p:cNvPr id="6" name="Picture 9" descr="MCj04325580000[1]">
            <a:hlinkClick r:id="" action="ppaction://hlinkshowjump?jump=endshow"/>
            <a:extLst>
              <a:ext uri="{FF2B5EF4-FFF2-40B4-BE49-F238E27FC236}">
                <a16:creationId xmlns:a16="http://schemas.microsoft.com/office/drawing/2014/main" id="{E94D794F-294A-4E3C-9D94-00A8FF6D4A66}"/>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0" name="Rectangle 4"/>
          <p:cNvSpPr>
            <a:spLocks noGrp="1" noChangeArrowheads="1"/>
          </p:cNvSpPr>
          <p:nvPr>
            <p:ph type="subTitle" idx="1"/>
          </p:nvPr>
        </p:nvSpPr>
        <p:spPr>
          <a:xfrm>
            <a:off x="1258888" y="2924175"/>
            <a:ext cx="6400800" cy="1081088"/>
          </a:xfrm>
        </p:spPr>
        <p:txBody>
          <a:bodyPr/>
          <a:lstStyle>
            <a:lvl1pPr marL="0" indent="0" algn="ctr">
              <a:buFont typeface="Wingdings" pitchFamily="2" charset="2"/>
              <a:buNone/>
              <a:defRPr/>
            </a:lvl1pPr>
          </a:lstStyle>
          <a:p>
            <a:pPr lvl="0"/>
            <a:r>
              <a:rPr lang="en-US" altLang="en-US" noProof="0"/>
              <a:t>Click to edit Master subtitle style</a:t>
            </a:r>
          </a:p>
        </p:txBody>
      </p:sp>
      <p:sp>
        <p:nvSpPr>
          <p:cNvPr id="203781" name="Rectangle 5"/>
          <p:cNvSpPr>
            <a:spLocks noGrp="1" noChangeArrowheads="1"/>
          </p:cNvSpPr>
          <p:nvPr>
            <p:ph type="ctrTitle"/>
          </p:nvPr>
        </p:nvSpPr>
        <p:spPr>
          <a:xfrm>
            <a:off x="611188" y="836613"/>
            <a:ext cx="7772400" cy="2087562"/>
          </a:xfrm>
        </p:spPr>
        <p:txBody>
          <a:bodyPr/>
          <a:lstStyle>
            <a:lvl1pPr>
              <a:defRPr sz="4800"/>
            </a:lvl1pPr>
          </a:lstStyle>
          <a:p>
            <a:pPr lvl="0"/>
            <a:r>
              <a:rPr lang="en-US" altLang="en-US" noProof="0"/>
              <a:t>Click to edit Master title style</a:t>
            </a:r>
          </a:p>
        </p:txBody>
      </p:sp>
      <p:sp>
        <p:nvSpPr>
          <p:cNvPr id="7" name="Date Placeholder 6">
            <a:extLst>
              <a:ext uri="{FF2B5EF4-FFF2-40B4-BE49-F238E27FC236}">
                <a16:creationId xmlns:a16="http://schemas.microsoft.com/office/drawing/2014/main" id="{7FB00642-F963-4165-B8BB-3BEE0F41339B}"/>
              </a:ext>
            </a:extLst>
          </p:cNvPr>
          <p:cNvSpPr>
            <a:spLocks noGrp="1" noChangeArrowheads="1"/>
          </p:cNvSpPr>
          <p:nvPr>
            <p:ph type="dt" sz="half" idx="10"/>
          </p:nvPr>
        </p:nvSpPr>
        <p:spPr>
          <a:xfrm>
            <a:off x="6553200" y="6245225"/>
            <a:ext cx="2133600" cy="476250"/>
          </a:xfrm>
        </p:spPr>
        <p:txBody>
          <a:bodyPr/>
          <a:lstStyle>
            <a:lvl1pPr eaLnBrk="0" hangingPunct="0">
              <a:defRPr/>
            </a:lvl1pPr>
          </a:lstStyle>
          <a:p>
            <a:pPr>
              <a:defRPr/>
            </a:pPr>
            <a:endParaRPr lang="en-US" altLang="en-US"/>
          </a:p>
        </p:txBody>
      </p:sp>
      <p:sp>
        <p:nvSpPr>
          <p:cNvPr id="8" name="Footer Placeholder 7">
            <a:extLst>
              <a:ext uri="{FF2B5EF4-FFF2-40B4-BE49-F238E27FC236}">
                <a16:creationId xmlns:a16="http://schemas.microsoft.com/office/drawing/2014/main" id="{DD57C0D7-CE58-4350-87C9-1F7D6155923B}"/>
              </a:ext>
            </a:extLst>
          </p:cNvPr>
          <p:cNvSpPr>
            <a:spLocks noGrp="1" noChangeArrowheads="1"/>
          </p:cNvSpPr>
          <p:nvPr>
            <p:ph type="ftr" sz="quarter" idx="11"/>
          </p:nvPr>
        </p:nvSpPr>
        <p:spPr>
          <a:xfrm>
            <a:off x="3124200" y="6245225"/>
            <a:ext cx="2895600" cy="476250"/>
          </a:xfrm>
        </p:spPr>
        <p:txBody>
          <a:bodyPr/>
          <a:lstStyle>
            <a:lvl1pPr algn="l" eaLnBrk="0" hangingPunct="0">
              <a:defRPr/>
            </a:lvl1pPr>
          </a:lstStyle>
          <a:p>
            <a:pPr>
              <a:defRPr/>
            </a:pPr>
            <a:endParaRPr lang="en-US" altLang="en-US"/>
          </a:p>
        </p:txBody>
      </p:sp>
      <p:sp>
        <p:nvSpPr>
          <p:cNvPr id="9" name="Slide Number Placeholder 8">
            <a:extLst>
              <a:ext uri="{FF2B5EF4-FFF2-40B4-BE49-F238E27FC236}">
                <a16:creationId xmlns:a16="http://schemas.microsoft.com/office/drawing/2014/main" id="{ABB895C8-5B97-4C20-BB8D-D6FBA99E59DF}"/>
              </a:ext>
            </a:extLst>
          </p:cNvPr>
          <p:cNvSpPr>
            <a:spLocks noGrp="1" noChangeArrowheads="1"/>
          </p:cNvSpPr>
          <p:nvPr>
            <p:ph type="sldNum" sz="quarter" idx="12"/>
          </p:nvPr>
        </p:nvSpPr>
        <p:spPr>
          <a:xfrm>
            <a:off x="457200" y="6245225"/>
            <a:ext cx="2133600" cy="476250"/>
          </a:xfrm>
        </p:spPr>
        <p:txBody>
          <a:bodyPr/>
          <a:lstStyle>
            <a:lvl1pPr eaLnBrk="0" hangingPunct="0">
              <a:defRPr/>
            </a:lvl1pPr>
          </a:lstStyle>
          <a:p>
            <a:fld id="{F5368DE6-A609-4361-AF33-196DFA01D62C}" type="slidenum">
              <a:rPr lang="he-IL" altLang="en-US"/>
              <a:pPr/>
              <a:t>‹#›</a:t>
            </a:fld>
            <a:endParaRPr lang="en-US" altLang="en-US"/>
          </a:p>
        </p:txBody>
      </p:sp>
    </p:spTree>
    <p:extLst>
      <p:ext uri="{BB962C8B-B14F-4D97-AF65-F5344CB8AC3E}">
        <p14:creationId xmlns:p14="http://schemas.microsoft.com/office/powerpoint/2010/main" val="2940329937"/>
      </p:ext>
    </p:extLst>
  </p:cSld>
  <p:clrMapOvr>
    <a:masterClrMapping/>
  </p:clrMapOvr>
  <p:transition spd="med">
    <p:fade thruBlk="1"/>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9DF0F6F-24D9-4373-96D7-E139002CA45F}"/>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5" name="Rectangle 6">
            <a:extLst>
              <a:ext uri="{FF2B5EF4-FFF2-40B4-BE49-F238E27FC236}">
                <a16:creationId xmlns:a16="http://schemas.microsoft.com/office/drawing/2014/main" id="{6C23979E-0FC1-40A4-99B2-BC014E421815}"/>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6" name="Rectangle 7">
            <a:extLst>
              <a:ext uri="{FF2B5EF4-FFF2-40B4-BE49-F238E27FC236}">
                <a16:creationId xmlns:a16="http://schemas.microsoft.com/office/drawing/2014/main" id="{AA542065-BFDC-4886-AE7E-166FBDF62191}"/>
              </a:ext>
            </a:extLst>
          </p:cNvPr>
          <p:cNvSpPr>
            <a:spLocks noGrp="1" noChangeArrowheads="1"/>
          </p:cNvSpPr>
          <p:nvPr>
            <p:ph type="sldNum" sz="quarter" idx="12"/>
          </p:nvPr>
        </p:nvSpPr>
        <p:spPr/>
        <p:txBody>
          <a:bodyPr/>
          <a:lstStyle>
            <a:lvl1pPr eaLnBrk="0" hangingPunct="0">
              <a:defRPr/>
            </a:lvl1pPr>
          </a:lstStyle>
          <a:p>
            <a:fld id="{912B58A3-18DC-4462-8EE1-C7BEE5CC00D5}" type="slidenum">
              <a:rPr lang="he-IL" altLang="en-US"/>
              <a:pPr/>
              <a:t>‹#›</a:t>
            </a:fld>
            <a:endParaRPr lang="en-US" altLang="en-US"/>
          </a:p>
        </p:txBody>
      </p:sp>
    </p:spTree>
    <p:extLst>
      <p:ext uri="{BB962C8B-B14F-4D97-AF65-F5344CB8AC3E}">
        <p14:creationId xmlns:p14="http://schemas.microsoft.com/office/powerpoint/2010/main" val="3706658778"/>
      </p:ext>
    </p:extLst>
  </p:cSld>
  <p:clrMapOvr>
    <a:masterClrMapping/>
  </p:clrMapOvr>
  <p:transition spd="med">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4877AA7A-49B0-47AA-92B4-67E2D7BB3442}"/>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5" name="Rectangle 6">
            <a:extLst>
              <a:ext uri="{FF2B5EF4-FFF2-40B4-BE49-F238E27FC236}">
                <a16:creationId xmlns:a16="http://schemas.microsoft.com/office/drawing/2014/main" id="{036EB489-D45E-4300-95F4-2ED3239F1FCB}"/>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6" name="Rectangle 7">
            <a:extLst>
              <a:ext uri="{FF2B5EF4-FFF2-40B4-BE49-F238E27FC236}">
                <a16:creationId xmlns:a16="http://schemas.microsoft.com/office/drawing/2014/main" id="{55C5310A-D3D3-488B-80C1-7748F63E371C}"/>
              </a:ext>
            </a:extLst>
          </p:cNvPr>
          <p:cNvSpPr>
            <a:spLocks noGrp="1" noChangeArrowheads="1"/>
          </p:cNvSpPr>
          <p:nvPr>
            <p:ph type="sldNum" sz="quarter" idx="12"/>
          </p:nvPr>
        </p:nvSpPr>
        <p:spPr/>
        <p:txBody>
          <a:bodyPr/>
          <a:lstStyle>
            <a:lvl1pPr eaLnBrk="0" hangingPunct="0">
              <a:defRPr/>
            </a:lvl1pPr>
          </a:lstStyle>
          <a:p>
            <a:fld id="{30FA9CB9-4322-465D-B47B-4513F1A9E15F}" type="slidenum">
              <a:rPr lang="he-IL" altLang="en-US"/>
              <a:pPr/>
              <a:t>‹#›</a:t>
            </a:fld>
            <a:endParaRPr lang="en-US" altLang="en-US"/>
          </a:p>
        </p:txBody>
      </p:sp>
    </p:spTree>
    <p:extLst>
      <p:ext uri="{BB962C8B-B14F-4D97-AF65-F5344CB8AC3E}">
        <p14:creationId xmlns:p14="http://schemas.microsoft.com/office/powerpoint/2010/main" val="2119759336"/>
      </p:ext>
    </p:extLst>
  </p:cSld>
  <p:clrMapOvr>
    <a:masterClrMapping/>
  </p:clrMapOvr>
  <p:transition spd="med">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9388" y="908050"/>
            <a:ext cx="4279900"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688" y="908050"/>
            <a:ext cx="4281487" cy="565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EABFB5E1-1F41-466C-8913-E575A4FB436A}"/>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6" name="Rectangle 6">
            <a:extLst>
              <a:ext uri="{FF2B5EF4-FFF2-40B4-BE49-F238E27FC236}">
                <a16:creationId xmlns:a16="http://schemas.microsoft.com/office/drawing/2014/main" id="{767604ED-ACA0-46F6-AEF9-22E85AB2E455}"/>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7" name="Rectangle 7">
            <a:extLst>
              <a:ext uri="{FF2B5EF4-FFF2-40B4-BE49-F238E27FC236}">
                <a16:creationId xmlns:a16="http://schemas.microsoft.com/office/drawing/2014/main" id="{DD318283-99E2-4211-B3AC-5DE6FDE0E315}"/>
              </a:ext>
            </a:extLst>
          </p:cNvPr>
          <p:cNvSpPr>
            <a:spLocks noGrp="1" noChangeArrowheads="1"/>
          </p:cNvSpPr>
          <p:nvPr>
            <p:ph type="sldNum" sz="quarter" idx="12"/>
          </p:nvPr>
        </p:nvSpPr>
        <p:spPr/>
        <p:txBody>
          <a:bodyPr/>
          <a:lstStyle>
            <a:lvl1pPr eaLnBrk="0" hangingPunct="0">
              <a:defRPr/>
            </a:lvl1pPr>
          </a:lstStyle>
          <a:p>
            <a:fld id="{2E598267-EECE-4478-8B41-61AA3313A5F2}" type="slidenum">
              <a:rPr lang="he-IL" altLang="en-US"/>
              <a:pPr/>
              <a:t>‹#›</a:t>
            </a:fld>
            <a:endParaRPr lang="en-US" altLang="en-US"/>
          </a:p>
        </p:txBody>
      </p:sp>
    </p:spTree>
    <p:extLst>
      <p:ext uri="{BB962C8B-B14F-4D97-AF65-F5344CB8AC3E}">
        <p14:creationId xmlns:p14="http://schemas.microsoft.com/office/powerpoint/2010/main" val="718445520"/>
      </p:ext>
    </p:extLst>
  </p:cSld>
  <p:clrMapOvr>
    <a:masterClrMapping/>
  </p:clrMapOvr>
  <p:transition spd="med">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B7835B60-5AC5-4504-9B7D-4B090046B1A1}"/>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8" name="Rectangle 6">
            <a:extLst>
              <a:ext uri="{FF2B5EF4-FFF2-40B4-BE49-F238E27FC236}">
                <a16:creationId xmlns:a16="http://schemas.microsoft.com/office/drawing/2014/main" id="{B1E739EC-4AAC-4015-9647-D7253996E3F8}"/>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9" name="Rectangle 7">
            <a:extLst>
              <a:ext uri="{FF2B5EF4-FFF2-40B4-BE49-F238E27FC236}">
                <a16:creationId xmlns:a16="http://schemas.microsoft.com/office/drawing/2014/main" id="{45D183D1-DB01-42BD-BF63-B71C4D5CC4AC}"/>
              </a:ext>
            </a:extLst>
          </p:cNvPr>
          <p:cNvSpPr>
            <a:spLocks noGrp="1" noChangeArrowheads="1"/>
          </p:cNvSpPr>
          <p:nvPr>
            <p:ph type="sldNum" sz="quarter" idx="12"/>
          </p:nvPr>
        </p:nvSpPr>
        <p:spPr/>
        <p:txBody>
          <a:bodyPr/>
          <a:lstStyle>
            <a:lvl1pPr eaLnBrk="0" hangingPunct="0">
              <a:defRPr/>
            </a:lvl1pPr>
          </a:lstStyle>
          <a:p>
            <a:fld id="{495F1698-E3ED-485E-9BCA-B69C1CD6240C}" type="slidenum">
              <a:rPr lang="he-IL" altLang="en-US"/>
              <a:pPr/>
              <a:t>‹#›</a:t>
            </a:fld>
            <a:endParaRPr lang="en-US" altLang="en-US"/>
          </a:p>
        </p:txBody>
      </p:sp>
    </p:spTree>
    <p:extLst>
      <p:ext uri="{BB962C8B-B14F-4D97-AF65-F5344CB8AC3E}">
        <p14:creationId xmlns:p14="http://schemas.microsoft.com/office/powerpoint/2010/main" val="683518552"/>
      </p:ext>
    </p:extLst>
  </p:cSld>
  <p:clrMapOvr>
    <a:masterClrMapping/>
  </p:clrMapOvr>
  <p:transition spd="med">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ACAB14D9-5B56-410C-8005-D6F4793911E4}"/>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4" name="Rectangle 6">
            <a:extLst>
              <a:ext uri="{FF2B5EF4-FFF2-40B4-BE49-F238E27FC236}">
                <a16:creationId xmlns:a16="http://schemas.microsoft.com/office/drawing/2014/main" id="{BE69C0AA-E5D8-450F-B34E-2BD3FC36E531}"/>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5" name="Rectangle 7">
            <a:extLst>
              <a:ext uri="{FF2B5EF4-FFF2-40B4-BE49-F238E27FC236}">
                <a16:creationId xmlns:a16="http://schemas.microsoft.com/office/drawing/2014/main" id="{25C1D7EF-E2C8-45A7-8418-3F2E1F9B9856}"/>
              </a:ext>
            </a:extLst>
          </p:cNvPr>
          <p:cNvSpPr>
            <a:spLocks noGrp="1" noChangeArrowheads="1"/>
          </p:cNvSpPr>
          <p:nvPr>
            <p:ph type="sldNum" sz="quarter" idx="12"/>
          </p:nvPr>
        </p:nvSpPr>
        <p:spPr/>
        <p:txBody>
          <a:bodyPr/>
          <a:lstStyle>
            <a:lvl1pPr eaLnBrk="0" hangingPunct="0">
              <a:defRPr/>
            </a:lvl1pPr>
          </a:lstStyle>
          <a:p>
            <a:fld id="{4A971465-071A-46D3-B4A6-80D098C20AFC}" type="slidenum">
              <a:rPr lang="he-IL" altLang="en-US"/>
              <a:pPr/>
              <a:t>‹#›</a:t>
            </a:fld>
            <a:endParaRPr lang="en-US" altLang="en-US"/>
          </a:p>
        </p:txBody>
      </p:sp>
    </p:spTree>
    <p:extLst>
      <p:ext uri="{BB962C8B-B14F-4D97-AF65-F5344CB8AC3E}">
        <p14:creationId xmlns:p14="http://schemas.microsoft.com/office/powerpoint/2010/main" val="2038449695"/>
      </p:ext>
    </p:extLst>
  </p:cSld>
  <p:clrMapOvr>
    <a:masterClrMapping/>
  </p:clrMapOvr>
  <p:transition spd="med">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E3853A7-EF66-443A-B3B0-02F3D93E81A6}"/>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3" name="Rectangle 6">
            <a:extLst>
              <a:ext uri="{FF2B5EF4-FFF2-40B4-BE49-F238E27FC236}">
                <a16:creationId xmlns:a16="http://schemas.microsoft.com/office/drawing/2014/main" id="{B53CDAE7-4CBF-47A9-A3FD-1E9887EF9A5B}"/>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4" name="Rectangle 7">
            <a:extLst>
              <a:ext uri="{FF2B5EF4-FFF2-40B4-BE49-F238E27FC236}">
                <a16:creationId xmlns:a16="http://schemas.microsoft.com/office/drawing/2014/main" id="{085453BF-00FD-423E-93B2-A0293E5ABB1E}"/>
              </a:ext>
            </a:extLst>
          </p:cNvPr>
          <p:cNvSpPr>
            <a:spLocks noGrp="1" noChangeArrowheads="1"/>
          </p:cNvSpPr>
          <p:nvPr>
            <p:ph type="sldNum" sz="quarter" idx="12"/>
          </p:nvPr>
        </p:nvSpPr>
        <p:spPr/>
        <p:txBody>
          <a:bodyPr/>
          <a:lstStyle>
            <a:lvl1pPr eaLnBrk="0" hangingPunct="0">
              <a:defRPr/>
            </a:lvl1pPr>
          </a:lstStyle>
          <a:p>
            <a:fld id="{1A0BDF76-5AD9-4C0F-8DBB-AAD902DE468F}" type="slidenum">
              <a:rPr lang="he-IL" altLang="en-US"/>
              <a:pPr/>
              <a:t>‹#›</a:t>
            </a:fld>
            <a:endParaRPr lang="en-US" altLang="en-US"/>
          </a:p>
        </p:txBody>
      </p:sp>
    </p:spTree>
    <p:extLst>
      <p:ext uri="{BB962C8B-B14F-4D97-AF65-F5344CB8AC3E}">
        <p14:creationId xmlns:p14="http://schemas.microsoft.com/office/powerpoint/2010/main" val="2999942692"/>
      </p:ext>
    </p:extLst>
  </p:cSld>
  <p:clrMapOvr>
    <a:masterClrMapping/>
  </p:clrMapOvr>
  <p:transition spd="med">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9729556-69EC-4A4C-8EA3-132CD80B46BE}"/>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6" name="Rectangle 6">
            <a:extLst>
              <a:ext uri="{FF2B5EF4-FFF2-40B4-BE49-F238E27FC236}">
                <a16:creationId xmlns:a16="http://schemas.microsoft.com/office/drawing/2014/main" id="{3E872C2B-B1C7-416D-81F5-B34D12ADFCCF}"/>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7" name="Rectangle 7">
            <a:extLst>
              <a:ext uri="{FF2B5EF4-FFF2-40B4-BE49-F238E27FC236}">
                <a16:creationId xmlns:a16="http://schemas.microsoft.com/office/drawing/2014/main" id="{6B5B57FF-2EC7-4FD8-8160-982E19E0746D}"/>
              </a:ext>
            </a:extLst>
          </p:cNvPr>
          <p:cNvSpPr>
            <a:spLocks noGrp="1" noChangeArrowheads="1"/>
          </p:cNvSpPr>
          <p:nvPr>
            <p:ph type="sldNum" sz="quarter" idx="12"/>
          </p:nvPr>
        </p:nvSpPr>
        <p:spPr/>
        <p:txBody>
          <a:bodyPr/>
          <a:lstStyle>
            <a:lvl1pPr eaLnBrk="0" hangingPunct="0">
              <a:defRPr/>
            </a:lvl1pPr>
          </a:lstStyle>
          <a:p>
            <a:fld id="{FF19B69D-7B2F-4C2C-BFAA-4C5B56A0DDAC}" type="slidenum">
              <a:rPr lang="he-IL" altLang="en-US"/>
              <a:pPr/>
              <a:t>‹#›</a:t>
            </a:fld>
            <a:endParaRPr lang="en-US" altLang="en-US"/>
          </a:p>
        </p:txBody>
      </p:sp>
    </p:spTree>
    <p:extLst>
      <p:ext uri="{BB962C8B-B14F-4D97-AF65-F5344CB8AC3E}">
        <p14:creationId xmlns:p14="http://schemas.microsoft.com/office/powerpoint/2010/main" val="3148252936"/>
      </p:ext>
    </p:extLst>
  </p:cSld>
  <p:clrMapOvr>
    <a:masterClrMapping/>
  </p:clrMapOvr>
  <p:transition spd="med">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035C9E06-072E-4DD8-876B-6968C5037663}"/>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6" name="Rectangle 6">
            <a:extLst>
              <a:ext uri="{FF2B5EF4-FFF2-40B4-BE49-F238E27FC236}">
                <a16:creationId xmlns:a16="http://schemas.microsoft.com/office/drawing/2014/main" id="{634D6817-48D6-4C17-AF35-FC53B3633F4D}"/>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7" name="Rectangle 7">
            <a:extLst>
              <a:ext uri="{FF2B5EF4-FFF2-40B4-BE49-F238E27FC236}">
                <a16:creationId xmlns:a16="http://schemas.microsoft.com/office/drawing/2014/main" id="{FB5D34CB-8A94-44AE-AC19-0AB253DE28CA}"/>
              </a:ext>
            </a:extLst>
          </p:cNvPr>
          <p:cNvSpPr>
            <a:spLocks noGrp="1" noChangeArrowheads="1"/>
          </p:cNvSpPr>
          <p:nvPr>
            <p:ph type="sldNum" sz="quarter" idx="12"/>
          </p:nvPr>
        </p:nvSpPr>
        <p:spPr/>
        <p:txBody>
          <a:bodyPr/>
          <a:lstStyle>
            <a:lvl1pPr eaLnBrk="0" hangingPunct="0">
              <a:defRPr/>
            </a:lvl1pPr>
          </a:lstStyle>
          <a:p>
            <a:fld id="{A1911877-D8C4-4DAA-A6FB-1646DCB3E0BC}" type="slidenum">
              <a:rPr lang="he-IL" altLang="en-US"/>
              <a:pPr/>
              <a:t>‹#›</a:t>
            </a:fld>
            <a:endParaRPr lang="en-US" altLang="en-US"/>
          </a:p>
        </p:txBody>
      </p:sp>
    </p:spTree>
    <p:extLst>
      <p:ext uri="{BB962C8B-B14F-4D97-AF65-F5344CB8AC3E}">
        <p14:creationId xmlns:p14="http://schemas.microsoft.com/office/powerpoint/2010/main" val="3484950803"/>
      </p:ext>
    </p:extLst>
  </p:cSld>
  <p:clrMapOvr>
    <a:masterClrMapping/>
  </p:clrMapOvr>
  <p:transition spd="med">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138B5E75-69EF-46B2-845C-6CABA7241371}"/>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5" name="Rectangle 6">
            <a:extLst>
              <a:ext uri="{FF2B5EF4-FFF2-40B4-BE49-F238E27FC236}">
                <a16:creationId xmlns:a16="http://schemas.microsoft.com/office/drawing/2014/main" id="{DB442F79-C865-44AF-AA02-F80A633E1511}"/>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6" name="Rectangle 7">
            <a:extLst>
              <a:ext uri="{FF2B5EF4-FFF2-40B4-BE49-F238E27FC236}">
                <a16:creationId xmlns:a16="http://schemas.microsoft.com/office/drawing/2014/main" id="{79BA8E47-34D6-4564-99DE-9344296D8538}"/>
              </a:ext>
            </a:extLst>
          </p:cNvPr>
          <p:cNvSpPr>
            <a:spLocks noGrp="1" noChangeArrowheads="1"/>
          </p:cNvSpPr>
          <p:nvPr>
            <p:ph type="sldNum" sz="quarter" idx="12"/>
          </p:nvPr>
        </p:nvSpPr>
        <p:spPr/>
        <p:txBody>
          <a:bodyPr/>
          <a:lstStyle>
            <a:lvl1pPr eaLnBrk="0" hangingPunct="0">
              <a:defRPr/>
            </a:lvl1pPr>
          </a:lstStyle>
          <a:p>
            <a:fld id="{05D6661B-C9B0-4F54-9DB6-2584661B6233}" type="slidenum">
              <a:rPr lang="he-IL" altLang="en-US"/>
              <a:pPr/>
              <a:t>‹#›</a:t>
            </a:fld>
            <a:endParaRPr lang="en-US" altLang="en-US"/>
          </a:p>
        </p:txBody>
      </p:sp>
    </p:spTree>
    <p:extLst>
      <p:ext uri="{BB962C8B-B14F-4D97-AF65-F5344CB8AC3E}">
        <p14:creationId xmlns:p14="http://schemas.microsoft.com/office/powerpoint/2010/main" val="1334272860"/>
      </p:ext>
    </p:extLst>
  </p:cSld>
  <p:clrMapOvr>
    <a:masterClrMapping/>
  </p:clrMapOvr>
  <p:transition spd="med">
    <p:fade thruBlk="1"/>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5125" y="188913"/>
            <a:ext cx="2178050" cy="63706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388" y="188913"/>
            <a:ext cx="6383337" cy="63706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D6E3772-B16F-4E14-9707-E67063367E88}"/>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5" name="Rectangle 6">
            <a:extLst>
              <a:ext uri="{FF2B5EF4-FFF2-40B4-BE49-F238E27FC236}">
                <a16:creationId xmlns:a16="http://schemas.microsoft.com/office/drawing/2014/main" id="{7621FD3C-9DC5-458D-BCDD-E88EBE74B0E0}"/>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6" name="Rectangle 7">
            <a:extLst>
              <a:ext uri="{FF2B5EF4-FFF2-40B4-BE49-F238E27FC236}">
                <a16:creationId xmlns:a16="http://schemas.microsoft.com/office/drawing/2014/main" id="{9BB4F8BF-6E3D-4AD9-8CDE-BF2B5995499E}"/>
              </a:ext>
            </a:extLst>
          </p:cNvPr>
          <p:cNvSpPr>
            <a:spLocks noGrp="1" noChangeArrowheads="1"/>
          </p:cNvSpPr>
          <p:nvPr>
            <p:ph type="sldNum" sz="quarter" idx="12"/>
          </p:nvPr>
        </p:nvSpPr>
        <p:spPr/>
        <p:txBody>
          <a:bodyPr/>
          <a:lstStyle>
            <a:lvl1pPr eaLnBrk="0" hangingPunct="0">
              <a:defRPr/>
            </a:lvl1pPr>
          </a:lstStyle>
          <a:p>
            <a:fld id="{669DDC28-6C1A-40DF-AE28-F4C9C3CED232}" type="slidenum">
              <a:rPr lang="he-IL" altLang="en-US"/>
              <a:pPr/>
              <a:t>‹#›</a:t>
            </a:fld>
            <a:endParaRPr lang="en-US" altLang="en-US"/>
          </a:p>
        </p:txBody>
      </p:sp>
    </p:spTree>
    <p:extLst>
      <p:ext uri="{BB962C8B-B14F-4D97-AF65-F5344CB8AC3E}">
        <p14:creationId xmlns:p14="http://schemas.microsoft.com/office/powerpoint/2010/main" val="589566222"/>
      </p:ext>
    </p:extLst>
  </p:cSld>
  <p:clrMapOvr>
    <a:masterClrMapping/>
  </p:clrMapOvr>
  <p:transition spd="med">
    <p:fade thruBlk="1"/>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9750" y="188913"/>
            <a:ext cx="8353425" cy="719137"/>
          </a:xfrm>
        </p:spPr>
        <p:txBody>
          <a:bodyPr/>
          <a:lstStyle/>
          <a:p>
            <a:r>
              <a:rPr lang="en-US"/>
              <a:t>Click to edit Master title style</a:t>
            </a:r>
          </a:p>
        </p:txBody>
      </p:sp>
      <p:sp>
        <p:nvSpPr>
          <p:cNvPr id="3" name="Table Placeholder 2"/>
          <p:cNvSpPr>
            <a:spLocks noGrp="1"/>
          </p:cNvSpPr>
          <p:nvPr>
            <p:ph type="tbl" idx="1"/>
          </p:nvPr>
        </p:nvSpPr>
        <p:spPr>
          <a:xfrm>
            <a:off x="179388" y="908050"/>
            <a:ext cx="8713787" cy="5651500"/>
          </a:xfrm>
        </p:spPr>
        <p:txBody>
          <a:bodyPr/>
          <a:lstStyle/>
          <a:p>
            <a:pPr lvl="0"/>
            <a:endParaRPr lang="en-US" noProof="0"/>
          </a:p>
        </p:txBody>
      </p:sp>
      <p:sp>
        <p:nvSpPr>
          <p:cNvPr id="4" name="Rectangle 5">
            <a:extLst>
              <a:ext uri="{FF2B5EF4-FFF2-40B4-BE49-F238E27FC236}">
                <a16:creationId xmlns:a16="http://schemas.microsoft.com/office/drawing/2014/main" id="{C7E05CD5-9738-469B-AAE0-B1E1520C51E9}"/>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5" name="Rectangle 6">
            <a:extLst>
              <a:ext uri="{FF2B5EF4-FFF2-40B4-BE49-F238E27FC236}">
                <a16:creationId xmlns:a16="http://schemas.microsoft.com/office/drawing/2014/main" id="{7E634022-00CF-426A-B4D9-9211BD6D20C4}"/>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6" name="Rectangle 7">
            <a:extLst>
              <a:ext uri="{FF2B5EF4-FFF2-40B4-BE49-F238E27FC236}">
                <a16:creationId xmlns:a16="http://schemas.microsoft.com/office/drawing/2014/main" id="{291044F2-FC28-459D-9808-A8D8755B6BE9}"/>
              </a:ext>
            </a:extLst>
          </p:cNvPr>
          <p:cNvSpPr>
            <a:spLocks noGrp="1" noChangeArrowheads="1"/>
          </p:cNvSpPr>
          <p:nvPr>
            <p:ph type="sldNum" sz="quarter" idx="12"/>
          </p:nvPr>
        </p:nvSpPr>
        <p:spPr/>
        <p:txBody>
          <a:bodyPr/>
          <a:lstStyle>
            <a:lvl1pPr eaLnBrk="0" hangingPunct="0">
              <a:defRPr/>
            </a:lvl1pPr>
          </a:lstStyle>
          <a:p>
            <a:fld id="{529A0DB5-C0D4-40CC-955D-6C9B8D92E839}" type="slidenum">
              <a:rPr lang="he-IL" altLang="en-US"/>
              <a:pPr/>
              <a:t>‹#›</a:t>
            </a:fld>
            <a:endParaRPr lang="en-US" altLang="en-US"/>
          </a:p>
        </p:txBody>
      </p:sp>
    </p:spTree>
    <p:extLst>
      <p:ext uri="{BB962C8B-B14F-4D97-AF65-F5344CB8AC3E}">
        <p14:creationId xmlns:p14="http://schemas.microsoft.com/office/powerpoint/2010/main" val="1988643763"/>
      </p:ext>
    </p:extLst>
  </p:cSld>
  <p:clrMapOvr>
    <a:masterClrMapping/>
  </p:clrMapOvr>
  <p:transition spd="med">
    <p:fade thruBlk="1"/>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9750" y="188913"/>
            <a:ext cx="8353425" cy="719137"/>
          </a:xfrm>
        </p:spPr>
        <p:txBody>
          <a:bodyPr/>
          <a:lstStyle/>
          <a:p>
            <a:r>
              <a:rPr lang="en-US"/>
              <a:t>Click to edit Master title style</a:t>
            </a:r>
          </a:p>
        </p:txBody>
      </p:sp>
      <p:sp>
        <p:nvSpPr>
          <p:cNvPr id="3" name="Text Placeholder 2"/>
          <p:cNvSpPr>
            <a:spLocks noGrp="1"/>
          </p:cNvSpPr>
          <p:nvPr>
            <p:ph type="body" sz="half" idx="1"/>
          </p:nvPr>
        </p:nvSpPr>
        <p:spPr>
          <a:xfrm>
            <a:off x="179388" y="908050"/>
            <a:ext cx="4279900"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688" y="908050"/>
            <a:ext cx="4281487"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C9855F4-4178-4EA4-9DCF-FE304707582F}"/>
              </a:ext>
            </a:extLst>
          </p:cNvPr>
          <p:cNvSpPr>
            <a:spLocks noGrp="1" noChangeArrowheads="1"/>
          </p:cNvSpPr>
          <p:nvPr>
            <p:ph type="dt" sz="half" idx="10"/>
          </p:nvPr>
        </p:nvSpPr>
        <p:spPr/>
        <p:txBody>
          <a:bodyPr/>
          <a:lstStyle>
            <a:lvl1pPr eaLnBrk="0" hangingPunct="0">
              <a:defRPr/>
            </a:lvl1pPr>
          </a:lstStyle>
          <a:p>
            <a:pPr>
              <a:defRPr/>
            </a:pPr>
            <a:endParaRPr lang="en-US" altLang="en-US"/>
          </a:p>
        </p:txBody>
      </p:sp>
      <p:sp>
        <p:nvSpPr>
          <p:cNvPr id="6" name="Rectangle 6">
            <a:extLst>
              <a:ext uri="{FF2B5EF4-FFF2-40B4-BE49-F238E27FC236}">
                <a16:creationId xmlns:a16="http://schemas.microsoft.com/office/drawing/2014/main" id="{9490CBED-80A6-4E6E-AFB5-82B8BE07F6C6}"/>
              </a:ext>
            </a:extLst>
          </p:cNvPr>
          <p:cNvSpPr>
            <a:spLocks noGrp="1" noChangeArrowheads="1"/>
          </p:cNvSpPr>
          <p:nvPr>
            <p:ph type="ftr" sz="quarter" idx="11"/>
          </p:nvPr>
        </p:nvSpPr>
        <p:spPr/>
        <p:txBody>
          <a:bodyPr/>
          <a:lstStyle>
            <a:lvl1pPr algn="l" eaLnBrk="0" hangingPunct="0">
              <a:defRPr/>
            </a:lvl1pPr>
          </a:lstStyle>
          <a:p>
            <a:pPr>
              <a:defRPr/>
            </a:pPr>
            <a:endParaRPr lang="en-US" altLang="en-US"/>
          </a:p>
        </p:txBody>
      </p:sp>
      <p:sp>
        <p:nvSpPr>
          <p:cNvPr id="7" name="Rectangle 7">
            <a:extLst>
              <a:ext uri="{FF2B5EF4-FFF2-40B4-BE49-F238E27FC236}">
                <a16:creationId xmlns:a16="http://schemas.microsoft.com/office/drawing/2014/main" id="{95C6EACB-C11A-4A13-A785-55B2719DD3A5}"/>
              </a:ext>
            </a:extLst>
          </p:cNvPr>
          <p:cNvSpPr>
            <a:spLocks noGrp="1" noChangeArrowheads="1"/>
          </p:cNvSpPr>
          <p:nvPr>
            <p:ph type="sldNum" sz="quarter" idx="12"/>
          </p:nvPr>
        </p:nvSpPr>
        <p:spPr/>
        <p:txBody>
          <a:bodyPr/>
          <a:lstStyle>
            <a:lvl1pPr eaLnBrk="0" hangingPunct="0">
              <a:defRPr/>
            </a:lvl1pPr>
          </a:lstStyle>
          <a:p>
            <a:fld id="{4BAED569-B064-4098-9265-543B0962DD28}" type="slidenum">
              <a:rPr lang="he-IL" altLang="en-US"/>
              <a:pPr/>
              <a:t>‹#›</a:t>
            </a:fld>
            <a:endParaRPr lang="en-US" altLang="en-US"/>
          </a:p>
        </p:txBody>
      </p:sp>
    </p:spTree>
    <p:extLst>
      <p:ext uri="{BB962C8B-B14F-4D97-AF65-F5344CB8AC3E}">
        <p14:creationId xmlns:p14="http://schemas.microsoft.com/office/powerpoint/2010/main" val="3275747273"/>
      </p:ext>
    </p:extLst>
  </p:cSld>
  <p:clrMapOvr>
    <a:masterClrMapping/>
  </p:clrMapOvr>
  <p:transition spd="med">
    <p:fade thruBlk="1"/>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descr="image_home">
            <a:extLst>
              <a:ext uri="{FF2B5EF4-FFF2-40B4-BE49-F238E27FC236}">
                <a16:creationId xmlns:a16="http://schemas.microsoft.com/office/drawing/2014/main" id="{93480B1D-112B-4C60-9DE9-F962C018A64D}"/>
              </a:ext>
            </a:extLst>
          </p:cNvPr>
          <p:cNvPicPr>
            <a:picLocks noChangeAspect="1" noChangeArrowheads="1"/>
          </p:cNvPicPr>
          <p:nvPr/>
        </p:nvPicPr>
        <p:blipFill>
          <a:blip r:embed="rId2">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01FEDE9A-096D-4EBA-AD1C-227BED9F8419}"/>
              </a:ext>
            </a:extLst>
          </p:cNvPr>
          <p:cNvSpPr>
            <a:spLocks noChangeArrowheads="1"/>
          </p:cNvSpPr>
          <p:nvPr/>
        </p:nvSpPr>
        <p:spPr bwMode="auto">
          <a:xfrm>
            <a:off x="250825" y="188913"/>
            <a:ext cx="8642350" cy="6335712"/>
          </a:xfrm>
          <a:prstGeom prst="rect">
            <a:avLst/>
          </a:prstGeom>
          <a:solidFill>
            <a:schemeClr val="bg1">
              <a:alpha val="65881"/>
            </a:schemeClr>
          </a:solidFill>
          <a:ln>
            <a:noFill/>
          </a:ln>
          <a:effectLst/>
          <a:extLst>
            <a:ext uri="{91240B29-F687-4F45-9708-019B960494DF}">
              <a14:hiddenLine xmlns:a14="http://schemas.microsoft.com/office/drawing/2010/main" w="28575"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pPr algn="ctr" rtl="1" eaLnBrk="1" hangingPunct="1">
              <a:spcBef>
                <a:spcPct val="50000"/>
              </a:spcBef>
              <a:defRPr/>
            </a:pPr>
            <a:endParaRPr lang="en-US" altLang="en-US"/>
          </a:p>
        </p:txBody>
      </p:sp>
      <p:pic>
        <p:nvPicPr>
          <p:cNvPr id="6" name="Picture 9" descr="MCj04325580000[1]">
            <a:hlinkClick r:id="" action="ppaction://hlinkshowjump?jump=endshow"/>
            <a:extLst>
              <a:ext uri="{FF2B5EF4-FFF2-40B4-BE49-F238E27FC236}">
                <a16:creationId xmlns:a16="http://schemas.microsoft.com/office/drawing/2014/main" id="{9527DB4D-EDFD-45EA-903E-F3DEDE203F5B}"/>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780" name="Rectangle 4"/>
          <p:cNvSpPr>
            <a:spLocks noGrp="1" noChangeArrowheads="1"/>
          </p:cNvSpPr>
          <p:nvPr>
            <p:ph type="subTitle" idx="1"/>
          </p:nvPr>
        </p:nvSpPr>
        <p:spPr>
          <a:xfrm>
            <a:off x="1258888" y="2924175"/>
            <a:ext cx="6400800" cy="1081088"/>
          </a:xfrm>
        </p:spPr>
        <p:txBody>
          <a:bodyP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203781" name="Rectangle 5"/>
          <p:cNvSpPr>
            <a:spLocks noGrp="1" noChangeArrowheads="1"/>
          </p:cNvSpPr>
          <p:nvPr>
            <p:ph type="ctrTitle"/>
          </p:nvPr>
        </p:nvSpPr>
        <p:spPr>
          <a:xfrm>
            <a:off x="611188" y="836613"/>
            <a:ext cx="7772400" cy="2087562"/>
          </a:xfrm>
        </p:spPr>
        <p:txBody>
          <a:bodyPr/>
          <a:lstStyle>
            <a:lvl1pPr>
              <a:defRPr sz="4800"/>
            </a:lvl1pPr>
          </a:lstStyle>
          <a:p>
            <a:pPr lvl="0"/>
            <a:r>
              <a:rPr lang="en-US" altLang="en-US" noProof="0"/>
              <a:t>Click to edit Master title style</a:t>
            </a:r>
          </a:p>
        </p:txBody>
      </p:sp>
      <p:sp>
        <p:nvSpPr>
          <p:cNvPr id="7" name="Date Placeholder 6">
            <a:extLst>
              <a:ext uri="{FF2B5EF4-FFF2-40B4-BE49-F238E27FC236}">
                <a16:creationId xmlns:a16="http://schemas.microsoft.com/office/drawing/2014/main" id="{D704C1CF-8FAA-4065-9F6C-68B06CF374E0}"/>
              </a:ext>
            </a:extLst>
          </p:cNvPr>
          <p:cNvSpPr>
            <a:spLocks noGrp="1" noChangeArrowheads="1"/>
          </p:cNvSpPr>
          <p:nvPr>
            <p:ph type="dt" sz="half" idx="10"/>
          </p:nvPr>
        </p:nvSpPr>
        <p:spPr>
          <a:xfrm>
            <a:off x="6553200" y="6245225"/>
            <a:ext cx="2133600" cy="476250"/>
          </a:xfrm>
        </p:spPr>
        <p:txBody>
          <a:bodyPr/>
          <a:lstStyle>
            <a:lvl1pPr eaLnBrk="0" hangingPunct="0">
              <a:defRPr>
                <a:cs typeface="Arial" panose="020B0604020202020204" pitchFamily="34" charset="0"/>
              </a:defRPr>
            </a:lvl1pPr>
          </a:lstStyle>
          <a:p>
            <a:pPr>
              <a:defRPr/>
            </a:pPr>
            <a:endParaRPr lang="en-US" altLang="en-US"/>
          </a:p>
        </p:txBody>
      </p:sp>
      <p:sp>
        <p:nvSpPr>
          <p:cNvPr id="8" name="Footer Placeholder 7">
            <a:extLst>
              <a:ext uri="{FF2B5EF4-FFF2-40B4-BE49-F238E27FC236}">
                <a16:creationId xmlns:a16="http://schemas.microsoft.com/office/drawing/2014/main" id="{7B97CDCD-5686-4010-A56B-41CD30C75F7A}"/>
              </a:ext>
            </a:extLst>
          </p:cNvPr>
          <p:cNvSpPr>
            <a:spLocks noGrp="1" noChangeArrowheads="1"/>
          </p:cNvSpPr>
          <p:nvPr>
            <p:ph type="ftr" sz="quarter" idx="11"/>
          </p:nvPr>
        </p:nvSpPr>
        <p:spPr>
          <a:xfrm>
            <a:off x="3124200" y="6245225"/>
            <a:ext cx="2895600" cy="476250"/>
          </a:xfrm>
        </p:spPr>
        <p:txBody>
          <a:bodyPr/>
          <a:lstStyle>
            <a:lvl1pPr algn="l" eaLnBrk="0" hangingPunct="0">
              <a:defRPr>
                <a:cs typeface="Arial" panose="020B0604020202020204" pitchFamily="34" charset="0"/>
              </a:defRPr>
            </a:lvl1pPr>
          </a:lstStyle>
          <a:p>
            <a:pPr>
              <a:defRPr/>
            </a:pPr>
            <a:endParaRPr lang="en-US" altLang="en-US"/>
          </a:p>
        </p:txBody>
      </p:sp>
      <p:sp>
        <p:nvSpPr>
          <p:cNvPr id="9" name="Slide Number Placeholder 8">
            <a:extLst>
              <a:ext uri="{FF2B5EF4-FFF2-40B4-BE49-F238E27FC236}">
                <a16:creationId xmlns:a16="http://schemas.microsoft.com/office/drawing/2014/main" id="{19436590-8CAD-4F91-B9A5-DD85D73EFA1D}"/>
              </a:ext>
            </a:extLst>
          </p:cNvPr>
          <p:cNvSpPr>
            <a:spLocks noGrp="1" noChangeArrowheads="1"/>
          </p:cNvSpPr>
          <p:nvPr>
            <p:ph type="sldNum" sz="quarter" idx="12"/>
          </p:nvPr>
        </p:nvSpPr>
        <p:spPr>
          <a:xfrm>
            <a:off x="457200" y="6245225"/>
            <a:ext cx="2133600" cy="476250"/>
          </a:xfrm>
        </p:spPr>
        <p:txBody>
          <a:bodyPr/>
          <a:lstStyle>
            <a:lvl1pPr eaLnBrk="0" hangingPunct="0">
              <a:defRPr/>
            </a:lvl1pPr>
          </a:lstStyle>
          <a:p>
            <a:fld id="{4005E213-A842-40FD-B9CC-5113BE734331}" type="slidenum">
              <a:rPr lang="he-IL" altLang="en-US"/>
              <a:pPr/>
              <a:t>‹#›</a:t>
            </a:fld>
            <a:endParaRPr lang="en-US" altLang="en-US"/>
          </a:p>
        </p:txBody>
      </p:sp>
    </p:spTree>
    <p:extLst>
      <p:ext uri="{BB962C8B-B14F-4D97-AF65-F5344CB8AC3E}">
        <p14:creationId xmlns:p14="http://schemas.microsoft.com/office/powerpoint/2010/main" val="766058063"/>
      </p:ext>
    </p:extLst>
  </p:cSld>
  <p:clrMapOvr>
    <a:masterClrMapping/>
  </p:clrMapOvr>
  <p:transition spd="med">
    <p:fade thruBlk="1"/>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A01CAF-BCC5-4C3E-9BFF-151E338BC245}"/>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5" name="Footer Placeholder 4">
            <a:extLst>
              <a:ext uri="{FF2B5EF4-FFF2-40B4-BE49-F238E27FC236}">
                <a16:creationId xmlns:a16="http://schemas.microsoft.com/office/drawing/2014/main" id="{D9690E20-B3A7-49BC-BB91-881262522BFA}"/>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DB4A110D-1C30-40EE-80A6-0B744979AEAB}"/>
              </a:ext>
            </a:extLst>
          </p:cNvPr>
          <p:cNvSpPr>
            <a:spLocks noGrp="1"/>
          </p:cNvSpPr>
          <p:nvPr>
            <p:ph type="sldNum" sz="quarter" idx="12"/>
          </p:nvPr>
        </p:nvSpPr>
        <p:spPr/>
        <p:txBody>
          <a:bodyPr/>
          <a:lstStyle>
            <a:lvl1pPr eaLnBrk="0" hangingPunct="0">
              <a:defRPr/>
            </a:lvl1pPr>
          </a:lstStyle>
          <a:p>
            <a:fld id="{AAF08F68-91AE-47B8-9022-781FA8102A9C}" type="slidenum">
              <a:rPr lang="he-IL" altLang="en-US"/>
              <a:pPr/>
              <a:t>‹#›</a:t>
            </a:fld>
            <a:endParaRPr lang="en-US" altLang="en-US"/>
          </a:p>
        </p:txBody>
      </p:sp>
    </p:spTree>
    <p:extLst>
      <p:ext uri="{BB962C8B-B14F-4D97-AF65-F5344CB8AC3E}">
        <p14:creationId xmlns:p14="http://schemas.microsoft.com/office/powerpoint/2010/main" val="2434731727"/>
      </p:ext>
    </p:extLst>
  </p:cSld>
  <p:clrMapOvr>
    <a:masterClrMapping/>
  </p:clrMapOvr>
  <p:transition spd="med">
    <p:fade thruBlk="1"/>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1F1EDACF-F1C0-4543-AE99-1F932FF58AA5}"/>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5" name="Footer Placeholder 4">
            <a:extLst>
              <a:ext uri="{FF2B5EF4-FFF2-40B4-BE49-F238E27FC236}">
                <a16:creationId xmlns:a16="http://schemas.microsoft.com/office/drawing/2014/main" id="{BAFA9F57-7D00-4220-A388-C5D84281F7EB}"/>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B54A5194-2DEE-4D11-A0A0-AC0158B9F21B}"/>
              </a:ext>
            </a:extLst>
          </p:cNvPr>
          <p:cNvSpPr>
            <a:spLocks noGrp="1"/>
          </p:cNvSpPr>
          <p:nvPr>
            <p:ph type="sldNum" sz="quarter" idx="12"/>
          </p:nvPr>
        </p:nvSpPr>
        <p:spPr/>
        <p:txBody>
          <a:bodyPr/>
          <a:lstStyle>
            <a:lvl1pPr eaLnBrk="0" hangingPunct="0">
              <a:defRPr/>
            </a:lvl1pPr>
          </a:lstStyle>
          <a:p>
            <a:fld id="{886DFAEE-0BE9-499A-AD3F-042475F7B34D}" type="slidenum">
              <a:rPr lang="he-IL" altLang="en-US"/>
              <a:pPr/>
              <a:t>‹#›</a:t>
            </a:fld>
            <a:endParaRPr lang="en-US" altLang="en-US"/>
          </a:p>
        </p:txBody>
      </p:sp>
    </p:spTree>
    <p:extLst>
      <p:ext uri="{BB962C8B-B14F-4D97-AF65-F5344CB8AC3E}">
        <p14:creationId xmlns:p14="http://schemas.microsoft.com/office/powerpoint/2010/main" val="2426151459"/>
      </p:ext>
    </p:extLst>
  </p:cSld>
  <p:clrMapOvr>
    <a:masterClrMapping/>
  </p:clrMapOvr>
  <p:transition spd="med">
    <p:fade thruBlk="1"/>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79388" y="908050"/>
            <a:ext cx="4279900"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688" y="908050"/>
            <a:ext cx="4281487"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91F15B-9913-4007-B19D-5FEFC92DD59E}"/>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6" name="Footer Placeholder 5">
            <a:extLst>
              <a:ext uri="{FF2B5EF4-FFF2-40B4-BE49-F238E27FC236}">
                <a16:creationId xmlns:a16="http://schemas.microsoft.com/office/drawing/2014/main" id="{A383A97C-1ABC-499E-A888-58EB60E4F030}"/>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7" name="Slide Number Placeholder 6">
            <a:extLst>
              <a:ext uri="{FF2B5EF4-FFF2-40B4-BE49-F238E27FC236}">
                <a16:creationId xmlns:a16="http://schemas.microsoft.com/office/drawing/2014/main" id="{B4B256F6-55BA-4058-BEC3-A7B18ABB05A4}"/>
              </a:ext>
            </a:extLst>
          </p:cNvPr>
          <p:cNvSpPr>
            <a:spLocks noGrp="1"/>
          </p:cNvSpPr>
          <p:nvPr>
            <p:ph type="sldNum" sz="quarter" idx="12"/>
          </p:nvPr>
        </p:nvSpPr>
        <p:spPr/>
        <p:txBody>
          <a:bodyPr/>
          <a:lstStyle>
            <a:lvl1pPr eaLnBrk="0" hangingPunct="0">
              <a:defRPr/>
            </a:lvl1pPr>
          </a:lstStyle>
          <a:p>
            <a:fld id="{628F2929-2F6F-4F4D-8394-03295E973AF8}" type="slidenum">
              <a:rPr lang="he-IL" altLang="en-US"/>
              <a:pPr/>
              <a:t>‹#›</a:t>
            </a:fld>
            <a:endParaRPr lang="en-US" altLang="en-US"/>
          </a:p>
        </p:txBody>
      </p:sp>
    </p:spTree>
    <p:extLst>
      <p:ext uri="{BB962C8B-B14F-4D97-AF65-F5344CB8AC3E}">
        <p14:creationId xmlns:p14="http://schemas.microsoft.com/office/powerpoint/2010/main" val="1405619389"/>
      </p:ext>
    </p:extLst>
  </p:cSld>
  <p:clrMapOvr>
    <a:masterClrMapping/>
  </p:clrMapOvr>
  <p:transition spd="med">
    <p:fade thruBlk="1"/>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7CF13E-9913-489F-B373-41E386E68DC8}"/>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8" name="Footer Placeholder 7">
            <a:extLst>
              <a:ext uri="{FF2B5EF4-FFF2-40B4-BE49-F238E27FC236}">
                <a16:creationId xmlns:a16="http://schemas.microsoft.com/office/drawing/2014/main" id="{9ECDB62D-7726-4B27-B888-0B77B183485B}"/>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9" name="Slide Number Placeholder 8">
            <a:extLst>
              <a:ext uri="{FF2B5EF4-FFF2-40B4-BE49-F238E27FC236}">
                <a16:creationId xmlns:a16="http://schemas.microsoft.com/office/drawing/2014/main" id="{B049A023-57AF-4AC6-819F-F539C3B36F05}"/>
              </a:ext>
            </a:extLst>
          </p:cNvPr>
          <p:cNvSpPr>
            <a:spLocks noGrp="1"/>
          </p:cNvSpPr>
          <p:nvPr>
            <p:ph type="sldNum" sz="quarter" idx="12"/>
          </p:nvPr>
        </p:nvSpPr>
        <p:spPr/>
        <p:txBody>
          <a:bodyPr/>
          <a:lstStyle>
            <a:lvl1pPr eaLnBrk="0" hangingPunct="0">
              <a:defRPr/>
            </a:lvl1pPr>
          </a:lstStyle>
          <a:p>
            <a:fld id="{C17C6892-82BF-4DB2-95D6-264951174316}" type="slidenum">
              <a:rPr lang="he-IL" altLang="en-US"/>
              <a:pPr/>
              <a:t>‹#›</a:t>
            </a:fld>
            <a:endParaRPr lang="en-US" altLang="en-US"/>
          </a:p>
        </p:txBody>
      </p:sp>
    </p:spTree>
    <p:extLst>
      <p:ext uri="{BB962C8B-B14F-4D97-AF65-F5344CB8AC3E}">
        <p14:creationId xmlns:p14="http://schemas.microsoft.com/office/powerpoint/2010/main" val="107960517"/>
      </p:ext>
    </p:extLst>
  </p:cSld>
  <p:clrMapOvr>
    <a:masterClrMapping/>
  </p:clrMapOvr>
  <p:transition spd="med">
    <p:fade thruBlk="1"/>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D8AC4C-3B25-421A-9E04-E9BD13BE5954}"/>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4" name="Footer Placeholder 3">
            <a:extLst>
              <a:ext uri="{FF2B5EF4-FFF2-40B4-BE49-F238E27FC236}">
                <a16:creationId xmlns:a16="http://schemas.microsoft.com/office/drawing/2014/main" id="{AFA8F16F-4953-43F9-A46E-98AEB4ED4CE1}"/>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5" name="Slide Number Placeholder 4">
            <a:extLst>
              <a:ext uri="{FF2B5EF4-FFF2-40B4-BE49-F238E27FC236}">
                <a16:creationId xmlns:a16="http://schemas.microsoft.com/office/drawing/2014/main" id="{C3C4FC47-114D-45D5-A615-665132B54BC9}"/>
              </a:ext>
            </a:extLst>
          </p:cNvPr>
          <p:cNvSpPr>
            <a:spLocks noGrp="1"/>
          </p:cNvSpPr>
          <p:nvPr>
            <p:ph type="sldNum" sz="quarter" idx="12"/>
          </p:nvPr>
        </p:nvSpPr>
        <p:spPr/>
        <p:txBody>
          <a:bodyPr/>
          <a:lstStyle>
            <a:lvl1pPr eaLnBrk="0" hangingPunct="0">
              <a:defRPr/>
            </a:lvl1pPr>
          </a:lstStyle>
          <a:p>
            <a:fld id="{D9DEBF1F-9762-41A9-A432-91A5D91ABEB9}" type="slidenum">
              <a:rPr lang="he-IL" altLang="en-US"/>
              <a:pPr/>
              <a:t>‹#›</a:t>
            </a:fld>
            <a:endParaRPr lang="en-US" altLang="en-US"/>
          </a:p>
        </p:txBody>
      </p:sp>
    </p:spTree>
    <p:extLst>
      <p:ext uri="{BB962C8B-B14F-4D97-AF65-F5344CB8AC3E}">
        <p14:creationId xmlns:p14="http://schemas.microsoft.com/office/powerpoint/2010/main" val="568291691"/>
      </p:ext>
    </p:extLst>
  </p:cSld>
  <p:clrMapOvr>
    <a:masterClrMapping/>
  </p:clrMapOvr>
  <p:transition spd="med">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A240F0-979C-4B4C-8DAC-819120F37B2A}"/>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3" name="Footer Placeholder 2">
            <a:extLst>
              <a:ext uri="{FF2B5EF4-FFF2-40B4-BE49-F238E27FC236}">
                <a16:creationId xmlns:a16="http://schemas.microsoft.com/office/drawing/2014/main" id="{CBE8C9A1-821F-4C1B-BC97-8FDF4D7F8D81}"/>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4" name="Slide Number Placeholder 3">
            <a:extLst>
              <a:ext uri="{FF2B5EF4-FFF2-40B4-BE49-F238E27FC236}">
                <a16:creationId xmlns:a16="http://schemas.microsoft.com/office/drawing/2014/main" id="{35F1CA63-E3D6-4D5D-A56D-D136E478B05C}"/>
              </a:ext>
            </a:extLst>
          </p:cNvPr>
          <p:cNvSpPr>
            <a:spLocks noGrp="1"/>
          </p:cNvSpPr>
          <p:nvPr>
            <p:ph type="sldNum" sz="quarter" idx="12"/>
          </p:nvPr>
        </p:nvSpPr>
        <p:spPr/>
        <p:txBody>
          <a:bodyPr/>
          <a:lstStyle>
            <a:lvl1pPr eaLnBrk="0" hangingPunct="0">
              <a:defRPr/>
            </a:lvl1pPr>
          </a:lstStyle>
          <a:p>
            <a:fld id="{CC9CBC36-68C2-45EE-899E-56BE5C231420}" type="slidenum">
              <a:rPr lang="he-IL" altLang="en-US"/>
              <a:pPr/>
              <a:t>‹#›</a:t>
            </a:fld>
            <a:endParaRPr lang="en-US" altLang="en-US"/>
          </a:p>
        </p:txBody>
      </p:sp>
    </p:spTree>
    <p:extLst>
      <p:ext uri="{BB962C8B-B14F-4D97-AF65-F5344CB8AC3E}">
        <p14:creationId xmlns:p14="http://schemas.microsoft.com/office/powerpoint/2010/main" val="3406743560"/>
      </p:ext>
    </p:extLst>
  </p:cSld>
  <p:clrMapOvr>
    <a:masterClrMapping/>
  </p:clrMapOvr>
  <p:transition spd="med">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00DD17-1DC0-4680-943B-840FD6D4F3DD}"/>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6" name="Footer Placeholder 5">
            <a:extLst>
              <a:ext uri="{FF2B5EF4-FFF2-40B4-BE49-F238E27FC236}">
                <a16:creationId xmlns:a16="http://schemas.microsoft.com/office/drawing/2014/main" id="{C4E5E143-3143-43EE-8C7C-76180D935429}"/>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7" name="Slide Number Placeholder 6">
            <a:extLst>
              <a:ext uri="{FF2B5EF4-FFF2-40B4-BE49-F238E27FC236}">
                <a16:creationId xmlns:a16="http://schemas.microsoft.com/office/drawing/2014/main" id="{D697CED2-E775-4A78-AA28-725FB90BE7F6}"/>
              </a:ext>
            </a:extLst>
          </p:cNvPr>
          <p:cNvSpPr>
            <a:spLocks noGrp="1"/>
          </p:cNvSpPr>
          <p:nvPr>
            <p:ph type="sldNum" sz="quarter" idx="12"/>
          </p:nvPr>
        </p:nvSpPr>
        <p:spPr/>
        <p:txBody>
          <a:bodyPr/>
          <a:lstStyle>
            <a:lvl1pPr eaLnBrk="0" hangingPunct="0">
              <a:defRPr/>
            </a:lvl1pPr>
          </a:lstStyle>
          <a:p>
            <a:fld id="{2D0C4A75-1389-4C02-A7F3-CE2B78AE7582}" type="slidenum">
              <a:rPr lang="he-IL" altLang="en-US"/>
              <a:pPr/>
              <a:t>‹#›</a:t>
            </a:fld>
            <a:endParaRPr lang="en-US" altLang="en-US"/>
          </a:p>
        </p:txBody>
      </p:sp>
    </p:spTree>
    <p:extLst>
      <p:ext uri="{BB962C8B-B14F-4D97-AF65-F5344CB8AC3E}">
        <p14:creationId xmlns:p14="http://schemas.microsoft.com/office/powerpoint/2010/main" val="1280036102"/>
      </p:ext>
    </p:extLst>
  </p:cSld>
  <p:clrMapOvr>
    <a:masterClrMapping/>
  </p:clrMapOvr>
  <p:transition spd="med">
    <p:fade thruBlk="1"/>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A8D0A7-250D-46E6-951D-B7367FAE44FE}"/>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6" name="Footer Placeholder 5">
            <a:extLst>
              <a:ext uri="{FF2B5EF4-FFF2-40B4-BE49-F238E27FC236}">
                <a16:creationId xmlns:a16="http://schemas.microsoft.com/office/drawing/2014/main" id="{A57EBD9C-38BC-42AC-80F4-692BB8191A53}"/>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7" name="Slide Number Placeholder 6">
            <a:extLst>
              <a:ext uri="{FF2B5EF4-FFF2-40B4-BE49-F238E27FC236}">
                <a16:creationId xmlns:a16="http://schemas.microsoft.com/office/drawing/2014/main" id="{43F5C177-8455-453E-876F-B402F12768E8}"/>
              </a:ext>
            </a:extLst>
          </p:cNvPr>
          <p:cNvSpPr>
            <a:spLocks noGrp="1"/>
          </p:cNvSpPr>
          <p:nvPr>
            <p:ph type="sldNum" sz="quarter" idx="12"/>
          </p:nvPr>
        </p:nvSpPr>
        <p:spPr/>
        <p:txBody>
          <a:bodyPr/>
          <a:lstStyle>
            <a:lvl1pPr eaLnBrk="0" hangingPunct="0">
              <a:defRPr/>
            </a:lvl1pPr>
          </a:lstStyle>
          <a:p>
            <a:fld id="{9E32B518-A6B2-453D-8BBB-7139EA759478}" type="slidenum">
              <a:rPr lang="he-IL" altLang="en-US"/>
              <a:pPr/>
              <a:t>‹#›</a:t>
            </a:fld>
            <a:endParaRPr lang="en-US" altLang="en-US"/>
          </a:p>
        </p:txBody>
      </p:sp>
    </p:spTree>
    <p:extLst>
      <p:ext uri="{BB962C8B-B14F-4D97-AF65-F5344CB8AC3E}">
        <p14:creationId xmlns:p14="http://schemas.microsoft.com/office/powerpoint/2010/main" val="3693922630"/>
      </p:ext>
    </p:extLst>
  </p:cSld>
  <p:clrMapOvr>
    <a:masterClrMapping/>
  </p:clrMapOvr>
  <p:transition spd="med">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0E3A3-8784-4ADC-9117-4C9FACC359A0}"/>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5" name="Footer Placeholder 4">
            <a:extLst>
              <a:ext uri="{FF2B5EF4-FFF2-40B4-BE49-F238E27FC236}">
                <a16:creationId xmlns:a16="http://schemas.microsoft.com/office/drawing/2014/main" id="{E94B77F4-04E6-475E-A8BD-D206716CA932}"/>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02F962BB-6BFC-4D39-91CB-6CCDAC75CEBC}"/>
              </a:ext>
            </a:extLst>
          </p:cNvPr>
          <p:cNvSpPr>
            <a:spLocks noGrp="1"/>
          </p:cNvSpPr>
          <p:nvPr>
            <p:ph type="sldNum" sz="quarter" idx="12"/>
          </p:nvPr>
        </p:nvSpPr>
        <p:spPr/>
        <p:txBody>
          <a:bodyPr/>
          <a:lstStyle>
            <a:lvl1pPr eaLnBrk="0" hangingPunct="0">
              <a:defRPr/>
            </a:lvl1pPr>
          </a:lstStyle>
          <a:p>
            <a:fld id="{6ACF5663-A805-4829-90B9-FD65258A23EE}" type="slidenum">
              <a:rPr lang="he-IL" altLang="en-US"/>
              <a:pPr/>
              <a:t>‹#›</a:t>
            </a:fld>
            <a:endParaRPr lang="en-US" altLang="en-US"/>
          </a:p>
        </p:txBody>
      </p:sp>
    </p:spTree>
    <p:extLst>
      <p:ext uri="{BB962C8B-B14F-4D97-AF65-F5344CB8AC3E}">
        <p14:creationId xmlns:p14="http://schemas.microsoft.com/office/powerpoint/2010/main" val="3763468534"/>
      </p:ext>
    </p:extLst>
  </p:cSld>
  <p:clrMapOvr>
    <a:masterClrMapping/>
  </p:clrMapOvr>
  <p:transition spd="med">
    <p:fade thruBlk="1"/>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5125" y="188913"/>
            <a:ext cx="2178050" cy="63706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388" y="188913"/>
            <a:ext cx="6383337" cy="63706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785740-43F3-4130-8C76-6C400BB8211D}"/>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5" name="Footer Placeholder 4">
            <a:extLst>
              <a:ext uri="{FF2B5EF4-FFF2-40B4-BE49-F238E27FC236}">
                <a16:creationId xmlns:a16="http://schemas.microsoft.com/office/drawing/2014/main" id="{65524CA7-62FF-4FD6-B95C-67157AE50376}"/>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6348CFC5-4BB0-4483-BC50-067CF27472C9}"/>
              </a:ext>
            </a:extLst>
          </p:cNvPr>
          <p:cNvSpPr>
            <a:spLocks noGrp="1"/>
          </p:cNvSpPr>
          <p:nvPr>
            <p:ph type="sldNum" sz="quarter" idx="12"/>
          </p:nvPr>
        </p:nvSpPr>
        <p:spPr/>
        <p:txBody>
          <a:bodyPr/>
          <a:lstStyle>
            <a:lvl1pPr eaLnBrk="0" hangingPunct="0">
              <a:defRPr/>
            </a:lvl1pPr>
          </a:lstStyle>
          <a:p>
            <a:fld id="{E7FFCC52-C4C2-450F-8609-6F4DB8EF8D11}" type="slidenum">
              <a:rPr lang="he-IL" altLang="en-US"/>
              <a:pPr/>
              <a:t>‹#›</a:t>
            </a:fld>
            <a:endParaRPr lang="en-US" altLang="en-US"/>
          </a:p>
        </p:txBody>
      </p:sp>
    </p:spTree>
    <p:extLst>
      <p:ext uri="{BB962C8B-B14F-4D97-AF65-F5344CB8AC3E}">
        <p14:creationId xmlns:p14="http://schemas.microsoft.com/office/powerpoint/2010/main" val="95383325"/>
      </p:ext>
    </p:extLst>
  </p:cSld>
  <p:clrMapOvr>
    <a:masterClrMapping/>
  </p:clrMapOvr>
  <p:transition spd="med">
    <p:fade thruBlk="1"/>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9750" y="188913"/>
            <a:ext cx="8353425" cy="719137"/>
          </a:xfrm>
        </p:spPr>
        <p:txBody>
          <a:bodyPr/>
          <a:lstStyle/>
          <a:p>
            <a:r>
              <a:rPr lang="en-US"/>
              <a:t>Click to edit Master title style</a:t>
            </a:r>
          </a:p>
        </p:txBody>
      </p:sp>
      <p:sp>
        <p:nvSpPr>
          <p:cNvPr id="3" name="Table Placeholder 2"/>
          <p:cNvSpPr>
            <a:spLocks noGrp="1"/>
          </p:cNvSpPr>
          <p:nvPr>
            <p:ph type="tbl" idx="1"/>
          </p:nvPr>
        </p:nvSpPr>
        <p:spPr>
          <a:xfrm>
            <a:off x="179388" y="908050"/>
            <a:ext cx="8713787" cy="5651500"/>
          </a:xfrm>
        </p:spPr>
        <p:txBody>
          <a:bodyPr/>
          <a:lstStyle/>
          <a:p>
            <a:pPr lvl="0"/>
            <a:endParaRPr lang="en-US" noProof="0"/>
          </a:p>
        </p:txBody>
      </p:sp>
      <p:sp>
        <p:nvSpPr>
          <p:cNvPr id="4" name="Date Placeholder 3">
            <a:extLst>
              <a:ext uri="{FF2B5EF4-FFF2-40B4-BE49-F238E27FC236}">
                <a16:creationId xmlns:a16="http://schemas.microsoft.com/office/drawing/2014/main" id="{659A11AA-5D69-4928-A0A2-871C7DB21DFC}"/>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5" name="Footer Placeholder 4">
            <a:extLst>
              <a:ext uri="{FF2B5EF4-FFF2-40B4-BE49-F238E27FC236}">
                <a16:creationId xmlns:a16="http://schemas.microsoft.com/office/drawing/2014/main" id="{239C380C-8D37-4442-A585-CA6BCD32C065}"/>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BE4E80-7297-430C-A3C6-30610937F40E}"/>
              </a:ext>
            </a:extLst>
          </p:cNvPr>
          <p:cNvSpPr>
            <a:spLocks noGrp="1"/>
          </p:cNvSpPr>
          <p:nvPr>
            <p:ph type="sldNum" sz="quarter" idx="12"/>
          </p:nvPr>
        </p:nvSpPr>
        <p:spPr/>
        <p:txBody>
          <a:bodyPr/>
          <a:lstStyle>
            <a:lvl1pPr eaLnBrk="0" hangingPunct="0">
              <a:defRPr/>
            </a:lvl1pPr>
          </a:lstStyle>
          <a:p>
            <a:fld id="{1D6C643F-86BC-44D5-B550-5ED6834A1ECC}" type="slidenum">
              <a:rPr lang="he-IL" altLang="en-US"/>
              <a:pPr/>
              <a:t>‹#›</a:t>
            </a:fld>
            <a:endParaRPr lang="en-US" altLang="en-US"/>
          </a:p>
        </p:txBody>
      </p:sp>
    </p:spTree>
    <p:extLst>
      <p:ext uri="{BB962C8B-B14F-4D97-AF65-F5344CB8AC3E}">
        <p14:creationId xmlns:p14="http://schemas.microsoft.com/office/powerpoint/2010/main" val="1108556360"/>
      </p:ext>
    </p:extLst>
  </p:cSld>
  <p:clrMapOvr>
    <a:masterClrMapping/>
  </p:clrMapOvr>
  <p:transition spd="med">
    <p:fade thruBlk="1"/>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539750" y="188913"/>
            <a:ext cx="8353425" cy="719137"/>
          </a:xfrm>
        </p:spPr>
        <p:txBody>
          <a:bodyPr/>
          <a:lstStyle/>
          <a:p>
            <a:r>
              <a:rPr lang="en-US"/>
              <a:t>Click to edit Master title style</a:t>
            </a:r>
          </a:p>
        </p:txBody>
      </p:sp>
      <p:sp>
        <p:nvSpPr>
          <p:cNvPr id="3" name="Text Placeholder 2"/>
          <p:cNvSpPr>
            <a:spLocks noGrp="1"/>
          </p:cNvSpPr>
          <p:nvPr>
            <p:ph type="body" sz="half" idx="1"/>
          </p:nvPr>
        </p:nvSpPr>
        <p:spPr>
          <a:xfrm>
            <a:off x="179388" y="908050"/>
            <a:ext cx="4279900" cy="565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p:cNvSpPr>
            <a:spLocks noGrp="1"/>
          </p:cNvSpPr>
          <p:nvPr>
            <p:ph type="clipArt" sz="half" idx="2"/>
          </p:nvPr>
        </p:nvSpPr>
        <p:spPr>
          <a:xfrm>
            <a:off x="4611688" y="908050"/>
            <a:ext cx="4281487" cy="5651500"/>
          </a:xfrm>
        </p:spPr>
        <p:txBody>
          <a:bodyPr/>
          <a:lstStyle/>
          <a:p>
            <a:pPr lvl="0"/>
            <a:endParaRPr lang="en-US" noProof="0"/>
          </a:p>
        </p:txBody>
      </p:sp>
      <p:sp>
        <p:nvSpPr>
          <p:cNvPr id="5" name="Date Placeholder 4">
            <a:extLst>
              <a:ext uri="{FF2B5EF4-FFF2-40B4-BE49-F238E27FC236}">
                <a16:creationId xmlns:a16="http://schemas.microsoft.com/office/drawing/2014/main" id="{E0AE0F71-B8D5-443D-9EFC-D15D50D0F89F}"/>
              </a:ext>
            </a:extLst>
          </p:cNvPr>
          <p:cNvSpPr>
            <a:spLocks noGrp="1"/>
          </p:cNvSpPr>
          <p:nvPr>
            <p:ph type="dt" sz="half" idx="10"/>
          </p:nvPr>
        </p:nvSpPr>
        <p:spPr/>
        <p:txBody>
          <a:bodyPr/>
          <a:lstStyle>
            <a:lvl1pPr eaLnBrk="0" hangingPunct="0">
              <a:defRPr>
                <a:cs typeface="Arial" panose="020B0604020202020204" pitchFamily="34" charset="0"/>
              </a:defRPr>
            </a:lvl1pPr>
          </a:lstStyle>
          <a:p>
            <a:pPr>
              <a:defRPr/>
            </a:pPr>
            <a:endParaRPr lang="en-US" altLang="en-US"/>
          </a:p>
        </p:txBody>
      </p:sp>
      <p:sp>
        <p:nvSpPr>
          <p:cNvPr id="6" name="Footer Placeholder 5">
            <a:extLst>
              <a:ext uri="{FF2B5EF4-FFF2-40B4-BE49-F238E27FC236}">
                <a16:creationId xmlns:a16="http://schemas.microsoft.com/office/drawing/2014/main" id="{BD0649CB-7274-4654-ACC7-82CC436A1B99}"/>
              </a:ext>
            </a:extLst>
          </p:cNvPr>
          <p:cNvSpPr>
            <a:spLocks noGrp="1"/>
          </p:cNvSpPr>
          <p:nvPr>
            <p:ph type="ftr" sz="quarter" idx="11"/>
          </p:nvPr>
        </p:nvSpPr>
        <p:spPr/>
        <p:txBody>
          <a:bodyPr/>
          <a:lstStyle>
            <a:lvl1pPr algn="l" eaLnBrk="0" hangingPunct="0">
              <a:defRPr>
                <a:cs typeface="Arial" panose="020B0604020202020204" pitchFamily="34" charset="0"/>
              </a:defRPr>
            </a:lvl1pPr>
          </a:lstStyle>
          <a:p>
            <a:pPr>
              <a:defRPr/>
            </a:pPr>
            <a:endParaRPr lang="en-US" altLang="en-US"/>
          </a:p>
        </p:txBody>
      </p:sp>
      <p:sp>
        <p:nvSpPr>
          <p:cNvPr id="7" name="Slide Number Placeholder 6">
            <a:extLst>
              <a:ext uri="{FF2B5EF4-FFF2-40B4-BE49-F238E27FC236}">
                <a16:creationId xmlns:a16="http://schemas.microsoft.com/office/drawing/2014/main" id="{BAD9A1DB-A663-4971-9DC9-1717B9C7CA19}"/>
              </a:ext>
            </a:extLst>
          </p:cNvPr>
          <p:cNvSpPr>
            <a:spLocks noGrp="1"/>
          </p:cNvSpPr>
          <p:nvPr>
            <p:ph type="sldNum" sz="quarter" idx="12"/>
          </p:nvPr>
        </p:nvSpPr>
        <p:spPr/>
        <p:txBody>
          <a:bodyPr/>
          <a:lstStyle>
            <a:lvl1pPr eaLnBrk="0" hangingPunct="0">
              <a:defRPr/>
            </a:lvl1pPr>
          </a:lstStyle>
          <a:p>
            <a:fld id="{6707AD1E-D567-4353-8703-D932A841F416}" type="slidenum">
              <a:rPr lang="he-IL" altLang="en-US"/>
              <a:pPr/>
              <a:t>‹#›</a:t>
            </a:fld>
            <a:endParaRPr lang="en-US" altLang="en-US"/>
          </a:p>
        </p:txBody>
      </p:sp>
    </p:spTree>
    <p:extLst>
      <p:ext uri="{BB962C8B-B14F-4D97-AF65-F5344CB8AC3E}">
        <p14:creationId xmlns:p14="http://schemas.microsoft.com/office/powerpoint/2010/main" val="1539507485"/>
      </p:ext>
    </p:extLst>
  </p:cSld>
  <p:clrMapOvr>
    <a:masterClrMapping/>
  </p:clrMapOvr>
  <p:transition spd="med">
    <p:fade thruBlk="1"/>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143000" y="1122363"/>
            <a:ext cx="6858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989536E2-4EB6-40E4-8E07-31C8D00EA481}"/>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E854ABBF-6200-4465-A40E-FE3103435AC3}"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2FE4CB1A-5CC7-4F28-B80E-E7EBBE15AA33}"/>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DF6BD84B-0B6E-4058-912C-0ADCEE5907DB}"/>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DDD66BC5-2C14-4F2F-BEDF-151D510CAF96}" type="slidenum">
              <a:rPr lang="he-IL" altLang="en-US"/>
              <a:pPr/>
              <a:t>‹#›</a:t>
            </a:fld>
            <a:endParaRPr lang="he-IL" altLang="en-US"/>
          </a:p>
        </p:txBody>
      </p:sp>
    </p:spTree>
    <p:extLst>
      <p:ext uri="{BB962C8B-B14F-4D97-AF65-F5344CB8AC3E}">
        <p14:creationId xmlns:p14="http://schemas.microsoft.com/office/powerpoint/2010/main" val="24554391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30D2678C-29DD-48B4-95D5-2B9872DE5500}"/>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6389A16C-3B97-4B51-A125-31A91053757C}"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7498615D-7B48-40D2-B64E-9B980E4FE04F}"/>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5A8D67CC-EEC2-4E09-823B-157EE45A8AA4}"/>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9B15D040-1A98-49B5-A80D-15D295FD7C06}" type="slidenum">
              <a:rPr lang="he-IL" altLang="en-US"/>
              <a:pPr/>
              <a:t>‹#›</a:t>
            </a:fld>
            <a:endParaRPr lang="he-IL" altLang="en-US"/>
          </a:p>
        </p:txBody>
      </p:sp>
    </p:spTree>
    <p:extLst>
      <p:ext uri="{BB962C8B-B14F-4D97-AF65-F5344CB8AC3E}">
        <p14:creationId xmlns:p14="http://schemas.microsoft.com/office/powerpoint/2010/main" val="10632653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623888" y="1709739"/>
            <a:ext cx="78867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ערוך סגנונות טקסט של תבנית בסיס</a:t>
            </a:r>
          </a:p>
        </p:txBody>
      </p:sp>
      <p:sp>
        <p:nvSpPr>
          <p:cNvPr id="4" name="מציין מיקום של תאריך 3">
            <a:extLst>
              <a:ext uri="{FF2B5EF4-FFF2-40B4-BE49-F238E27FC236}">
                <a16:creationId xmlns:a16="http://schemas.microsoft.com/office/drawing/2014/main" id="{8520F0BC-CD3B-4C73-ABE7-05C494690FED}"/>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639F8187-2B55-469B-AD5E-8C8CDB50B973}"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56F540E7-AF80-43A9-9DFA-C3D4E14CA170}"/>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028BB7FE-288C-44DD-9B86-6FE4C7CF1716}"/>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38DE20A4-6E33-4D0A-A5CC-461AC75FDBF2}" type="slidenum">
              <a:rPr lang="he-IL" altLang="en-US"/>
              <a:pPr/>
              <a:t>‹#›</a:t>
            </a:fld>
            <a:endParaRPr lang="he-IL" altLang="en-US"/>
          </a:p>
        </p:txBody>
      </p:sp>
    </p:spTree>
    <p:extLst>
      <p:ext uri="{BB962C8B-B14F-4D97-AF65-F5344CB8AC3E}">
        <p14:creationId xmlns:p14="http://schemas.microsoft.com/office/powerpoint/2010/main" val="1428289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28650" y="1825625"/>
            <a:ext cx="38862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29150" y="1825625"/>
            <a:ext cx="38862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A3CF5617-B04A-4C5D-8DFF-BBB03D5C9A1B}"/>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91F39E32-BF44-4BF7-996C-A17E7DA574BB}" type="datetime8">
              <a:rPr lang="he-IL"/>
              <a:pPr>
                <a:defRPr/>
              </a:pPr>
              <a:t>22 מרץ 20</a:t>
            </a:fld>
            <a:endParaRPr lang="he-IL"/>
          </a:p>
        </p:txBody>
      </p:sp>
      <p:sp>
        <p:nvSpPr>
          <p:cNvPr id="6" name="מציין מיקום של כותרת תחתונה 5">
            <a:extLst>
              <a:ext uri="{FF2B5EF4-FFF2-40B4-BE49-F238E27FC236}">
                <a16:creationId xmlns:a16="http://schemas.microsoft.com/office/drawing/2014/main" id="{2F1E5C38-0D99-4BBC-A2FB-3000FFD13993}"/>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7" name="מציין מיקום של מספר שקופית 6">
            <a:extLst>
              <a:ext uri="{FF2B5EF4-FFF2-40B4-BE49-F238E27FC236}">
                <a16:creationId xmlns:a16="http://schemas.microsoft.com/office/drawing/2014/main" id="{F77C7158-6455-4FE0-AA1C-890C9C1677AD}"/>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AFEDE8A3-771A-4F81-BD3F-1B762BDA578B}" type="slidenum">
              <a:rPr lang="he-IL" altLang="en-US"/>
              <a:pPr/>
              <a:t>‹#›</a:t>
            </a:fld>
            <a:endParaRPr lang="he-IL" altLang="en-US"/>
          </a:p>
        </p:txBody>
      </p:sp>
    </p:spTree>
    <p:extLst>
      <p:ext uri="{BB962C8B-B14F-4D97-AF65-F5344CB8AC3E}">
        <p14:creationId xmlns:p14="http://schemas.microsoft.com/office/powerpoint/2010/main" val="2588178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365126"/>
            <a:ext cx="78867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629842" y="2505075"/>
            <a:ext cx="3868340"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4629150" y="2505075"/>
            <a:ext cx="3887391"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680D6F16-3935-4B8B-A421-330AAE529BF1}"/>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6B57AA88-32FF-4949-85DB-650C565997E0}" type="datetime8">
              <a:rPr lang="he-IL"/>
              <a:pPr>
                <a:defRPr/>
              </a:pPr>
              <a:t>22 מרץ 20</a:t>
            </a:fld>
            <a:endParaRPr lang="he-IL"/>
          </a:p>
        </p:txBody>
      </p:sp>
      <p:sp>
        <p:nvSpPr>
          <p:cNvPr id="8" name="מציין מיקום של כותרת תחתונה 7">
            <a:extLst>
              <a:ext uri="{FF2B5EF4-FFF2-40B4-BE49-F238E27FC236}">
                <a16:creationId xmlns:a16="http://schemas.microsoft.com/office/drawing/2014/main" id="{8AE1E697-8781-44A5-85D7-AE306D451379}"/>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9" name="מציין מיקום של מספר שקופית 8">
            <a:extLst>
              <a:ext uri="{FF2B5EF4-FFF2-40B4-BE49-F238E27FC236}">
                <a16:creationId xmlns:a16="http://schemas.microsoft.com/office/drawing/2014/main" id="{C9F50001-E905-439B-951E-BD162E1C064A}"/>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9F33D6C6-D73A-4CEE-A7C3-BE2F7C62451E}" type="slidenum">
              <a:rPr lang="he-IL" altLang="en-US"/>
              <a:pPr/>
              <a:t>‹#›</a:t>
            </a:fld>
            <a:endParaRPr lang="he-IL" altLang="en-US"/>
          </a:p>
        </p:txBody>
      </p:sp>
    </p:spTree>
    <p:extLst>
      <p:ext uri="{BB962C8B-B14F-4D97-AF65-F5344CB8AC3E}">
        <p14:creationId xmlns:p14="http://schemas.microsoft.com/office/powerpoint/2010/main" val="16073215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6E862DDF-8538-490D-A13D-F250736A0BDA}"/>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4F078699-ED36-457F-8AAB-D8D7B700302A}" type="datetime8">
              <a:rPr lang="he-IL"/>
              <a:pPr>
                <a:defRPr/>
              </a:pPr>
              <a:t>22 מרץ 20</a:t>
            </a:fld>
            <a:endParaRPr lang="he-IL"/>
          </a:p>
        </p:txBody>
      </p:sp>
      <p:sp>
        <p:nvSpPr>
          <p:cNvPr id="4" name="מציין מיקום של כותרת תחתונה 3">
            <a:extLst>
              <a:ext uri="{FF2B5EF4-FFF2-40B4-BE49-F238E27FC236}">
                <a16:creationId xmlns:a16="http://schemas.microsoft.com/office/drawing/2014/main" id="{FA6CC504-C35D-451A-A586-5B3E106D426B}"/>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5" name="מציין מיקום של מספר שקופית 4">
            <a:extLst>
              <a:ext uri="{FF2B5EF4-FFF2-40B4-BE49-F238E27FC236}">
                <a16:creationId xmlns:a16="http://schemas.microsoft.com/office/drawing/2014/main" id="{1314C78B-781A-4B0F-BFE5-19333DF6D4F4}"/>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DBCD731A-03D6-4DAF-A218-D8A35D906A2B}" type="slidenum">
              <a:rPr lang="he-IL" altLang="en-US"/>
              <a:pPr/>
              <a:t>‹#›</a:t>
            </a:fld>
            <a:endParaRPr lang="he-IL" altLang="en-US"/>
          </a:p>
        </p:txBody>
      </p:sp>
    </p:spTree>
    <p:extLst>
      <p:ext uri="{BB962C8B-B14F-4D97-AF65-F5344CB8AC3E}">
        <p14:creationId xmlns:p14="http://schemas.microsoft.com/office/powerpoint/2010/main" val="10389535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0B8ADE4C-C6B5-46E2-96B8-C44DDC6B4704}"/>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F89C9017-B21A-47CE-86EF-281CF79997EE}" type="datetime8">
              <a:rPr lang="he-IL"/>
              <a:pPr>
                <a:defRPr/>
              </a:pPr>
              <a:t>22 מרץ 20</a:t>
            </a:fld>
            <a:endParaRPr lang="he-IL"/>
          </a:p>
        </p:txBody>
      </p:sp>
      <p:sp>
        <p:nvSpPr>
          <p:cNvPr id="3" name="מציין מיקום של כותרת תחתונה 2">
            <a:extLst>
              <a:ext uri="{FF2B5EF4-FFF2-40B4-BE49-F238E27FC236}">
                <a16:creationId xmlns:a16="http://schemas.microsoft.com/office/drawing/2014/main" id="{67E576F3-AE2D-457A-AA0B-8E6742305AA8}"/>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4" name="מציין מיקום של מספר שקופית 3">
            <a:extLst>
              <a:ext uri="{FF2B5EF4-FFF2-40B4-BE49-F238E27FC236}">
                <a16:creationId xmlns:a16="http://schemas.microsoft.com/office/drawing/2014/main" id="{11D0159A-0EF8-4741-A764-AA1CE1896C44}"/>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8402BB67-3370-40A8-87D3-9EF530CAE8DE}" type="slidenum">
              <a:rPr lang="he-IL" altLang="en-US"/>
              <a:pPr/>
              <a:t>‹#›</a:t>
            </a:fld>
            <a:endParaRPr lang="he-IL" altLang="en-US"/>
          </a:p>
        </p:txBody>
      </p:sp>
    </p:spTree>
    <p:extLst>
      <p:ext uri="{BB962C8B-B14F-4D97-AF65-F5344CB8AC3E}">
        <p14:creationId xmlns:p14="http://schemas.microsoft.com/office/powerpoint/2010/main" val="25028908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59DC514B-EE16-4141-94EF-C80339070373}"/>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BDFC97D4-8A0B-4C89-B65C-FAEAA4DD43EF}" type="datetime8">
              <a:rPr lang="he-IL"/>
              <a:pPr>
                <a:defRPr/>
              </a:pPr>
              <a:t>22 מרץ 20</a:t>
            </a:fld>
            <a:endParaRPr lang="he-IL"/>
          </a:p>
        </p:txBody>
      </p:sp>
      <p:sp>
        <p:nvSpPr>
          <p:cNvPr id="6" name="מציין מיקום של כותרת תחתונה 5">
            <a:extLst>
              <a:ext uri="{FF2B5EF4-FFF2-40B4-BE49-F238E27FC236}">
                <a16:creationId xmlns:a16="http://schemas.microsoft.com/office/drawing/2014/main" id="{CF9500BF-62F8-417B-B682-20CD96F7B434}"/>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7" name="מציין מיקום של מספר שקופית 6">
            <a:extLst>
              <a:ext uri="{FF2B5EF4-FFF2-40B4-BE49-F238E27FC236}">
                <a16:creationId xmlns:a16="http://schemas.microsoft.com/office/drawing/2014/main" id="{A56D9633-54DB-4742-A08B-F36D3590B7A8}"/>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C834B532-20A7-4215-AEB6-F5EC41803229}" type="slidenum">
              <a:rPr lang="he-IL" altLang="en-US"/>
              <a:pPr/>
              <a:t>‹#›</a:t>
            </a:fld>
            <a:endParaRPr lang="he-IL" altLang="en-US"/>
          </a:p>
        </p:txBody>
      </p:sp>
    </p:spTree>
    <p:extLst>
      <p:ext uri="{BB962C8B-B14F-4D97-AF65-F5344CB8AC3E}">
        <p14:creationId xmlns:p14="http://schemas.microsoft.com/office/powerpoint/2010/main" val="35710743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29841" y="457200"/>
            <a:ext cx="2949178"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3887391" y="987426"/>
            <a:ext cx="4629150" cy="4873625"/>
          </a:xfrm>
        </p:spPr>
        <p:txBody>
          <a:bodyPr rtlCol="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he-IL" noProof="0"/>
          </a:p>
        </p:txBody>
      </p:sp>
      <p:sp>
        <p:nvSpPr>
          <p:cNvPr id="4" name="מציין מיקום טקסט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ערוך סגנונות טקסט של תבנית בסיס</a:t>
            </a:r>
          </a:p>
        </p:txBody>
      </p:sp>
      <p:sp>
        <p:nvSpPr>
          <p:cNvPr id="5" name="מציין מיקום של תאריך 4">
            <a:extLst>
              <a:ext uri="{FF2B5EF4-FFF2-40B4-BE49-F238E27FC236}">
                <a16:creationId xmlns:a16="http://schemas.microsoft.com/office/drawing/2014/main" id="{49D37B37-2F15-4028-B08B-146D7ECF75CD}"/>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08FFED26-58D9-46C8-8947-4680AFA279B2}" type="datetime8">
              <a:rPr lang="he-IL"/>
              <a:pPr>
                <a:defRPr/>
              </a:pPr>
              <a:t>22 מרץ 20</a:t>
            </a:fld>
            <a:endParaRPr lang="he-IL"/>
          </a:p>
        </p:txBody>
      </p:sp>
      <p:sp>
        <p:nvSpPr>
          <p:cNvPr id="6" name="מציין מיקום של כותרת תחתונה 5">
            <a:extLst>
              <a:ext uri="{FF2B5EF4-FFF2-40B4-BE49-F238E27FC236}">
                <a16:creationId xmlns:a16="http://schemas.microsoft.com/office/drawing/2014/main" id="{AA14317A-433E-46C5-89B2-2DC4199BEEEE}"/>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7" name="מציין מיקום של מספר שקופית 6">
            <a:extLst>
              <a:ext uri="{FF2B5EF4-FFF2-40B4-BE49-F238E27FC236}">
                <a16:creationId xmlns:a16="http://schemas.microsoft.com/office/drawing/2014/main" id="{281E24B4-66FD-4432-B732-60147330253A}"/>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FA294D49-6C8A-4B31-89B5-0EB5C650E81B}" type="slidenum">
              <a:rPr lang="he-IL" altLang="en-US"/>
              <a:pPr/>
              <a:t>‹#›</a:t>
            </a:fld>
            <a:endParaRPr lang="he-IL" altLang="en-US"/>
          </a:p>
        </p:txBody>
      </p:sp>
    </p:spTree>
    <p:extLst>
      <p:ext uri="{BB962C8B-B14F-4D97-AF65-F5344CB8AC3E}">
        <p14:creationId xmlns:p14="http://schemas.microsoft.com/office/powerpoint/2010/main" val="2560957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6B3A16D6-8608-453D-A6F9-0F953A8AFF89}"/>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91ACB157-D135-4C7D-9655-203DB3D5E02B}"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BE943521-367F-43AD-9602-B79D8E919A89}"/>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F9C02B1A-650B-4543-9B21-B7480FE5A4AB}"/>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E50F36FD-E281-4DD0-9047-B4C078B7DE31}" type="slidenum">
              <a:rPr lang="he-IL" altLang="en-US"/>
              <a:pPr/>
              <a:t>‹#›</a:t>
            </a:fld>
            <a:endParaRPr lang="he-IL" altLang="en-US"/>
          </a:p>
        </p:txBody>
      </p:sp>
    </p:spTree>
    <p:extLst>
      <p:ext uri="{BB962C8B-B14F-4D97-AF65-F5344CB8AC3E}">
        <p14:creationId xmlns:p14="http://schemas.microsoft.com/office/powerpoint/2010/main" val="20475438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543675" y="365125"/>
            <a:ext cx="1971675"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28650" y="365125"/>
            <a:ext cx="5800725"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4F7D7BE9-D0A0-4BF9-A10A-9C1BA37622E5}"/>
              </a:ext>
            </a:extLst>
          </p:cNvPr>
          <p:cNvSpPr>
            <a:spLocks noGrp="1"/>
          </p:cNvSpPr>
          <p:nvPr>
            <p:ph type="dt" sz="half"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fld id="{BABE1577-59E6-43AF-AF24-28B5AAEC464B}"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B5DAFDC2-8D36-4C88-A4AB-8EC12ABC01FE}"/>
              </a:ext>
            </a:extLst>
          </p:cNvPr>
          <p:cNvSpPr>
            <a:spLocks noGrp="1"/>
          </p:cNvSpPr>
          <p:nvPr>
            <p:ph type="ftr" sz="quarter" idx="11"/>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D207665F-C1B7-43E3-8777-B2792C1C3441}"/>
              </a:ext>
            </a:extLst>
          </p:cNvPr>
          <p:cNvSpPr>
            <a:spLocks noGrp="1"/>
          </p:cNvSpPr>
          <p:nvPr>
            <p:ph type="sldNum" sz="quarter" idx="12"/>
          </p:nvPr>
        </p:nvSpPr>
        <p:spPr/>
        <p:txBody>
          <a:bodyPr/>
          <a:lstStyle>
            <a:lvl1pPr rtl="0" eaLnBrk="0" hangingPunct="0">
              <a:defRPr b="1">
                <a:latin typeface="Arial" panose="020B0604020202020204" pitchFamily="34" charset="0"/>
              </a:defRPr>
            </a:lvl1pPr>
          </a:lstStyle>
          <a:p>
            <a:fld id="{BE590259-569C-4FA7-93A5-A10064C8CC90}" type="slidenum">
              <a:rPr lang="he-IL" altLang="en-US"/>
              <a:pPr/>
              <a:t>‹#›</a:t>
            </a:fld>
            <a:endParaRPr lang="he-IL" altLang="en-US"/>
          </a:p>
        </p:txBody>
      </p:sp>
    </p:spTree>
    <p:extLst>
      <p:ext uri="{BB962C8B-B14F-4D97-AF65-F5344CB8AC3E}">
        <p14:creationId xmlns:p14="http://schemas.microsoft.com/office/powerpoint/2010/main" val="40937212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ClipArt">
  <p:cSld name="כותרת, פריט אוסף תמונות וטקסט">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457200"/>
            <a:ext cx="8229600" cy="1371600"/>
          </a:xfrm>
        </p:spPr>
        <p:txBody>
          <a:bodyPr/>
          <a:lstStyle/>
          <a:p>
            <a:r>
              <a:rPr lang="he-IL"/>
              <a:t>לחץ כדי לערוך סגנון כותרת של תבנית בסיס</a:t>
            </a:r>
          </a:p>
        </p:txBody>
      </p:sp>
      <p:sp>
        <p:nvSpPr>
          <p:cNvPr id="3" name="מציין מיקום טקסט 2"/>
          <p:cNvSpPr>
            <a:spLocks noGrp="1"/>
          </p:cNvSpPr>
          <p:nvPr>
            <p:ph type="body" sz="half" idx="1"/>
          </p:nvPr>
        </p:nvSpPr>
        <p:spPr>
          <a:xfrm>
            <a:off x="457200" y="1981200"/>
            <a:ext cx="4038600" cy="3886200"/>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אוסף תמונות 3"/>
          <p:cNvSpPr>
            <a:spLocks noGrp="1"/>
          </p:cNvSpPr>
          <p:nvPr>
            <p:ph type="clipArt" sz="half" idx="2"/>
          </p:nvPr>
        </p:nvSpPr>
        <p:spPr>
          <a:xfrm>
            <a:off x="4648200" y="1981200"/>
            <a:ext cx="4038600" cy="3886200"/>
          </a:xfrm>
        </p:spPr>
        <p:txBody>
          <a:bodyPr rtlCol="1"/>
          <a:lstStyle/>
          <a:p>
            <a:pPr lvl="0"/>
            <a:endParaRPr lang="he-IL" noProof="0"/>
          </a:p>
        </p:txBody>
      </p:sp>
      <p:sp>
        <p:nvSpPr>
          <p:cNvPr id="5" name="Rectangle 2">
            <a:extLst>
              <a:ext uri="{FF2B5EF4-FFF2-40B4-BE49-F238E27FC236}">
                <a16:creationId xmlns:a16="http://schemas.microsoft.com/office/drawing/2014/main" id="{61A9B2C0-CBCB-4F9A-87A3-DDD5BE19B99A}"/>
              </a:ext>
            </a:extLst>
          </p:cNvPr>
          <p:cNvSpPr>
            <a:spLocks noGrp="1" noChangeArrowheads="1"/>
          </p:cNvSpPr>
          <p:nvPr>
            <p:ph type="ftr" sz="quarter" idx="10"/>
          </p:nvPr>
        </p:nvSpPr>
        <p:spPr/>
        <p:txBody>
          <a:bodyPr/>
          <a:lstStyle>
            <a:lvl1pPr rtl="0" eaLnBrk="0" fontAlgn="base" hangingPunct="0">
              <a:spcBef>
                <a:spcPct val="0"/>
              </a:spcBef>
              <a:spcAft>
                <a:spcPct val="0"/>
              </a:spcAft>
              <a:defRPr b="1">
                <a:latin typeface="Arial" panose="020B0604020202020204" pitchFamily="34" charset="0"/>
              </a:defRPr>
            </a:lvl1pPr>
          </a:lstStyle>
          <a:p>
            <a:pPr>
              <a:defRPr/>
            </a:pPr>
            <a:r>
              <a:rPr lang="he-IL"/>
              <a:t>התנהגות ארגונית מאקרו- ד"ר אשרית כספי ברוך</a:t>
            </a:r>
            <a:endParaRPr lang="en-US"/>
          </a:p>
        </p:txBody>
      </p:sp>
      <p:sp>
        <p:nvSpPr>
          <p:cNvPr id="6" name="Rectangle 3">
            <a:extLst>
              <a:ext uri="{FF2B5EF4-FFF2-40B4-BE49-F238E27FC236}">
                <a16:creationId xmlns:a16="http://schemas.microsoft.com/office/drawing/2014/main" id="{4C9D9352-A884-480B-9515-EE594EB2257B}"/>
              </a:ext>
            </a:extLst>
          </p:cNvPr>
          <p:cNvSpPr>
            <a:spLocks noGrp="1" noChangeArrowheads="1"/>
          </p:cNvSpPr>
          <p:nvPr>
            <p:ph type="sldNum" sz="quarter" idx="11"/>
          </p:nvPr>
        </p:nvSpPr>
        <p:spPr/>
        <p:txBody>
          <a:bodyPr/>
          <a:lstStyle>
            <a:lvl1pPr rtl="0" eaLnBrk="0" hangingPunct="0">
              <a:defRPr b="1">
                <a:latin typeface="Arial" panose="020B0604020202020204" pitchFamily="34" charset="0"/>
              </a:defRPr>
            </a:lvl1pPr>
          </a:lstStyle>
          <a:p>
            <a:fld id="{D5EADD48-38E6-44A9-AF64-3FB9C8DE06B5}" type="slidenum">
              <a:rPr lang="he-IL" altLang="en-US"/>
              <a:pPr/>
              <a:t>‹#›</a:t>
            </a:fld>
            <a:endParaRPr lang="en-US" altLang="en-US"/>
          </a:p>
        </p:txBody>
      </p:sp>
      <p:sp>
        <p:nvSpPr>
          <p:cNvPr id="7" name="Rectangle 16">
            <a:extLst>
              <a:ext uri="{FF2B5EF4-FFF2-40B4-BE49-F238E27FC236}">
                <a16:creationId xmlns:a16="http://schemas.microsoft.com/office/drawing/2014/main" id="{1C163E5D-2D8B-4A17-A2E6-45CDB9880D55}"/>
              </a:ext>
            </a:extLst>
          </p:cNvPr>
          <p:cNvSpPr>
            <a:spLocks noGrp="1" noChangeArrowheads="1"/>
          </p:cNvSpPr>
          <p:nvPr>
            <p:ph type="dt" sz="half" idx="12"/>
          </p:nvPr>
        </p:nvSpPr>
        <p:spPr/>
        <p:txBody>
          <a:bodyPr/>
          <a:lstStyle>
            <a:lvl1pPr rtl="0" eaLnBrk="0" fontAlgn="base" hangingPunct="0">
              <a:spcBef>
                <a:spcPct val="0"/>
              </a:spcBef>
              <a:spcAft>
                <a:spcPct val="0"/>
              </a:spcAft>
              <a:defRPr b="1" smtClean="0">
                <a:latin typeface="Arial" panose="020B0604020202020204" pitchFamily="34" charset="0"/>
              </a:defRPr>
            </a:lvl1pPr>
          </a:lstStyle>
          <a:p>
            <a:pPr>
              <a:defRPr/>
            </a:pPr>
            <a:fld id="{213E3C7F-9E66-45B5-BA2B-DE961B51C6A0}" type="datetime8">
              <a:rPr lang="he-IL"/>
              <a:pPr>
                <a:defRPr/>
              </a:pPr>
              <a:t>22 מרץ 20</a:t>
            </a:fld>
            <a:endParaRPr lang="en-US"/>
          </a:p>
        </p:txBody>
      </p:sp>
    </p:spTree>
    <p:extLst>
      <p:ext uri="{BB962C8B-B14F-4D97-AF65-F5344CB8AC3E}">
        <p14:creationId xmlns:p14="http://schemas.microsoft.com/office/powerpoint/2010/main" val="34874362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7EEFB72-5733-4B1E-BC71-68EDAB3CAED3}"/>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0550D5CA-EE5C-450B-ACFB-8B7DE458C13D}"/>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0" eaLnBrk="1" hangingPunct="1">
                <a:defRPr/>
              </a:pPr>
              <a:endParaRPr lang="en-US" sz="2400" b="0">
                <a:solidFill>
                  <a:srgbClr val="000000"/>
                </a:solidFill>
                <a:latin typeface="Times New Roman" panose="02020603050405020304" pitchFamily="18" charset="0"/>
              </a:endParaRPr>
            </a:p>
          </p:txBody>
        </p:sp>
        <p:sp>
          <p:nvSpPr>
            <p:cNvPr id="6" name="Rectangle 4">
              <a:extLst>
                <a:ext uri="{FF2B5EF4-FFF2-40B4-BE49-F238E27FC236}">
                  <a16:creationId xmlns:a16="http://schemas.microsoft.com/office/drawing/2014/main" id="{CB5D9EC5-EABB-47E7-B3FB-A6604201595D}"/>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grpSp>
          <p:nvGrpSpPr>
            <p:cNvPr id="7" name="Group 5">
              <a:extLst>
                <a:ext uri="{FF2B5EF4-FFF2-40B4-BE49-F238E27FC236}">
                  <a16:creationId xmlns:a16="http://schemas.microsoft.com/office/drawing/2014/main" id="{66A0D964-10CE-495A-A6D8-6BAA6A7D3131}"/>
                </a:ext>
              </a:extLst>
            </p:cNvPr>
            <p:cNvGrpSpPr>
              <a:grpSpLocks/>
            </p:cNvGrpSpPr>
            <p:nvPr/>
          </p:nvGrpSpPr>
          <p:grpSpPr bwMode="auto">
            <a:xfrm>
              <a:off x="0" y="672"/>
              <a:ext cx="1806" cy="1989"/>
              <a:chOff x="0" y="672"/>
              <a:chExt cx="1806" cy="1989"/>
            </a:xfrm>
          </p:grpSpPr>
          <p:sp>
            <p:nvSpPr>
              <p:cNvPr id="8" name="Rectangle 6">
                <a:extLst>
                  <a:ext uri="{FF2B5EF4-FFF2-40B4-BE49-F238E27FC236}">
                    <a16:creationId xmlns:a16="http://schemas.microsoft.com/office/drawing/2014/main" id="{A36DC040-3977-4F97-B5B8-9669DA74ABFF}"/>
                  </a:ext>
                </a:extLst>
              </p:cNvPr>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9" name="Rectangle 7">
                <a:extLst>
                  <a:ext uri="{FF2B5EF4-FFF2-40B4-BE49-F238E27FC236}">
                    <a16:creationId xmlns:a16="http://schemas.microsoft.com/office/drawing/2014/main" id="{C519A343-3A15-4C3F-903F-C4431CFF023D}"/>
                  </a:ext>
                </a:extLst>
              </p:cNvPr>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0" name="Rectangle 8">
                <a:extLst>
                  <a:ext uri="{FF2B5EF4-FFF2-40B4-BE49-F238E27FC236}">
                    <a16:creationId xmlns:a16="http://schemas.microsoft.com/office/drawing/2014/main" id="{24A6382E-1C2A-450F-AD88-02A0F835B254}"/>
                  </a:ext>
                </a:extLst>
              </p:cNvPr>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1" name="Rectangle 9">
                <a:extLst>
                  <a:ext uri="{FF2B5EF4-FFF2-40B4-BE49-F238E27FC236}">
                    <a16:creationId xmlns:a16="http://schemas.microsoft.com/office/drawing/2014/main" id="{80B00BD5-EB91-4881-9C8F-BC2FA4E6739C}"/>
                  </a:ext>
                </a:extLst>
              </p:cNvPr>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2" name="Rectangle 10">
                <a:extLst>
                  <a:ext uri="{FF2B5EF4-FFF2-40B4-BE49-F238E27FC236}">
                    <a16:creationId xmlns:a16="http://schemas.microsoft.com/office/drawing/2014/main" id="{49DE70DE-BAFD-466B-8B2B-AB03FA994E63}"/>
                  </a:ext>
                </a:extLst>
              </p:cNvPr>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3" name="Rectangle 11">
                <a:extLst>
                  <a:ext uri="{FF2B5EF4-FFF2-40B4-BE49-F238E27FC236}">
                    <a16:creationId xmlns:a16="http://schemas.microsoft.com/office/drawing/2014/main" id="{90FEB0B8-4D02-4EBA-A43F-45790164E83F}"/>
                  </a:ext>
                </a:extLst>
              </p:cNvPr>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4" name="Rectangle 12">
                <a:extLst>
                  <a:ext uri="{FF2B5EF4-FFF2-40B4-BE49-F238E27FC236}">
                    <a16:creationId xmlns:a16="http://schemas.microsoft.com/office/drawing/2014/main" id="{41F9316B-B58A-4B74-8FF6-745264D75292}"/>
                  </a:ext>
                </a:extLst>
              </p:cNvPr>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5" name="Rectangle 13">
                <a:extLst>
                  <a:ext uri="{FF2B5EF4-FFF2-40B4-BE49-F238E27FC236}">
                    <a16:creationId xmlns:a16="http://schemas.microsoft.com/office/drawing/2014/main" id="{D502D25F-E528-478A-9865-719FE408EB6E}"/>
                  </a:ext>
                </a:extLst>
              </p:cNvPr>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6" name="Rectangle 14">
                <a:extLst>
                  <a:ext uri="{FF2B5EF4-FFF2-40B4-BE49-F238E27FC236}">
                    <a16:creationId xmlns:a16="http://schemas.microsoft.com/office/drawing/2014/main" id="{E50FBFCD-9A0E-438B-B2F2-AA805B1F7DC8}"/>
                  </a:ext>
                </a:extLst>
              </p:cNvPr>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7" name="Rectangle 15">
                <a:extLst>
                  <a:ext uri="{FF2B5EF4-FFF2-40B4-BE49-F238E27FC236}">
                    <a16:creationId xmlns:a16="http://schemas.microsoft.com/office/drawing/2014/main" id="{92D25F38-CF69-4362-A8BA-06A00B7779BA}"/>
                  </a:ext>
                </a:extLst>
              </p:cNvPr>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grpSp>
      </p:grpSp>
      <p:sp>
        <p:nvSpPr>
          <p:cNvPr id="513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en-US" noProof="0"/>
              <a:t>Click to edit Master title style</a:t>
            </a:r>
          </a:p>
        </p:txBody>
      </p:sp>
      <p:sp>
        <p:nvSpPr>
          <p:cNvPr id="514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en-US" noProof="0"/>
              <a:t>Click to edit Master subtitle style</a:t>
            </a:r>
          </a:p>
        </p:txBody>
      </p:sp>
      <p:sp>
        <p:nvSpPr>
          <p:cNvPr id="18" name="Rectangle 16">
            <a:extLst>
              <a:ext uri="{FF2B5EF4-FFF2-40B4-BE49-F238E27FC236}">
                <a16:creationId xmlns:a16="http://schemas.microsoft.com/office/drawing/2014/main" id="{D0BB75C2-00BA-4363-AC21-021EA36B381A}"/>
              </a:ext>
            </a:extLst>
          </p:cNvPr>
          <p:cNvSpPr>
            <a:spLocks noGrp="1" noChangeArrowheads="1"/>
          </p:cNvSpPr>
          <p:nvPr>
            <p:ph type="dt" sz="half" idx="10"/>
          </p:nvPr>
        </p:nvSpPr>
        <p:spPr>
          <a:xfrm>
            <a:off x="457200" y="6248400"/>
            <a:ext cx="2133600" cy="457200"/>
          </a:xfrm>
        </p:spPr>
        <p:txBody>
          <a:bodyPr/>
          <a:lstStyle>
            <a:lvl1pPr>
              <a:defRPr b="1"/>
            </a:lvl1pPr>
          </a:lstStyle>
          <a:p>
            <a:pPr>
              <a:defRPr/>
            </a:pPr>
            <a:endParaRPr lang="en-US"/>
          </a:p>
        </p:txBody>
      </p:sp>
      <p:sp>
        <p:nvSpPr>
          <p:cNvPr id="19" name="Rectangle 17">
            <a:extLst>
              <a:ext uri="{FF2B5EF4-FFF2-40B4-BE49-F238E27FC236}">
                <a16:creationId xmlns:a16="http://schemas.microsoft.com/office/drawing/2014/main" id="{6623C180-5F3D-4DD4-913E-23684FFB20B8}"/>
              </a:ext>
            </a:extLst>
          </p:cNvPr>
          <p:cNvSpPr>
            <a:spLocks noGrp="1" noChangeArrowheads="1"/>
          </p:cNvSpPr>
          <p:nvPr>
            <p:ph type="ftr" sz="quarter" idx="11"/>
          </p:nvPr>
        </p:nvSpPr>
        <p:spPr/>
        <p:txBody>
          <a:bodyPr/>
          <a:lstStyle>
            <a:lvl1pPr>
              <a:defRPr b="1"/>
            </a:lvl1pPr>
          </a:lstStyle>
          <a:p>
            <a:pPr>
              <a:defRPr/>
            </a:pPr>
            <a:endParaRPr lang="en-US"/>
          </a:p>
        </p:txBody>
      </p:sp>
      <p:sp>
        <p:nvSpPr>
          <p:cNvPr id="20" name="Rectangle 18">
            <a:extLst>
              <a:ext uri="{FF2B5EF4-FFF2-40B4-BE49-F238E27FC236}">
                <a16:creationId xmlns:a16="http://schemas.microsoft.com/office/drawing/2014/main" id="{3C757451-A643-4419-9568-17579922315B}"/>
              </a:ext>
            </a:extLst>
          </p:cNvPr>
          <p:cNvSpPr>
            <a:spLocks noGrp="1" noChangeArrowheads="1"/>
          </p:cNvSpPr>
          <p:nvPr>
            <p:ph type="sldNum" sz="quarter" idx="12"/>
          </p:nvPr>
        </p:nvSpPr>
        <p:spPr/>
        <p:txBody>
          <a:bodyPr/>
          <a:lstStyle>
            <a:lvl1pPr>
              <a:defRPr b="1"/>
            </a:lvl1pPr>
          </a:lstStyle>
          <a:p>
            <a:fld id="{D0C52981-73BC-497F-86A0-04713DF4E4BD}" type="slidenum">
              <a:rPr lang="he-IL" altLang="en-US"/>
              <a:pPr/>
              <a:t>‹#›</a:t>
            </a:fld>
            <a:endParaRPr lang="en-US" altLang="en-US"/>
          </a:p>
        </p:txBody>
      </p:sp>
    </p:spTree>
    <p:extLst>
      <p:ext uri="{BB962C8B-B14F-4D97-AF65-F5344CB8AC3E}">
        <p14:creationId xmlns:p14="http://schemas.microsoft.com/office/powerpoint/2010/main" val="160294880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Rectangle 2">
            <a:extLst>
              <a:ext uri="{FF2B5EF4-FFF2-40B4-BE49-F238E27FC236}">
                <a16:creationId xmlns:a16="http://schemas.microsoft.com/office/drawing/2014/main" id="{E735596F-F555-4099-98F6-62148AFDB397}"/>
              </a:ext>
            </a:extLst>
          </p:cNvPr>
          <p:cNvSpPr>
            <a:spLocks noGrp="1" noChangeArrowheads="1"/>
          </p:cNvSpPr>
          <p:nvPr>
            <p:ph type="ftr" sz="quarter" idx="10"/>
          </p:nvPr>
        </p:nvSpPr>
        <p:spPr/>
        <p:txBody>
          <a:bodyPr/>
          <a:lstStyle>
            <a:lvl1pPr>
              <a:defRPr b="1"/>
            </a:lvl1pPr>
          </a:lstStyle>
          <a:p>
            <a:pPr>
              <a:defRPr/>
            </a:pPr>
            <a:endParaRPr lang="en-US"/>
          </a:p>
        </p:txBody>
      </p:sp>
      <p:sp>
        <p:nvSpPr>
          <p:cNvPr id="5" name="Rectangle 3">
            <a:extLst>
              <a:ext uri="{FF2B5EF4-FFF2-40B4-BE49-F238E27FC236}">
                <a16:creationId xmlns:a16="http://schemas.microsoft.com/office/drawing/2014/main" id="{D9C6A6D6-4F0E-4997-AC3A-868FD665CD5F}"/>
              </a:ext>
            </a:extLst>
          </p:cNvPr>
          <p:cNvSpPr>
            <a:spLocks noGrp="1" noChangeArrowheads="1"/>
          </p:cNvSpPr>
          <p:nvPr>
            <p:ph type="sldNum" sz="quarter" idx="11"/>
          </p:nvPr>
        </p:nvSpPr>
        <p:spPr/>
        <p:txBody>
          <a:bodyPr/>
          <a:lstStyle>
            <a:lvl1pPr>
              <a:defRPr b="1"/>
            </a:lvl1pPr>
          </a:lstStyle>
          <a:p>
            <a:fld id="{4CF538FA-2AD0-41CD-BD81-FCA59D845156}" type="slidenum">
              <a:rPr lang="he-IL" altLang="en-US"/>
              <a:pPr/>
              <a:t>‹#›</a:t>
            </a:fld>
            <a:endParaRPr lang="en-US" altLang="en-US"/>
          </a:p>
        </p:txBody>
      </p:sp>
      <p:sp>
        <p:nvSpPr>
          <p:cNvPr id="6" name="Rectangle 16">
            <a:extLst>
              <a:ext uri="{FF2B5EF4-FFF2-40B4-BE49-F238E27FC236}">
                <a16:creationId xmlns:a16="http://schemas.microsoft.com/office/drawing/2014/main" id="{F1F20C66-5C47-49A7-B6C4-3DA54C35A650}"/>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3627206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he-IL"/>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
            <a:extLst>
              <a:ext uri="{FF2B5EF4-FFF2-40B4-BE49-F238E27FC236}">
                <a16:creationId xmlns:a16="http://schemas.microsoft.com/office/drawing/2014/main" id="{CB5198E4-28A2-448A-BF6B-4D08E0C51B1E}"/>
              </a:ext>
            </a:extLst>
          </p:cNvPr>
          <p:cNvSpPr>
            <a:spLocks noGrp="1" noChangeArrowheads="1"/>
          </p:cNvSpPr>
          <p:nvPr>
            <p:ph type="ftr" sz="quarter" idx="10"/>
          </p:nvPr>
        </p:nvSpPr>
        <p:spPr/>
        <p:txBody>
          <a:bodyPr/>
          <a:lstStyle>
            <a:lvl1pPr>
              <a:defRPr b="1"/>
            </a:lvl1pPr>
          </a:lstStyle>
          <a:p>
            <a:pPr>
              <a:defRPr/>
            </a:pPr>
            <a:endParaRPr lang="en-US"/>
          </a:p>
        </p:txBody>
      </p:sp>
      <p:sp>
        <p:nvSpPr>
          <p:cNvPr id="5" name="Rectangle 3">
            <a:extLst>
              <a:ext uri="{FF2B5EF4-FFF2-40B4-BE49-F238E27FC236}">
                <a16:creationId xmlns:a16="http://schemas.microsoft.com/office/drawing/2014/main" id="{CC509588-8B03-433F-BA7C-BF2DC772F1A7}"/>
              </a:ext>
            </a:extLst>
          </p:cNvPr>
          <p:cNvSpPr>
            <a:spLocks noGrp="1" noChangeArrowheads="1"/>
          </p:cNvSpPr>
          <p:nvPr>
            <p:ph type="sldNum" sz="quarter" idx="11"/>
          </p:nvPr>
        </p:nvSpPr>
        <p:spPr/>
        <p:txBody>
          <a:bodyPr/>
          <a:lstStyle>
            <a:lvl1pPr>
              <a:defRPr b="1"/>
            </a:lvl1pPr>
          </a:lstStyle>
          <a:p>
            <a:fld id="{A68EF0E9-59D3-40AE-A09D-597EC6BEA8B5}" type="slidenum">
              <a:rPr lang="he-IL" altLang="en-US"/>
              <a:pPr/>
              <a:t>‹#›</a:t>
            </a:fld>
            <a:endParaRPr lang="en-US" altLang="en-US"/>
          </a:p>
        </p:txBody>
      </p:sp>
      <p:sp>
        <p:nvSpPr>
          <p:cNvPr id="6" name="Rectangle 16">
            <a:extLst>
              <a:ext uri="{FF2B5EF4-FFF2-40B4-BE49-F238E27FC236}">
                <a16:creationId xmlns:a16="http://schemas.microsoft.com/office/drawing/2014/main" id="{F95280F5-549E-4EC3-B947-510C0CC8F196}"/>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6032872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Content Placeholder 2"/>
          <p:cNvSpPr>
            <a:spLocks noGrp="1"/>
          </p:cNvSpPr>
          <p:nvPr>
            <p:ph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Rectangle 2">
            <a:extLst>
              <a:ext uri="{FF2B5EF4-FFF2-40B4-BE49-F238E27FC236}">
                <a16:creationId xmlns:a16="http://schemas.microsoft.com/office/drawing/2014/main" id="{2FE9B8E9-F39E-402F-902D-BA902FE0A3C8}"/>
              </a:ext>
            </a:extLst>
          </p:cNvPr>
          <p:cNvSpPr>
            <a:spLocks noGrp="1" noChangeArrowheads="1"/>
          </p:cNvSpPr>
          <p:nvPr>
            <p:ph type="ftr" sz="quarter" idx="10"/>
          </p:nvPr>
        </p:nvSpPr>
        <p:spPr/>
        <p:txBody>
          <a:bodyPr/>
          <a:lstStyle>
            <a:lvl1pPr>
              <a:defRPr b="1"/>
            </a:lvl1pPr>
          </a:lstStyle>
          <a:p>
            <a:pPr>
              <a:defRPr/>
            </a:pPr>
            <a:endParaRPr lang="en-US"/>
          </a:p>
        </p:txBody>
      </p:sp>
      <p:sp>
        <p:nvSpPr>
          <p:cNvPr id="6" name="Rectangle 3">
            <a:extLst>
              <a:ext uri="{FF2B5EF4-FFF2-40B4-BE49-F238E27FC236}">
                <a16:creationId xmlns:a16="http://schemas.microsoft.com/office/drawing/2014/main" id="{6A17ABD8-DF38-4264-BCB4-393AD15837E8}"/>
              </a:ext>
            </a:extLst>
          </p:cNvPr>
          <p:cNvSpPr>
            <a:spLocks noGrp="1" noChangeArrowheads="1"/>
          </p:cNvSpPr>
          <p:nvPr>
            <p:ph type="sldNum" sz="quarter" idx="11"/>
          </p:nvPr>
        </p:nvSpPr>
        <p:spPr/>
        <p:txBody>
          <a:bodyPr/>
          <a:lstStyle>
            <a:lvl1pPr>
              <a:defRPr b="1"/>
            </a:lvl1pPr>
          </a:lstStyle>
          <a:p>
            <a:fld id="{91340724-BE67-4083-8768-AA4D2C6E2E05}" type="slidenum">
              <a:rPr lang="he-IL" altLang="en-US"/>
              <a:pPr/>
              <a:t>‹#›</a:t>
            </a:fld>
            <a:endParaRPr lang="en-US" altLang="en-US"/>
          </a:p>
        </p:txBody>
      </p:sp>
      <p:sp>
        <p:nvSpPr>
          <p:cNvPr id="7" name="Rectangle 16">
            <a:extLst>
              <a:ext uri="{FF2B5EF4-FFF2-40B4-BE49-F238E27FC236}">
                <a16:creationId xmlns:a16="http://schemas.microsoft.com/office/drawing/2014/main" id="{E65D2122-C3B3-423C-8CD7-DB7CA00D62EC}"/>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46523447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he-IL"/>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Rectangle 2">
            <a:extLst>
              <a:ext uri="{FF2B5EF4-FFF2-40B4-BE49-F238E27FC236}">
                <a16:creationId xmlns:a16="http://schemas.microsoft.com/office/drawing/2014/main" id="{0A968A4B-738A-4758-9CA6-86A37F7A48DE}"/>
              </a:ext>
            </a:extLst>
          </p:cNvPr>
          <p:cNvSpPr>
            <a:spLocks noGrp="1" noChangeArrowheads="1"/>
          </p:cNvSpPr>
          <p:nvPr>
            <p:ph type="ftr" sz="quarter" idx="10"/>
          </p:nvPr>
        </p:nvSpPr>
        <p:spPr/>
        <p:txBody>
          <a:bodyPr/>
          <a:lstStyle>
            <a:lvl1pPr>
              <a:defRPr b="1"/>
            </a:lvl1pPr>
          </a:lstStyle>
          <a:p>
            <a:pPr>
              <a:defRPr/>
            </a:pPr>
            <a:endParaRPr lang="en-US"/>
          </a:p>
        </p:txBody>
      </p:sp>
      <p:sp>
        <p:nvSpPr>
          <p:cNvPr id="8" name="Rectangle 3">
            <a:extLst>
              <a:ext uri="{FF2B5EF4-FFF2-40B4-BE49-F238E27FC236}">
                <a16:creationId xmlns:a16="http://schemas.microsoft.com/office/drawing/2014/main" id="{22BD1E1F-A393-4097-A052-1F5493EF4984}"/>
              </a:ext>
            </a:extLst>
          </p:cNvPr>
          <p:cNvSpPr>
            <a:spLocks noGrp="1" noChangeArrowheads="1"/>
          </p:cNvSpPr>
          <p:nvPr>
            <p:ph type="sldNum" sz="quarter" idx="11"/>
          </p:nvPr>
        </p:nvSpPr>
        <p:spPr/>
        <p:txBody>
          <a:bodyPr/>
          <a:lstStyle>
            <a:lvl1pPr>
              <a:defRPr b="1"/>
            </a:lvl1pPr>
          </a:lstStyle>
          <a:p>
            <a:fld id="{C0BC5DE5-126E-4EE2-A8DA-EABF727B56B9}" type="slidenum">
              <a:rPr lang="he-IL" altLang="en-US"/>
              <a:pPr/>
              <a:t>‹#›</a:t>
            </a:fld>
            <a:endParaRPr lang="en-US" altLang="en-US"/>
          </a:p>
        </p:txBody>
      </p:sp>
      <p:sp>
        <p:nvSpPr>
          <p:cNvPr id="9" name="Rectangle 16">
            <a:extLst>
              <a:ext uri="{FF2B5EF4-FFF2-40B4-BE49-F238E27FC236}">
                <a16:creationId xmlns:a16="http://schemas.microsoft.com/office/drawing/2014/main" id="{F3806643-80EC-41F2-AFC9-CE279075E8FA}"/>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2585843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Footer Placeholder 2">
            <a:extLst>
              <a:ext uri="{FF2B5EF4-FFF2-40B4-BE49-F238E27FC236}">
                <a16:creationId xmlns:a16="http://schemas.microsoft.com/office/drawing/2014/main" id="{5718F1CA-DE1A-442D-89EE-08320D108FE9}"/>
              </a:ext>
            </a:extLst>
          </p:cNvPr>
          <p:cNvSpPr>
            <a:spLocks noGrp="1" noChangeArrowheads="1"/>
          </p:cNvSpPr>
          <p:nvPr>
            <p:ph type="ftr" sz="quarter" idx="10"/>
          </p:nvPr>
        </p:nvSpPr>
        <p:spPr/>
        <p:txBody>
          <a:bodyPr/>
          <a:lstStyle>
            <a:lvl1pPr>
              <a:defRPr b="1"/>
            </a:lvl1pPr>
          </a:lstStyle>
          <a:p>
            <a:pPr>
              <a:defRPr/>
            </a:pPr>
            <a:endParaRPr lang="en-US"/>
          </a:p>
        </p:txBody>
      </p:sp>
      <p:sp>
        <p:nvSpPr>
          <p:cNvPr id="4" name="Slide Number Placeholder 3">
            <a:extLst>
              <a:ext uri="{FF2B5EF4-FFF2-40B4-BE49-F238E27FC236}">
                <a16:creationId xmlns:a16="http://schemas.microsoft.com/office/drawing/2014/main" id="{E968831A-99C6-44F9-9384-DB80CF9658B9}"/>
              </a:ext>
            </a:extLst>
          </p:cNvPr>
          <p:cNvSpPr>
            <a:spLocks noGrp="1" noChangeArrowheads="1"/>
          </p:cNvSpPr>
          <p:nvPr>
            <p:ph type="sldNum" sz="quarter" idx="11"/>
          </p:nvPr>
        </p:nvSpPr>
        <p:spPr/>
        <p:txBody>
          <a:bodyPr/>
          <a:lstStyle>
            <a:lvl1pPr>
              <a:defRPr b="1"/>
            </a:lvl1pPr>
          </a:lstStyle>
          <a:p>
            <a:fld id="{CE1F2F13-5994-4723-9A28-C92C85285334}" type="slidenum">
              <a:rPr lang="he-IL" altLang="en-US"/>
              <a:pPr/>
              <a:t>‹#›</a:t>
            </a:fld>
            <a:endParaRPr lang="en-US" altLang="en-US"/>
          </a:p>
        </p:txBody>
      </p:sp>
      <p:sp>
        <p:nvSpPr>
          <p:cNvPr id="5" name="Rectangle 16">
            <a:extLst>
              <a:ext uri="{FF2B5EF4-FFF2-40B4-BE49-F238E27FC236}">
                <a16:creationId xmlns:a16="http://schemas.microsoft.com/office/drawing/2014/main" id="{4589AF9A-55FA-4367-A1A3-2816C947A779}"/>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7714806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5BABB08-BFFC-465B-A870-16566078B070}"/>
              </a:ext>
            </a:extLst>
          </p:cNvPr>
          <p:cNvSpPr>
            <a:spLocks noGrp="1" noChangeArrowheads="1"/>
          </p:cNvSpPr>
          <p:nvPr>
            <p:ph type="ftr" sz="quarter" idx="10"/>
          </p:nvPr>
        </p:nvSpPr>
        <p:spPr/>
        <p:txBody>
          <a:bodyPr/>
          <a:lstStyle>
            <a:lvl1pPr>
              <a:defRPr b="1"/>
            </a:lvl1pPr>
          </a:lstStyle>
          <a:p>
            <a:pPr>
              <a:defRPr/>
            </a:pPr>
            <a:endParaRPr lang="en-US"/>
          </a:p>
        </p:txBody>
      </p:sp>
      <p:sp>
        <p:nvSpPr>
          <p:cNvPr id="3" name="Rectangle 3">
            <a:extLst>
              <a:ext uri="{FF2B5EF4-FFF2-40B4-BE49-F238E27FC236}">
                <a16:creationId xmlns:a16="http://schemas.microsoft.com/office/drawing/2014/main" id="{55DF993F-E322-46B0-8423-45AEF9EE92AC}"/>
              </a:ext>
            </a:extLst>
          </p:cNvPr>
          <p:cNvSpPr>
            <a:spLocks noGrp="1" noChangeArrowheads="1"/>
          </p:cNvSpPr>
          <p:nvPr>
            <p:ph type="sldNum" sz="quarter" idx="11"/>
          </p:nvPr>
        </p:nvSpPr>
        <p:spPr/>
        <p:txBody>
          <a:bodyPr/>
          <a:lstStyle>
            <a:lvl1pPr>
              <a:defRPr b="1"/>
            </a:lvl1pPr>
          </a:lstStyle>
          <a:p>
            <a:fld id="{12F96EE9-6B85-4C4D-A0D5-47CB05CE6A0B}" type="slidenum">
              <a:rPr lang="he-IL" altLang="en-US"/>
              <a:pPr/>
              <a:t>‹#›</a:t>
            </a:fld>
            <a:endParaRPr lang="en-US" altLang="en-US"/>
          </a:p>
        </p:txBody>
      </p:sp>
      <p:sp>
        <p:nvSpPr>
          <p:cNvPr id="4" name="Rectangle 16">
            <a:extLst>
              <a:ext uri="{FF2B5EF4-FFF2-40B4-BE49-F238E27FC236}">
                <a16:creationId xmlns:a16="http://schemas.microsoft.com/office/drawing/2014/main" id="{8F903948-5FA6-43BE-A576-480CF826455B}"/>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22458374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he-IL"/>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
            <a:extLst>
              <a:ext uri="{FF2B5EF4-FFF2-40B4-BE49-F238E27FC236}">
                <a16:creationId xmlns:a16="http://schemas.microsoft.com/office/drawing/2014/main" id="{B0B40C77-6519-488A-BA46-3FF7A67AC7DE}"/>
              </a:ext>
            </a:extLst>
          </p:cNvPr>
          <p:cNvSpPr>
            <a:spLocks noGrp="1" noChangeArrowheads="1"/>
          </p:cNvSpPr>
          <p:nvPr>
            <p:ph type="ftr" sz="quarter" idx="10"/>
          </p:nvPr>
        </p:nvSpPr>
        <p:spPr/>
        <p:txBody>
          <a:bodyPr/>
          <a:lstStyle>
            <a:lvl1pPr>
              <a:defRPr b="1"/>
            </a:lvl1pPr>
          </a:lstStyle>
          <a:p>
            <a:pPr>
              <a:defRPr/>
            </a:pPr>
            <a:endParaRPr lang="en-US"/>
          </a:p>
        </p:txBody>
      </p:sp>
      <p:sp>
        <p:nvSpPr>
          <p:cNvPr id="6" name="Rectangle 3">
            <a:extLst>
              <a:ext uri="{FF2B5EF4-FFF2-40B4-BE49-F238E27FC236}">
                <a16:creationId xmlns:a16="http://schemas.microsoft.com/office/drawing/2014/main" id="{F6BA9F0A-E31A-404C-A077-7CD6508655B8}"/>
              </a:ext>
            </a:extLst>
          </p:cNvPr>
          <p:cNvSpPr>
            <a:spLocks noGrp="1" noChangeArrowheads="1"/>
          </p:cNvSpPr>
          <p:nvPr>
            <p:ph type="sldNum" sz="quarter" idx="11"/>
          </p:nvPr>
        </p:nvSpPr>
        <p:spPr/>
        <p:txBody>
          <a:bodyPr/>
          <a:lstStyle>
            <a:lvl1pPr>
              <a:defRPr b="1"/>
            </a:lvl1pPr>
          </a:lstStyle>
          <a:p>
            <a:fld id="{69C269E0-32E0-432F-B886-7C3AD1A5ED94}" type="slidenum">
              <a:rPr lang="he-IL" altLang="en-US"/>
              <a:pPr/>
              <a:t>‹#›</a:t>
            </a:fld>
            <a:endParaRPr lang="en-US" altLang="en-US"/>
          </a:p>
        </p:txBody>
      </p:sp>
      <p:sp>
        <p:nvSpPr>
          <p:cNvPr id="7" name="Rectangle 16">
            <a:extLst>
              <a:ext uri="{FF2B5EF4-FFF2-40B4-BE49-F238E27FC236}">
                <a16:creationId xmlns:a16="http://schemas.microsoft.com/office/drawing/2014/main" id="{255D45CF-963A-41B1-988D-BD878B1F2138}"/>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52546366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he-IL"/>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he-IL"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
            <a:extLst>
              <a:ext uri="{FF2B5EF4-FFF2-40B4-BE49-F238E27FC236}">
                <a16:creationId xmlns:a16="http://schemas.microsoft.com/office/drawing/2014/main" id="{3E8BF35A-8983-4AC0-93B7-8F0B8D48F257}"/>
              </a:ext>
            </a:extLst>
          </p:cNvPr>
          <p:cNvSpPr>
            <a:spLocks noGrp="1" noChangeArrowheads="1"/>
          </p:cNvSpPr>
          <p:nvPr>
            <p:ph type="ftr" sz="quarter" idx="10"/>
          </p:nvPr>
        </p:nvSpPr>
        <p:spPr/>
        <p:txBody>
          <a:bodyPr/>
          <a:lstStyle>
            <a:lvl1pPr>
              <a:defRPr b="1"/>
            </a:lvl1pPr>
          </a:lstStyle>
          <a:p>
            <a:pPr>
              <a:defRPr/>
            </a:pPr>
            <a:endParaRPr lang="en-US"/>
          </a:p>
        </p:txBody>
      </p:sp>
      <p:sp>
        <p:nvSpPr>
          <p:cNvPr id="6" name="Rectangle 3">
            <a:extLst>
              <a:ext uri="{FF2B5EF4-FFF2-40B4-BE49-F238E27FC236}">
                <a16:creationId xmlns:a16="http://schemas.microsoft.com/office/drawing/2014/main" id="{ADED0C99-7C26-4195-BBBB-F4BECF18AF63}"/>
              </a:ext>
            </a:extLst>
          </p:cNvPr>
          <p:cNvSpPr>
            <a:spLocks noGrp="1" noChangeArrowheads="1"/>
          </p:cNvSpPr>
          <p:nvPr>
            <p:ph type="sldNum" sz="quarter" idx="11"/>
          </p:nvPr>
        </p:nvSpPr>
        <p:spPr/>
        <p:txBody>
          <a:bodyPr/>
          <a:lstStyle>
            <a:lvl1pPr>
              <a:defRPr b="1"/>
            </a:lvl1pPr>
          </a:lstStyle>
          <a:p>
            <a:fld id="{4D8CA760-F695-487D-BD03-2210BA64BA26}" type="slidenum">
              <a:rPr lang="he-IL" altLang="en-US"/>
              <a:pPr/>
              <a:t>‹#›</a:t>
            </a:fld>
            <a:endParaRPr lang="en-US" altLang="en-US"/>
          </a:p>
        </p:txBody>
      </p:sp>
      <p:sp>
        <p:nvSpPr>
          <p:cNvPr id="7" name="Rectangle 16">
            <a:extLst>
              <a:ext uri="{FF2B5EF4-FFF2-40B4-BE49-F238E27FC236}">
                <a16:creationId xmlns:a16="http://schemas.microsoft.com/office/drawing/2014/main" id="{3810F4C1-0D34-41F7-B16C-9F2F1159CBBC}"/>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12824479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Rectangle 2">
            <a:extLst>
              <a:ext uri="{FF2B5EF4-FFF2-40B4-BE49-F238E27FC236}">
                <a16:creationId xmlns:a16="http://schemas.microsoft.com/office/drawing/2014/main" id="{40B32396-3821-45AC-92E3-E279D05DE90F}"/>
              </a:ext>
            </a:extLst>
          </p:cNvPr>
          <p:cNvSpPr>
            <a:spLocks noGrp="1" noChangeArrowheads="1"/>
          </p:cNvSpPr>
          <p:nvPr>
            <p:ph type="ftr" sz="quarter" idx="10"/>
          </p:nvPr>
        </p:nvSpPr>
        <p:spPr/>
        <p:txBody>
          <a:bodyPr/>
          <a:lstStyle>
            <a:lvl1pPr>
              <a:defRPr b="1"/>
            </a:lvl1pPr>
          </a:lstStyle>
          <a:p>
            <a:pPr>
              <a:defRPr/>
            </a:pPr>
            <a:endParaRPr lang="en-US"/>
          </a:p>
        </p:txBody>
      </p:sp>
      <p:sp>
        <p:nvSpPr>
          <p:cNvPr id="5" name="Rectangle 3">
            <a:extLst>
              <a:ext uri="{FF2B5EF4-FFF2-40B4-BE49-F238E27FC236}">
                <a16:creationId xmlns:a16="http://schemas.microsoft.com/office/drawing/2014/main" id="{AB2217C8-E711-496E-B37B-B42B76CC1044}"/>
              </a:ext>
            </a:extLst>
          </p:cNvPr>
          <p:cNvSpPr>
            <a:spLocks noGrp="1" noChangeArrowheads="1"/>
          </p:cNvSpPr>
          <p:nvPr>
            <p:ph type="sldNum" sz="quarter" idx="11"/>
          </p:nvPr>
        </p:nvSpPr>
        <p:spPr/>
        <p:txBody>
          <a:bodyPr/>
          <a:lstStyle>
            <a:lvl1pPr>
              <a:defRPr b="1"/>
            </a:lvl1pPr>
          </a:lstStyle>
          <a:p>
            <a:fld id="{E6497DE9-29DF-48C7-B416-80A331DAFCC7}" type="slidenum">
              <a:rPr lang="he-IL" altLang="en-US"/>
              <a:pPr/>
              <a:t>‹#›</a:t>
            </a:fld>
            <a:endParaRPr lang="en-US" altLang="en-US"/>
          </a:p>
        </p:txBody>
      </p:sp>
      <p:sp>
        <p:nvSpPr>
          <p:cNvPr id="6" name="Rectangle 16">
            <a:extLst>
              <a:ext uri="{FF2B5EF4-FFF2-40B4-BE49-F238E27FC236}">
                <a16:creationId xmlns:a16="http://schemas.microsoft.com/office/drawing/2014/main" id="{4510A39E-D109-497F-965D-F1BF3C22509F}"/>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17559382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endParaRPr lang="he-IL"/>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Rectangle 2">
            <a:extLst>
              <a:ext uri="{FF2B5EF4-FFF2-40B4-BE49-F238E27FC236}">
                <a16:creationId xmlns:a16="http://schemas.microsoft.com/office/drawing/2014/main" id="{48EF1D7E-D6DA-435B-9BB0-9E6D472CF4AC}"/>
              </a:ext>
            </a:extLst>
          </p:cNvPr>
          <p:cNvSpPr>
            <a:spLocks noGrp="1" noChangeArrowheads="1"/>
          </p:cNvSpPr>
          <p:nvPr>
            <p:ph type="ftr" sz="quarter" idx="10"/>
          </p:nvPr>
        </p:nvSpPr>
        <p:spPr/>
        <p:txBody>
          <a:bodyPr/>
          <a:lstStyle>
            <a:lvl1pPr>
              <a:defRPr b="1"/>
            </a:lvl1pPr>
          </a:lstStyle>
          <a:p>
            <a:pPr>
              <a:defRPr/>
            </a:pPr>
            <a:endParaRPr lang="en-US"/>
          </a:p>
        </p:txBody>
      </p:sp>
      <p:sp>
        <p:nvSpPr>
          <p:cNvPr id="5" name="Rectangle 3">
            <a:extLst>
              <a:ext uri="{FF2B5EF4-FFF2-40B4-BE49-F238E27FC236}">
                <a16:creationId xmlns:a16="http://schemas.microsoft.com/office/drawing/2014/main" id="{CE449043-6F97-41DF-A381-11325B374CB7}"/>
              </a:ext>
            </a:extLst>
          </p:cNvPr>
          <p:cNvSpPr>
            <a:spLocks noGrp="1" noChangeArrowheads="1"/>
          </p:cNvSpPr>
          <p:nvPr>
            <p:ph type="sldNum" sz="quarter" idx="11"/>
          </p:nvPr>
        </p:nvSpPr>
        <p:spPr/>
        <p:txBody>
          <a:bodyPr/>
          <a:lstStyle>
            <a:lvl1pPr>
              <a:defRPr b="1"/>
            </a:lvl1pPr>
          </a:lstStyle>
          <a:p>
            <a:fld id="{011D86DF-7F50-4215-9704-E7F46AB2552C}" type="slidenum">
              <a:rPr lang="he-IL" altLang="en-US"/>
              <a:pPr/>
              <a:t>‹#›</a:t>
            </a:fld>
            <a:endParaRPr lang="en-US" altLang="en-US"/>
          </a:p>
        </p:txBody>
      </p:sp>
      <p:sp>
        <p:nvSpPr>
          <p:cNvPr id="6" name="Rectangle 16">
            <a:extLst>
              <a:ext uri="{FF2B5EF4-FFF2-40B4-BE49-F238E27FC236}">
                <a16:creationId xmlns:a16="http://schemas.microsoft.com/office/drawing/2014/main" id="{A899DE2F-F146-4A21-BDB3-BAE6639AA088}"/>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35385267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he-IL"/>
          </a:p>
        </p:txBody>
      </p:sp>
      <p:sp>
        <p:nvSpPr>
          <p:cNvPr id="3" name="Table Placeholder 2"/>
          <p:cNvSpPr>
            <a:spLocks noGrp="1"/>
          </p:cNvSpPr>
          <p:nvPr>
            <p:ph type="tbl" idx="1"/>
          </p:nvPr>
        </p:nvSpPr>
        <p:spPr>
          <a:xfrm>
            <a:off x="457200" y="1981200"/>
            <a:ext cx="8229600" cy="3886200"/>
          </a:xfrm>
        </p:spPr>
        <p:txBody>
          <a:bodyPr/>
          <a:lstStyle/>
          <a:p>
            <a:pPr lvl="0"/>
            <a:endParaRPr lang="he-IL" noProof="0"/>
          </a:p>
        </p:txBody>
      </p:sp>
      <p:sp>
        <p:nvSpPr>
          <p:cNvPr id="4" name="Rectangle 2">
            <a:extLst>
              <a:ext uri="{FF2B5EF4-FFF2-40B4-BE49-F238E27FC236}">
                <a16:creationId xmlns:a16="http://schemas.microsoft.com/office/drawing/2014/main" id="{3360240D-4A04-4D86-BD22-C5B098AA2F8F}"/>
              </a:ext>
            </a:extLst>
          </p:cNvPr>
          <p:cNvSpPr>
            <a:spLocks noGrp="1" noChangeArrowheads="1"/>
          </p:cNvSpPr>
          <p:nvPr>
            <p:ph type="ftr" sz="quarter" idx="10"/>
          </p:nvPr>
        </p:nvSpPr>
        <p:spPr/>
        <p:txBody>
          <a:bodyPr/>
          <a:lstStyle>
            <a:lvl1pPr>
              <a:defRPr b="1"/>
            </a:lvl1pPr>
          </a:lstStyle>
          <a:p>
            <a:pPr>
              <a:defRPr/>
            </a:pPr>
            <a:endParaRPr lang="en-US"/>
          </a:p>
        </p:txBody>
      </p:sp>
      <p:sp>
        <p:nvSpPr>
          <p:cNvPr id="5" name="Rectangle 3">
            <a:extLst>
              <a:ext uri="{FF2B5EF4-FFF2-40B4-BE49-F238E27FC236}">
                <a16:creationId xmlns:a16="http://schemas.microsoft.com/office/drawing/2014/main" id="{17D89C48-FFC0-4839-813C-1365C672B80F}"/>
              </a:ext>
            </a:extLst>
          </p:cNvPr>
          <p:cNvSpPr>
            <a:spLocks noGrp="1" noChangeArrowheads="1"/>
          </p:cNvSpPr>
          <p:nvPr>
            <p:ph type="sldNum" sz="quarter" idx="11"/>
          </p:nvPr>
        </p:nvSpPr>
        <p:spPr/>
        <p:txBody>
          <a:bodyPr/>
          <a:lstStyle>
            <a:lvl1pPr>
              <a:defRPr b="1"/>
            </a:lvl1pPr>
          </a:lstStyle>
          <a:p>
            <a:fld id="{091C2D9B-37C2-4428-BBF3-A25873296DA4}" type="slidenum">
              <a:rPr lang="he-IL" altLang="en-US"/>
              <a:pPr/>
              <a:t>‹#›</a:t>
            </a:fld>
            <a:endParaRPr lang="en-US" altLang="en-US"/>
          </a:p>
        </p:txBody>
      </p:sp>
      <p:sp>
        <p:nvSpPr>
          <p:cNvPr id="6" name="Rectangle 16">
            <a:extLst>
              <a:ext uri="{FF2B5EF4-FFF2-40B4-BE49-F238E27FC236}">
                <a16:creationId xmlns:a16="http://schemas.microsoft.com/office/drawing/2014/main" id="{C7EFECDE-F88B-40E6-A3FE-0AA33876E603}"/>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15958922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endParaRPr lang="he-IL"/>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Online Image Placeholder 3"/>
          <p:cNvSpPr>
            <a:spLocks noGrp="1"/>
          </p:cNvSpPr>
          <p:nvPr>
            <p:ph type="clipArt" sz="half" idx="2"/>
          </p:nvPr>
        </p:nvSpPr>
        <p:spPr>
          <a:xfrm>
            <a:off x="4648200" y="1981200"/>
            <a:ext cx="4038600" cy="3886200"/>
          </a:xfrm>
        </p:spPr>
        <p:txBody>
          <a:bodyPr/>
          <a:lstStyle/>
          <a:p>
            <a:pPr lvl="0"/>
            <a:endParaRPr lang="he-IL" noProof="0"/>
          </a:p>
        </p:txBody>
      </p:sp>
      <p:sp>
        <p:nvSpPr>
          <p:cNvPr id="5" name="Rectangle 2">
            <a:extLst>
              <a:ext uri="{FF2B5EF4-FFF2-40B4-BE49-F238E27FC236}">
                <a16:creationId xmlns:a16="http://schemas.microsoft.com/office/drawing/2014/main" id="{05C4EA39-570B-4F83-B253-21FB09094C3C}"/>
              </a:ext>
            </a:extLst>
          </p:cNvPr>
          <p:cNvSpPr>
            <a:spLocks noGrp="1" noChangeArrowheads="1"/>
          </p:cNvSpPr>
          <p:nvPr>
            <p:ph type="ftr" sz="quarter" idx="10"/>
          </p:nvPr>
        </p:nvSpPr>
        <p:spPr/>
        <p:txBody>
          <a:bodyPr/>
          <a:lstStyle>
            <a:lvl1pPr>
              <a:defRPr b="1"/>
            </a:lvl1pPr>
          </a:lstStyle>
          <a:p>
            <a:pPr>
              <a:defRPr/>
            </a:pPr>
            <a:endParaRPr lang="en-US"/>
          </a:p>
        </p:txBody>
      </p:sp>
      <p:sp>
        <p:nvSpPr>
          <p:cNvPr id="6" name="Rectangle 3">
            <a:extLst>
              <a:ext uri="{FF2B5EF4-FFF2-40B4-BE49-F238E27FC236}">
                <a16:creationId xmlns:a16="http://schemas.microsoft.com/office/drawing/2014/main" id="{E4FFADF4-351D-452E-B15B-B44B2D1BE751}"/>
              </a:ext>
            </a:extLst>
          </p:cNvPr>
          <p:cNvSpPr>
            <a:spLocks noGrp="1" noChangeArrowheads="1"/>
          </p:cNvSpPr>
          <p:nvPr>
            <p:ph type="sldNum" sz="quarter" idx="11"/>
          </p:nvPr>
        </p:nvSpPr>
        <p:spPr/>
        <p:txBody>
          <a:bodyPr/>
          <a:lstStyle>
            <a:lvl1pPr>
              <a:defRPr b="1"/>
            </a:lvl1pPr>
          </a:lstStyle>
          <a:p>
            <a:fld id="{FF9474DA-8666-4DE6-A437-BF5EF086A23F}" type="slidenum">
              <a:rPr lang="he-IL" altLang="en-US"/>
              <a:pPr/>
              <a:t>‹#›</a:t>
            </a:fld>
            <a:endParaRPr lang="en-US" altLang="en-US"/>
          </a:p>
        </p:txBody>
      </p:sp>
      <p:sp>
        <p:nvSpPr>
          <p:cNvPr id="7" name="Rectangle 16">
            <a:extLst>
              <a:ext uri="{FF2B5EF4-FFF2-40B4-BE49-F238E27FC236}">
                <a16:creationId xmlns:a16="http://schemas.microsoft.com/office/drawing/2014/main" id="{722A7505-E077-49C8-B469-E6F80FB8CD14}"/>
              </a:ext>
            </a:extLst>
          </p:cNvPr>
          <p:cNvSpPr>
            <a:spLocks noGrp="1" noChangeArrowheads="1"/>
          </p:cNvSpPr>
          <p:nvPr>
            <p:ph type="dt" sz="half" idx="12"/>
          </p:nvPr>
        </p:nvSpPr>
        <p:spPr/>
        <p:txBody>
          <a:bodyPr/>
          <a:lstStyle>
            <a:lvl1pPr>
              <a:defRPr b="1"/>
            </a:lvl1pPr>
          </a:lstStyle>
          <a:p>
            <a:pPr>
              <a:defRPr/>
            </a:pPr>
            <a:endParaRPr lang="en-US"/>
          </a:p>
        </p:txBody>
      </p:sp>
    </p:spTree>
    <p:extLst>
      <p:ext uri="{BB962C8B-B14F-4D97-AF65-F5344CB8AC3E}">
        <p14:creationId xmlns:p14="http://schemas.microsoft.com/office/powerpoint/2010/main" val="2099990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image" Target="../media/image3.png"/><Relationship Id="rId2" Type="http://schemas.openxmlformats.org/officeDocument/2006/relationships/slideLayout" Target="../slideLayouts/slideLayout14.xml"/><Relationship Id="rId16"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media/image3.png"/><Relationship Id="rId2" Type="http://schemas.openxmlformats.org/officeDocument/2006/relationships/slideLayout" Target="../slideLayouts/slideLayout27.xml"/><Relationship Id="rId16" Type="http://schemas.openxmlformats.org/officeDocument/2006/relationships/image" Target="../media/image5.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image" Target="../media/image1.jpeg"/><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9999FF"/>
            </a:gs>
          </a:gsLst>
          <a:lin ang="0" scaled="1"/>
        </a:gradFill>
        <a:effectLst/>
      </p:bgPr>
    </p:bg>
    <p:spTree>
      <p:nvGrpSpPr>
        <p:cNvPr id="1" name=""/>
        <p:cNvGrpSpPr/>
        <p:nvPr/>
      </p:nvGrpSpPr>
      <p:grpSpPr>
        <a:xfrm>
          <a:off x="0" y="0"/>
          <a:ext cx="0" cy="0"/>
          <a:chOff x="0" y="0"/>
          <a:chExt cx="0" cy="0"/>
        </a:xfrm>
      </p:grpSpPr>
      <p:pic>
        <p:nvPicPr>
          <p:cNvPr id="1026" name="Picture 10" descr="image_home">
            <a:extLst>
              <a:ext uri="{FF2B5EF4-FFF2-40B4-BE49-F238E27FC236}">
                <a16:creationId xmlns:a16="http://schemas.microsoft.com/office/drawing/2014/main" id="{4182058C-91CC-4DE7-ADC0-F2872FAC5DCB}"/>
              </a:ext>
            </a:extLst>
          </p:cNvPr>
          <p:cNvPicPr>
            <a:picLocks noChangeAspect="1" noChangeArrowheads="1"/>
          </p:cNvPicPr>
          <p:nvPr/>
        </p:nvPicPr>
        <p:blipFill>
          <a:blip r:embed="rId14">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198C0621-20EB-466A-B33B-4F3AB91A6986}"/>
              </a:ext>
            </a:extLst>
          </p:cNvPr>
          <p:cNvSpPr>
            <a:spLocks noChangeArrowheads="1"/>
          </p:cNvSpPr>
          <p:nvPr/>
        </p:nvSpPr>
        <p:spPr bwMode="auto">
          <a:xfrm>
            <a:off x="179388" y="188913"/>
            <a:ext cx="8713787" cy="6335712"/>
          </a:xfrm>
          <a:prstGeom prst="rect">
            <a:avLst/>
          </a:prstGeom>
          <a:solidFill>
            <a:schemeClr val="bg1">
              <a:alpha val="92940"/>
            </a:scheme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lvl1pPr eaLnBrk="0" hangingPunct="0">
              <a:defRPr sz="4000" b="1">
                <a:solidFill>
                  <a:srgbClr val="FFFF00"/>
                </a:solidFill>
                <a:latin typeface="Arial" charset="0"/>
                <a:cs typeface="Arial" charset="0"/>
              </a:defRPr>
            </a:lvl1pPr>
            <a:lvl2pPr marL="742950" indent="-285750" eaLnBrk="0" hangingPunct="0">
              <a:defRPr sz="4000" b="1">
                <a:solidFill>
                  <a:srgbClr val="FFFF00"/>
                </a:solidFill>
                <a:latin typeface="Arial" charset="0"/>
                <a:cs typeface="Arial" charset="0"/>
              </a:defRPr>
            </a:lvl2pPr>
            <a:lvl3pPr marL="1143000" indent="-228600" eaLnBrk="0" hangingPunct="0">
              <a:defRPr sz="4000" b="1">
                <a:solidFill>
                  <a:srgbClr val="FFFF00"/>
                </a:solidFill>
                <a:latin typeface="Arial" charset="0"/>
                <a:cs typeface="Arial" charset="0"/>
              </a:defRPr>
            </a:lvl3pPr>
            <a:lvl4pPr marL="1600200" indent="-228600" eaLnBrk="0" hangingPunct="0">
              <a:defRPr sz="4000" b="1">
                <a:solidFill>
                  <a:srgbClr val="FFFF00"/>
                </a:solidFill>
                <a:latin typeface="Arial" charset="0"/>
                <a:cs typeface="Arial" charset="0"/>
              </a:defRPr>
            </a:lvl4pPr>
            <a:lvl5pPr marL="2057400" indent="-228600" eaLnBrk="0" hangingPunct="0">
              <a:defRPr sz="4000" b="1">
                <a:solidFill>
                  <a:srgbClr val="FFFF00"/>
                </a:solidFill>
                <a:latin typeface="Arial" charset="0"/>
                <a:cs typeface="Arial" charset="0"/>
              </a:defRPr>
            </a:lvl5pPr>
            <a:lvl6pPr marL="2514600" indent="-228600" algn="ctr" rtl="1" eaLnBrk="0" fontAlgn="base" hangingPunct="0">
              <a:spcBef>
                <a:spcPct val="50000"/>
              </a:spcBef>
              <a:spcAft>
                <a:spcPct val="0"/>
              </a:spcAft>
              <a:defRPr sz="4000" b="1">
                <a:solidFill>
                  <a:srgbClr val="FFFF00"/>
                </a:solidFill>
                <a:latin typeface="Arial" charset="0"/>
                <a:cs typeface="Arial" charset="0"/>
              </a:defRPr>
            </a:lvl6pPr>
            <a:lvl7pPr marL="2971800" indent="-228600" algn="ctr" rtl="1" eaLnBrk="0" fontAlgn="base" hangingPunct="0">
              <a:spcBef>
                <a:spcPct val="50000"/>
              </a:spcBef>
              <a:spcAft>
                <a:spcPct val="0"/>
              </a:spcAft>
              <a:defRPr sz="4000" b="1">
                <a:solidFill>
                  <a:srgbClr val="FFFF00"/>
                </a:solidFill>
                <a:latin typeface="Arial" charset="0"/>
                <a:cs typeface="Arial" charset="0"/>
              </a:defRPr>
            </a:lvl7pPr>
            <a:lvl8pPr marL="3429000" indent="-228600" algn="ctr" rtl="1" eaLnBrk="0" fontAlgn="base" hangingPunct="0">
              <a:spcBef>
                <a:spcPct val="50000"/>
              </a:spcBef>
              <a:spcAft>
                <a:spcPct val="0"/>
              </a:spcAft>
              <a:defRPr sz="4000" b="1">
                <a:solidFill>
                  <a:srgbClr val="FFFF00"/>
                </a:solidFill>
                <a:latin typeface="Arial" charset="0"/>
                <a:cs typeface="Arial" charset="0"/>
              </a:defRPr>
            </a:lvl8pPr>
            <a:lvl9pPr marL="3886200" indent="-228600" algn="ctr" rtl="1" eaLnBrk="0" fontAlgn="base" hangingPunct="0">
              <a:spcBef>
                <a:spcPct val="50000"/>
              </a:spcBef>
              <a:spcAft>
                <a:spcPct val="0"/>
              </a:spcAft>
              <a:defRPr sz="4000" b="1">
                <a:solidFill>
                  <a:srgbClr val="FFFF00"/>
                </a:solidFill>
                <a:latin typeface="Arial" charset="0"/>
                <a:cs typeface="Arial" charset="0"/>
              </a:defRPr>
            </a:lvl9pPr>
          </a:lstStyle>
          <a:p>
            <a:pPr algn="ctr" rtl="1" eaLnBrk="1" hangingPunct="1">
              <a:spcBef>
                <a:spcPct val="50000"/>
              </a:spcBef>
              <a:defRPr/>
            </a:pPr>
            <a:endParaRPr lang="he-IL" altLang="en-US"/>
          </a:p>
        </p:txBody>
      </p:sp>
      <p:sp>
        <p:nvSpPr>
          <p:cNvPr id="1028" name="Rectangle 3">
            <a:extLst>
              <a:ext uri="{FF2B5EF4-FFF2-40B4-BE49-F238E27FC236}">
                <a16:creationId xmlns:a16="http://schemas.microsoft.com/office/drawing/2014/main" id="{1BFC070E-A507-4BFD-9D0F-A3E67F2BD3A3}"/>
              </a:ext>
            </a:extLst>
          </p:cNvPr>
          <p:cNvSpPr>
            <a:spLocks noGrp="1" noChangeArrowheads="1"/>
          </p:cNvSpPr>
          <p:nvPr>
            <p:ph type="body" idx="1"/>
          </p:nvPr>
        </p:nvSpPr>
        <p:spPr bwMode="auto">
          <a:xfrm>
            <a:off x="179388" y="908050"/>
            <a:ext cx="8713787" cy="565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4">
            <a:extLst>
              <a:ext uri="{FF2B5EF4-FFF2-40B4-BE49-F238E27FC236}">
                <a16:creationId xmlns:a16="http://schemas.microsoft.com/office/drawing/2014/main" id="{B8115FAB-219F-4F60-9968-0603CC1BA4E8}"/>
              </a:ext>
            </a:extLst>
          </p:cNvPr>
          <p:cNvSpPr>
            <a:spLocks noGrp="1" noChangeArrowheads="1"/>
          </p:cNvSpPr>
          <p:nvPr>
            <p:ph type="title"/>
          </p:nvPr>
        </p:nvSpPr>
        <p:spPr bwMode="auto">
          <a:xfrm>
            <a:off x="539750" y="188913"/>
            <a:ext cx="83534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53605" name="Rectangle 5">
            <a:extLst>
              <a:ext uri="{FF2B5EF4-FFF2-40B4-BE49-F238E27FC236}">
                <a16:creationId xmlns:a16="http://schemas.microsoft.com/office/drawing/2014/main" id="{B8E88050-825B-43C2-B275-E428D9F5284E}"/>
              </a:ext>
            </a:extLst>
          </p:cNvPr>
          <p:cNvSpPr>
            <a:spLocks noGrp="1" noChangeArrowheads="1"/>
          </p:cNvSpPr>
          <p:nvPr>
            <p:ph type="dt" sz="half" idx="2"/>
          </p:nvPr>
        </p:nvSpPr>
        <p:spPr bwMode="auto">
          <a:xfrm>
            <a:off x="0" y="6584950"/>
            <a:ext cx="2133600" cy="196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eaLnBrk="1" hangingPunct="1">
              <a:spcBef>
                <a:spcPct val="0"/>
              </a:spcBef>
              <a:defRPr sz="1000" b="0">
                <a:solidFill>
                  <a:schemeClr val="tx1"/>
                </a:solidFill>
                <a:latin typeface="Tahoma" pitchFamily="34" charset="0"/>
                <a:cs typeface="Arial" pitchFamily="34" charset="0"/>
              </a:defRPr>
            </a:lvl1pPr>
          </a:lstStyle>
          <a:p>
            <a:pPr>
              <a:defRPr/>
            </a:pPr>
            <a:endParaRPr lang="en-US"/>
          </a:p>
        </p:txBody>
      </p:sp>
      <p:sp>
        <p:nvSpPr>
          <p:cNvPr id="153606" name="Rectangle 6">
            <a:extLst>
              <a:ext uri="{FF2B5EF4-FFF2-40B4-BE49-F238E27FC236}">
                <a16:creationId xmlns:a16="http://schemas.microsoft.com/office/drawing/2014/main" id="{F50906CF-E71D-43F6-9F76-7E86D5D2BB0D}"/>
              </a:ext>
            </a:extLst>
          </p:cNvPr>
          <p:cNvSpPr>
            <a:spLocks noGrp="1" noChangeArrowheads="1"/>
          </p:cNvSpPr>
          <p:nvPr>
            <p:ph type="ftr" sz="quarter" idx="3"/>
          </p:nvPr>
        </p:nvSpPr>
        <p:spPr bwMode="auto">
          <a:xfrm>
            <a:off x="3124200" y="6613525"/>
            <a:ext cx="2895600" cy="168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eaLnBrk="1" hangingPunct="1">
              <a:spcBef>
                <a:spcPct val="0"/>
              </a:spcBef>
              <a:defRPr sz="1000" b="0">
                <a:solidFill>
                  <a:schemeClr val="tx1"/>
                </a:solidFill>
                <a:latin typeface="Tahoma" pitchFamily="34" charset="0"/>
                <a:cs typeface="Arial" pitchFamily="34" charset="0"/>
              </a:defRPr>
            </a:lvl1pPr>
          </a:lstStyle>
          <a:p>
            <a:pPr>
              <a:defRPr/>
            </a:pPr>
            <a:endParaRPr lang="en-US"/>
          </a:p>
        </p:txBody>
      </p:sp>
      <p:sp>
        <p:nvSpPr>
          <p:cNvPr id="153607" name="Rectangle 7">
            <a:extLst>
              <a:ext uri="{FF2B5EF4-FFF2-40B4-BE49-F238E27FC236}">
                <a16:creationId xmlns:a16="http://schemas.microsoft.com/office/drawing/2014/main" id="{6785D5B5-0331-4273-9BA7-6D0071D9A312}"/>
              </a:ext>
            </a:extLst>
          </p:cNvPr>
          <p:cNvSpPr>
            <a:spLocks noGrp="1" noChangeArrowheads="1"/>
          </p:cNvSpPr>
          <p:nvPr>
            <p:ph type="sldNum" sz="quarter" idx="4"/>
          </p:nvPr>
        </p:nvSpPr>
        <p:spPr bwMode="auto">
          <a:xfrm>
            <a:off x="7010400" y="6613525"/>
            <a:ext cx="2133600" cy="136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b="0">
                <a:solidFill>
                  <a:schemeClr val="tx1"/>
                </a:solidFill>
                <a:latin typeface="Tahoma" panose="020B0604030504040204" pitchFamily="34" charset="0"/>
              </a:defRPr>
            </a:lvl1pPr>
          </a:lstStyle>
          <a:p>
            <a:fld id="{A935F6C2-3E55-4CD1-8309-C8FD030AB769}" type="slidenum">
              <a:rPr lang="he-IL" altLang="en-US"/>
              <a:pPr/>
              <a:t>‹#›</a:t>
            </a:fld>
            <a:endParaRPr lang="en-US" altLang="en-US"/>
          </a:p>
        </p:txBody>
      </p:sp>
      <p:pic>
        <p:nvPicPr>
          <p:cNvPr id="1033" name="Picture 8" descr="MCj04325580000[1]">
            <a:hlinkClick r:id="" action="ppaction://hlinkshowjump?jump=endshow"/>
            <a:extLst>
              <a:ext uri="{FF2B5EF4-FFF2-40B4-BE49-F238E27FC236}">
                <a16:creationId xmlns:a16="http://schemas.microsoft.com/office/drawing/2014/main" id="{FBE74D39-A324-4721-A039-9BAACE98AAD9}"/>
              </a:ext>
            </a:extLst>
          </p:cNvPr>
          <p:cNvPicPr>
            <a:picLocks noChangeAspect="1" noChangeArrowheads="1"/>
          </p:cNvPicPr>
          <p:nvPr/>
        </p:nvPicPr>
        <p:blipFill>
          <a:blip r:embed="rId15">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076" r:id="rId1"/>
    <p:sldLayoutId id="2147485065" r:id="rId2"/>
    <p:sldLayoutId id="2147485066" r:id="rId3"/>
    <p:sldLayoutId id="2147485067" r:id="rId4"/>
    <p:sldLayoutId id="2147485068" r:id="rId5"/>
    <p:sldLayoutId id="2147485069" r:id="rId6"/>
    <p:sldLayoutId id="2147485070" r:id="rId7"/>
    <p:sldLayoutId id="2147485071" r:id="rId8"/>
    <p:sldLayoutId id="2147485072" r:id="rId9"/>
    <p:sldLayoutId id="2147485073" r:id="rId10"/>
    <p:sldLayoutId id="2147485074" r:id="rId11"/>
    <p:sldLayoutId id="2147485075" r:id="rId12"/>
  </p:sldLayoutIdLst>
  <p:transition spd="med">
    <p:fade thruBlk="1"/>
  </p:transition>
  <p:hf hdr="0" ftr="0" dt="0"/>
  <p:txStyles>
    <p:titleStyle>
      <a:lvl1pPr algn="ctr" rtl="1" eaLnBrk="0" fontAlgn="base" hangingPunct="0">
        <a:spcBef>
          <a:spcPct val="0"/>
        </a:spcBef>
        <a:spcAft>
          <a:spcPct val="0"/>
        </a:spcAft>
        <a:defRPr sz="3600" b="1">
          <a:solidFill>
            <a:srgbClr val="990033"/>
          </a:solidFill>
          <a:latin typeface="+mj-lt"/>
          <a:ea typeface="+mj-ea"/>
          <a:cs typeface="+mj-cs"/>
        </a:defRPr>
      </a:lvl1pPr>
      <a:lvl2pPr algn="ctr" rtl="1" eaLnBrk="0" fontAlgn="base" hangingPunct="0">
        <a:spcBef>
          <a:spcPct val="0"/>
        </a:spcBef>
        <a:spcAft>
          <a:spcPct val="0"/>
        </a:spcAft>
        <a:defRPr sz="3600" b="1">
          <a:solidFill>
            <a:srgbClr val="990033"/>
          </a:solidFill>
          <a:latin typeface="Arial Black" pitchFamily="34" charset="0"/>
          <a:cs typeface="Arial" pitchFamily="34" charset="0"/>
        </a:defRPr>
      </a:lvl2pPr>
      <a:lvl3pPr algn="ctr" rtl="1" eaLnBrk="0" fontAlgn="base" hangingPunct="0">
        <a:spcBef>
          <a:spcPct val="0"/>
        </a:spcBef>
        <a:spcAft>
          <a:spcPct val="0"/>
        </a:spcAft>
        <a:defRPr sz="3600" b="1">
          <a:solidFill>
            <a:srgbClr val="990033"/>
          </a:solidFill>
          <a:latin typeface="Arial Black" pitchFamily="34" charset="0"/>
          <a:cs typeface="Arial" pitchFamily="34" charset="0"/>
        </a:defRPr>
      </a:lvl3pPr>
      <a:lvl4pPr algn="ctr" rtl="1" eaLnBrk="0" fontAlgn="base" hangingPunct="0">
        <a:spcBef>
          <a:spcPct val="0"/>
        </a:spcBef>
        <a:spcAft>
          <a:spcPct val="0"/>
        </a:spcAft>
        <a:defRPr sz="3600" b="1">
          <a:solidFill>
            <a:srgbClr val="990033"/>
          </a:solidFill>
          <a:latin typeface="Arial Black" pitchFamily="34" charset="0"/>
          <a:cs typeface="Arial" pitchFamily="34" charset="0"/>
        </a:defRPr>
      </a:lvl4pPr>
      <a:lvl5pPr algn="ctr" rtl="1" eaLnBrk="0" fontAlgn="base" hangingPunct="0">
        <a:spcBef>
          <a:spcPct val="0"/>
        </a:spcBef>
        <a:spcAft>
          <a:spcPct val="0"/>
        </a:spcAft>
        <a:defRPr sz="3600" b="1">
          <a:solidFill>
            <a:srgbClr val="990033"/>
          </a:solidFill>
          <a:latin typeface="Arial Black" pitchFamily="34" charset="0"/>
          <a:cs typeface="Arial" pitchFamily="34" charset="0"/>
        </a:defRPr>
      </a:lvl5pPr>
      <a:lvl6pPr marL="457200" algn="ctr" rtl="1" fontAlgn="base">
        <a:spcBef>
          <a:spcPct val="0"/>
        </a:spcBef>
        <a:spcAft>
          <a:spcPct val="0"/>
        </a:spcAft>
        <a:defRPr sz="3600" b="1">
          <a:solidFill>
            <a:srgbClr val="990033"/>
          </a:solidFill>
          <a:latin typeface="Arial Black" pitchFamily="34" charset="0"/>
          <a:cs typeface="Arial" pitchFamily="34" charset="0"/>
        </a:defRPr>
      </a:lvl6pPr>
      <a:lvl7pPr marL="914400" algn="ctr" rtl="1" fontAlgn="base">
        <a:spcBef>
          <a:spcPct val="0"/>
        </a:spcBef>
        <a:spcAft>
          <a:spcPct val="0"/>
        </a:spcAft>
        <a:defRPr sz="3600" b="1">
          <a:solidFill>
            <a:srgbClr val="990033"/>
          </a:solidFill>
          <a:latin typeface="Arial Black" pitchFamily="34" charset="0"/>
          <a:cs typeface="Arial" pitchFamily="34" charset="0"/>
        </a:defRPr>
      </a:lvl7pPr>
      <a:lvl8pPr marL="1371600" algn="ctr" rtl="1" fontAlgn="base">
        <a:spcBef>
          <a:spcPct val="0"/>
        </a:spcBef>
        <a:spcAft>
          <a:spcPct val="0"/>
        </a:spcAft>
        <a:defRPr sz="3600" b="1">
          <a:solidFill>
            <a:srgbClr val="990033"/>
          </a:solidFill>
          <a:latin typeface="Arial Black" pitchFamily="34" charset="0"/>
          <a:cs typeface="Arial" pitchFamily="34" charset="0"/>
        </a:defRPr>
      </a:lvl8pPr>
      <a:lvl9pPr marL="1828800" algn="ctr" rtl="1" fontAlgn="base">
        <a:spcBef>
          <a:spcPct val="0"/>
        </a:spcBef>
        <a:spcAft>
          <a:spcPct val="0"/>
        </a:spcAft>
        <a:defRPr sz="3600" b="1">
          <a:solidFill>
            <a:srgbClr val="990033"/>
          </a:solidFill>
          <a:latin typeface="Arial Black" pitchFamily="34" charset="0"/>
          <a:cs typeface="Arial" pitchFamily="34" charset="0"/>
        </a:defRPr>
      </a:lvl9pPr>
    </p:titleStyle>
    <p:bodyStyle>
      <a:lvl1pPr marL="342900" indent="-342900" algn="r" rtl="1" eaLnBrk="0" fontAlgn="base" hangingPunct="0">
        <a:spcBef>
          <a:spcPct val="20000"/>
        </a:spcBef>
        <a:spcAft>
          <a:spcPct val="0"/>
        </a:spcAft>
        <a:buSzPct val="70000"/>
        <a:buFont typeface="Wingdings" panose="05000000000000000000" pitchFamily="2" charset="2"/>
        <a:buBlip>
          <a:blip r:embed="rId16"/>
        </a:buBlip>
        <a:defRPr sz="3200" b="1">
          <a:solidFill>
            <a:schemeClr val="accent2"/>
          </a:solidFill>
          <a:latin typeface="+mn-lt"/>
          <a:ea typeface="+mn-ea"/>
          <a:cs typeface="+mn-cs"/>
        </a:defRPr>
      </a:lvl1pPr>
      <a:lvl2pPr marL="742950" indent="-285750" algn="r" rtl="1" eaLnBrk="0" fontAlgn="base" hangingPunct="0">
        <a:spcBef>
          <a:spcPct val="20000"/>
        </a:spcBef>
        <a:spcAft>
          <a:spcPct val="0"/>
        </a:spcAft>
        <a:buSzPct val="70000"/>
        <a:buFont typeface="Wingdings" panose="05000000000000000000" pitchFamily="2" charset="2"/>
        <a:buBlip>
          <a:blip r:embed="rId16"/>
        </a:buBlip>
        <a:defRPr sz="2800" b="1">
          <a:solidFill>
            <a:schemeClr val="accent2"/>
          </a:solidFill>
          <a:latin typeface="+mn-lt"/>
          <a:cs typeface="+mn-cs"/>
        </a:defRPr>
      </a:lvl2pPr>
      <a:lvl3pPr marL="1143000" indent="-228600" algn="r" rtl="1" eaLnBrk="0" fontAlgn="base" hangingPunct="0">
        <a:spcBef>
          <a:spcPct val="20000"/>
        </a:spcBef>
        <a:spcAft>
          <a:spcPct val="0"/>
        </a:spcAft>
        <a:buSzPct val="70000"/>
        <a:buBlip>
          <a:blip r:embed="rId16"/>
        </a:buBlip>
        <a:defRPr sz="2400" b="1">
          <a:solidFill>
            <a:schemeClr val="accent2"/>
          </a:solidFill>
          <a:latin typeface="+mn-lt"/>
          <a:cs typeface="+mn-cs"/>
        </a:defRPr>
      </a:lvl3pPr>
      <a:lvl4pPr marL="1600200" indent="-228600" algn="r" rtl="1" eaLnBrk="0" fontAlgn="base" hangingPunct="0">
        <a:spcBef>
          <a:spcPct val="20000"/>
        </a:spcBef>
        <a:spcAft>
          <a:spcPct val="0"/>
        </a:spcAft>
        <a:buSzPct val="70000"/>
        <a:buBlip>
          <a:blip r:embed="rId16"/>
        </a:buBlip>
        <a:defRPr sz="2000" b="1">
          <a:solidFill>
            <a:schemeClr val="accent2"/>
          </a:solidFill>
          <a:latin typeface="+mn-lt"/>
          <a:cs typeface="+mn-cs"/>
        </a:defRPr>
      </a:lvl4pPr>
      <a:lvl5pPr marL="2057400" indent="-228600" algn="r" rtl="1" eaLnBrk="0" fontAlgn="base" hangingPunct="0">
        <a:spcBef>
          <a:spcPct val="20000"/>
        </a:spcBef>
        <a:spcAft>
          <a:spcPct val="0"/>
        </a:spcAft>
        <a:buSzPct val="70000"/>
        <a:buBlip>
          <a:blip r:embed="rId16"/>
        </a:buBlip>
        <a:defRPr sz="1600" b="1">
          <a:solidFill>
            <a:schemeClr val="accent2"/>
          </a:solidFill>
          <a:latin typeface="+mn-lt"/>
          <a:cs typeface="+mn-cs"/>
        </a:defRPr>
      </a:lvl5pPr>
      <a:lvl6pPr marL="2514600" indent="-228600" algn="r" rtl="1" fontAlgn="base">
        <a:spcBef>
          <a:spcPct val="20000"/>
        </a:spcBef>
        <a:spcAft>
          <a:spcPct val="0"/>
        </a:spcAft>
        <a:buSzPct val="70000"/>
        <a:buBlip>
          <a:blip r:embed="rId16"/>
        </a:buBlip>
        <a:defRPr sz="1600" b="1">
          <a:solidFill>
            <a:schemeClr val="accent2"/>
          </a:solidFill>
          <a:latin typeface="+mn-lt"/>
          <a:cs typeface="+mn-cs"/>
        </a:defRPr>
      </a:lvl6pPr>
      <a:lvl7pPr marL="2971800" indent="-228600" algn="r" rtl="1" fontAlgn="base">
        <a:spcBef>
          <a:spcPct val="20000"/>
        </a:spcBef>
        <a:spcAft>
          <a:spcPct val="0"/>
        </a:spcAft>
        <a:buSzPct val="70000"/>
        <a:buBlip>
          <a:blip r:embed="rId16"/>
        </a:buBlip>
        <a:defRPr sz="1600" b="1">
          <a:solidFill>
            <a:schemeClr val="accent2"/>
          </a:solidFill>
          <a:latin typeface="+mn-lt"/>
          <a:cs typeface="+mn-cs"/>
        </a:defRPr>
      </a:lvl7pPr>
      <a:lvl8pPr marL="3429000" indent="-228600" algn="r" rtl="1" fontAlgn="base">
        <a:spcBef>
          <a:spcPct val="20000"/>
        </a:spcBef>
        <a:spcAft>
          <a:spcPct val="0"/>
        </a:spcAft>
        <a:buSzPct val="70000"/>
        <a:buBlip>
          <a:blip r:embed="rId16"/>
        </a:buBlip>
        <a:defRPr sz="1600" b="1">
          <a:solidFill>
            <a:schemeClr val="accent2"/>
          </a:solidFill>
          <a:latin typeface="+mn-lt"/>
          <a:cs typeface="+mn-cs"/>
        </a:defRPr>
      </a:lvl8pPr>
      <a:lvl9pPr marL="3886200" indent="-228600" algn="r" rtl="1" fontAlgn="base">
        <a:spcBef>
          <a:spcPct val="20000"/>
        </a:spcBef>
        <a:spcAft>
          <a:spcPct val="0"/>
        </a:spcAft>
        <a:buSzPct val="70000"/>
        <a:buBlip>
          <a:blip r:embed="rId16"/>
        </a:buBlip>
        <a:defRPr sz="1600" b="1">
          <a:solidFill>
            <a:schemeClr val="accent2"/>
          </a:solidFill>
          <a:latin typeface="+mn-lt"/>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9999FF"/>
            </a:gs>
          </a:gsLst>
          <a:lin ang="0" scaled="1"/>
        </a:gradFill>
        <a:effectLst/>
      </p:bgPr>
    </p:bg>
    <p:spTree>
      <p:nvGrpSpPr>
        <p:cNvPr id="1" name=""/>
        <p:cNvGrpSpPr/>
        <p:nvPr/>
      </p:nvGrpSpPr>
      <p:grpSpPr>
        <a:xfrm>
          <a:off x="0" y="0"/>
          <a:ext cx="0" cy="0"/>
          <a:chOff x="0" y="0"/>
          <a:chExt cx="0" cy="0"/>
        </a:xfrm>
      </p:grpSpPr>
      <p:pic>
        <p:nvPicPr>
          <p:cNvPr id="2050" name="Picture 10" descr="image_home">
            <a:extLst>
              <a:ext uri="{FF2B5EF4-FFF2-40B4-BE49-F238E27FC236}">
                <a16:creationId xmlns:a16="http://schemas.microsoft.com/office/drawing/2014/main" id="{F902582A-2045-4C91-80D5-5E603D7355E4}"/>
              </a:ext>
            </a:extLst>
          </p:cNvPr>
          <p:cNvPicPr>
            <a:picLocks noChangeAspect="1" noChangeArrowheads="1"/>
          </p:cNvPicPr>
          <p:nvPr/>
        </p:nvPicPr>
        <p:blipFill>
          <a:blip r:embed="rId15">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a:extLst>
              <a:ext uri="{FF2B5EF4-FFF2-40B4-BE49-F238E27FC236}">
                <a16:creationId xmlns:a16="http://schemas.microsoft.com/office/drawing/2014/main" id="{6C0D1A21-ECBE-4C39-A3CE-15981E8F09BC}"/>
              </a:ext>
            </a:extLst>
          </p:cNvPr>
          <p:cNvSpPr>
            <a:spLocks noChangeArrowheads="1"/>
          </p:cNvSpPr>
          <p:nvPr/>
        </p:nvSpPr>
        <p:spPr bwMode="auto">
          <a:xfrm>
            <a:off x="179388" y="188913"/>
            <a:ext cx="8713787" cy="6335712"/>
          </a:xfrm>
          <a:prstGeom prst="rect">
            <a:avLst/>
          </a:prstGeom>
          <a:solidFill>
            <a:schemeClr val="bg1">
              <a:alpha val="92940"/>
            </a:schemeClr>
          </a:solidFill>
          <a:ln>
            <a:noFill/>
          </a:ln>
          <a:effectLst/>
          <a:extLst>
            <a:ext uri="{91240B29-F687-4F45-9708-019B960494DF}">
              <a14:hiddenLine xmlns:a14="http://schemas.microsoft.com/office/drawing/2010/main" w="28575"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4000" b="1">
                <a:solidFill>
                  <a:srgbClr val="FFFF00"/>
                </a:solidFill>
                <a:latin typeface="Arial" charset="0"/>
                <a:cs typeface="Arial" charset="0"/>
              </a:defRPr>
            </a:lvl1pPr>
            <a:lvl2pPr marL="742950" indent="-285750" eaLnBrk="0" hangingPunct="0">
              <a:defRPr sz="4000" b="1">
                <a:solidFill>
                  <a:srgbClr val="FFFF00"/>
                </a:solidFill>
                <a:latin typeface="Arial" charset="0"/>
                <a:cs typeface="Arial" charset="0"/>
              </a:defRPr>
            </a:lvl2pPr>
            <a:lvl3pPr marL="1143000" indent="-228600" eaLnBrk="0" hangingPunct="0">
              <a:defRPr sz="4000" b="1">
                <a:solidFill>
                  <a:srgbClr val="FFFF00"/>
                </a:solidFill>
                <a:latin typeface="Arial" charset="0"/>
                <a:cs typeface="Arial" charset="0"/>
              </a:defRPr>
            </a:lvl3pPr>
            <a:lvl4pPr marL="1600200" indent="-228600" eaLnBrk="0" hangingPunct="0">
              <a:defRPr sz="4000" b="1">
                <a:solidFill>
                  <a:srgbClr val="FFFF00"/>
                </a:solidFill>
                <a:latin typeface="Arial" charset="0"/>
                <a:cs typeface="Arial" charset="0"/>
              </a:defRPr>
            </a:lvl4pPr>
            <a:lvl5pPr marL="2057400" indent="-228600" eaLnBrk="0" hangingPunct="0">
              <a:defRPr sz="4000" b="1">
                <a:solidFill>
                  <a:srgbClr val="FFFF00"/>
                </a:solidFill>
                <a:latin typeface="Arial" charset="0"/>
                <a:cs typeface="Arial" charset="0"/>
              </a:defRPr>
            </a:lvl5pPr>
            <a:lvl6pPr marL="2514600" indent="-228600" algn="ctr" rtl="1" eaLnBrk="0" fontAlgn="base" hangingPunct="0">
              <a:spcBef>
                <a:spcPct val="50000"/>
              </a:spcBef>
              <a:spcAft>
                <a:spcPct val="0"/>
              </a:spcAft>
              <a:defRPr sz="4000" b="1">
                <a:solidFill>
                  <a:srgbClr val="FFFF00"/>
                </a:solidFill>
                <a:latin typeface="Arial" charset="0"/>
                <a:cs typeface="Arial" charset="0"/>
              </a:defRPr>
            </a:lvl6pPr>
            <a:lvl7pPr marL="2971800" indent="-228600" algn="ctr" rtl="1" eaLnBrk="0" fontAlgn="base" hangingPunct="0">
              <a:spcBef>
                <a:spcPct val="50000"/>
              </a:spcBef>
              <a:spcAft>
                <a:spcPct val="0"/>
              </a:spcAft>
              <a:defRPr sz="4000" b="1">
                <a:solidFill>
                  <a:srgbClr val="FFFF00"/>
                </a:solidFill>
                <a:latin typeface="Arial" charset="0"/>
                <a:cs typeface="Arial" charset="0"/>
              </a:defRPr>
            </a:lvl7pPr>
            <a:lvl8pPr marL="3429000" indent="-228600" algn="ctr" rtl="1" eaLnBrk="0" fontAlgn="base" hangingPunct="0">
              <a:spcBef>
                <a:spcPct val="50000"/>
              </a:spcBef>
              <a:spcAft>
                <a:spcPct val="0"/>
              </a:spcAft>
              <a:defRPr sz="4000" b="1">
                <a:solidFill>
                  <a:srgbClr val="FFFF00"/>
                </a:solidFill>
                <a:latin typeface="Arial" charset="0"/>
                <a:cs typeface="Arial" charset="0"/>
              </a:defRPr>
            </a:lvl8pPr>
            <a:lvl9pPr marL="3886200" indent="-228600" algn="ctr" rtl="1" eaLnBrk="0" fontAlgn="base" hangingPunct="0">
              <a:spcBef>
                <a:spcPct val="50000"/>
              </a:spcBef>
              <a:spcAft>
                <a:spcPct val="0"/>
              </a:spcAft>
              <a:defRPr sz="4000" b="1">
                <a:solidFill>
                  <a:srgbClr val="FFFF00"/>
                </a:solidFill>
                <a:latin typeface="Arial" charset="0"/>
                <a:cs typeface="Arial" charset="0"/>
              </a:defRPr>
            </a:lvl9pPr>
          </a:lstStyle>
          <a:p>
            <a:pPr algn="ctr" rtl="1" eaLnBrk="1" hangingPunct="1">
              <a:spcBef>
                <a:spcPct val="50000"/>
              </a:spcBef>
              <a:defRPr/>
            </a:pPr>
            <a:endParaRPr lang="en-US" altLang="en-US"/>
          </a:p>
        </p:txBody>
      </p:sp>
      <p:sp>
        <p:nvSpPr>
          <p:cNvPr id="2052" name="Rectangle 3">
            <a:extLst>
              <a:ext uri="{FF2B5EF4-FFF2-40B4-BE49-F238E27FC236}">
                <a16:creationId xmlns:a16="http://schemas.microsoft.com/office/drawing/2014/main" id="{261C3F91-99E7-4A1D-8D57-1D2E0A72CDA9}"/>
              </a:ext>
            </a:extLst>
          </p:cNvPr>
          <p:cNvSpPr>
            <a:spLocks noGrp="1" noChangeArrowheads="1"/>
          </p:cNvSpPr>
          <p:nvPr>
            <p:ph type="body" idx="1"/>
          </p:nvPr>
        </p:nvSpPr>
        <p:spPr bwMode="auto">
          <a:xfrm>
            <a:off x="179388" y="908050"/>
            <a:ext cx="8713787" cy="565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3" name="Rectangle 4">
            <a:extLst>
              <a:ext uri="{FF2B5EF4-FFF2-40B4-BE49-F238E27FC236}">
                <a16:creationId xmlns:a16="http://schemas.microsoft.com/office/drawing/2014/main" id="{74F6B019-FE76-4515-B473-9E5EEB629A0B}"/>
              </a:ext>
            </a:extLst>
          </p:cNvPr>
          <p:cNvSpPr>
            <a:spLocks noGrp="1" noChangeArrowheads="1"/>
          </p:cNvSpPr>
          <p:nvPr>
            <p:ph type="title"/>
          </p:nvPr>
        </p:nvSpPr>
        <p:spPr bwMode="auto">
          <a:xfrm>
            <a:off x="539750" y="188913"/>
            <a:ext cx="835342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53605" name="Rectangle 5">
            <a:extLst>
              <a:ext uri="{FF2B5EF4-FFF2-40B4-BE49-F238E27FC236}">
                <a16:creationId xmlns:a16="http://schemas.microsoft.com/office/drawing/2014/main" id="{1A78F867-2A67-4D5E-99CF-7B478823E9A9}"/>
              </a:ext>
            </a:extLst>
          </p:cNvPr>
          <p:cNvSpPr>
            <a:spLocks noGrp="1" noChangeArrowheads="1"/>
          </p:cNvSpPr>
          <p:nvPr>
            <p:ph type="dt" sz="half" idx="2"/>
          </p:nvPr>
        </p:nvSpPr>
        <p:spPr bwMode="auto">
          <a:xfrm>
            <a:off x="0" y="6584950"/>
            <a:ext cx="21336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1" hangingPunct="1">
              <a:spcBef>
                <a:spcPct val="0"/>
              </a:spcBef>
              <a:defRPr sz="1000" b="0">
                <a:solidFill>
                  <a:srgbClr val="000000"/>
                </a:solidFill>
                <a:latin typeface="Tahoma" pitchFamily="34" charset="0"/>
                <a:cs typeface="Arial" charset="0"/>
              </a:defRPr>
            </a:lvl1pPr>
          </a:lstStyle>
          <a:p>
            <a:pPr>
              <a:defRPr/>
            </a:pPr>
            <a:endParaRPr lang="en-US" altLang="en-US"/>
          </a:p>
        </p:txBody>
      </p:sp>
      <p:sp>
        <p:nvSpPr>
          <p:cNvPr id="153606" name="Rectangle 6">
            <a:extLst>
              <a:ext uri="{FF2B5EF4-FFF2-40B4-BE49-F238E27FC236}">
                <a16:creationId xmlns:a16="http://schemas.microsoft.com/office/drawing/2014/main" id="{14385FD6-EE81-4672-94C2-89E87CA1AD2C}"/>
              </a:ext>
            </a:extLst>
          </p:cNvPr>
          <p:cNvSpPr>
            <a:spLocks noGrp="1" noChangeArrowheads="1"/>
          </p:cNvSpPr>
          <p:nvPr>
            <p:ph type="ftr" sz="quarter" idx="3"/>
          </p:nvPr>
        </p:nvSpPr>
        <p:spPr bwMode="auto">
          <a:xfrm>
            <a:off x="3124200" y="6613525"/>
            <a:ext cx="28956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rtl="0" eaLnBrk="1" hangingPunct="1">
              <a:spcBef>
                <a:spcPct val="0"/>
              </a:spcBef>
              <a:defRPr sz="1000" b="0">
                <a:solidFill>
                  <a:srgbClr val="000000"/>
                </a:solidFill>
                <a:latin typeface="Tahoma" pitchFamily="34" charset="0"/>
                <a:cs typeface="Arial" charset="0"/>
              </a:defRPr>
            </a:lvl1pPr>
          </a:lstStyle>
          <a:p>
            <a:pPr>
              <a:defRPr/>
            </a:pPr>
            <a:endParaRPr lang="en-US" altLang="en-US"/>
          </a:p>
        </p:txBody>
      </p:sp>
      <p:sp>
        <p:nvSpPr>
          <p:cNvPr id="153607" name="Rectangle 7">
            <a:extLst>
              <a:ext uri="{FF2B5EF4-FFF2-40B4-BE49-F238E27FC236}">
                <a16:creationId xmlns:a16="http://schemas.microsoft.com/office/drawing/2014/main" id="{322EBCAC-1D8F-4359-8731-C8051FB2064A}"/>
              </a:ext>
            </a:extLst>
          </p:cNvPr>
          <p:cNvSpPr>
            <a:spLocks noGrp="1" noChangeArrowheads="1"/>
          </p:cNvSpPr>
          <p:nvPr>
            <p:ph type="sldNum" sz="quarter" idx="4"/>
          </p:nvPr>
        </p:nvSpPr>
        <p:spPr bwMode="auto">
          <a:xfrm>
            <a:off x="7010400" y="6613525"/>
            <a:ext cx="2133600"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0">
                <a:solidFill>
                  <a:srgbClr val="000000"/>
                </a:solidFill>
                <a:latin typeface="Tahoma" panose="020B0604030504040204" pitchFamily="34" charset="0"/>
              </a:defRPr>
            </a:lvl1pPr>
          </a:lstStyle>
          <a:p>
            <a:fld id="{F2309B55-5C0A-44C3-8153-A3BDFE51C4FA}" type="slidenum">
              <a:rPr lang="he-IL" altLang="en-US"/>
              <a:pPr/>
              <a:t>‹#›</a:t>
            </a:fld>
            <a:endParaRPr lang="en-US" altLang="en-US"/>
          </a:p>
        </p:txBody>
      </p:sp>
      <p:pic>
        <p:nvPicPr>
          <p:cNvPr id="2057" name="Picture 8" descr="MCj04325580000[1]">
            <a:hlinkClick r:id="" action="ppaction://hlinkshowjump?jump=endshow"/>
            <a:extLst>
              <a:ext uri="{FF2B5EF4-FFF2-40B4-BE49-F238E27FC236}">
                <a16:creationId xmlns:a16="http://schemas.microsoft.com/office/drawing/2014/main" id="{55BC6249-8545-4059-91EF-DE35C3C6F9B1}"/>
              </a:ext>
            </a:extLst>
          </p:cNvPr>
          <p:cNvPicPr>
            <a:picLocks noChangeAspect="1" noChangeArrowheads="1"/>
          </p:cNvPicPr>
          <p:nvPr/>
        </p:nvPicPr>
        <p:blipFill>
          <a:blip r:embed="rId16">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077" r:id="rId1"/>
    <p:sldLayoutId id="2147485078" r:id="rId2"/>
    <p:sldLayoutId id="2147485079" r:id="rId3"/>
    <p:sldLayoutId id="2147485080" r:id="rId4"/>
    <p:sldLayoutId id="2147485081" r:id="rId5"/>
    <p:sldLayoutId id="2147485082" r:id="rId6"/>
    <p:sldLayoutId id="2147485083" r:id="rId7"/>
    <p:sldLayoutId id="2147485084" r:id="rId8"/>
    <p:sldLayoutId id="2147485085" r:id="rId9"/>
    <p:sldLayoutId id="2147485086" r:id="rId10"/>
    <p:sldLayoutId id="2147485087" r:id="rId11"/>
    <p:sldLayoutId id="2147485088" r:id="rId12"/>
    <p:sldLayoutId id="2147485089" r:id="rId13"/>
  </p:sldLayoutIdLst>
  <p:transition spd="med">
    <p:fade thruBlk="1"/>
  </p:transition>
  <p:hf hdr="0" ftr="0" dt="0"/>
  <p:txStyles>
    <p:titleStyle>
      <a:lvl1pPr algn="ctr" rtl="1" eaLnBrk="0" fontAlgn="base" hangingPunct="0">
        <a:spcBef>
          <a:spcPct val="0"/>
        </a:spcBef>
        <a:spcAft>
          <a:spcPct val="0"/>
        </a:spcAft>
        <a:defRPr sz="3600" b="1">
          <a:solidFill>
            <a:srgbClr val="990033"/>
          </a:solidFill>
          <a:latin typeface="+mj-lt"/>
          <a:ea typeface="+mj-ea"/>
          <a:cs typeface="+mj-cs"/>
        </a:defRPr>
      </a:lvl1pPr>
      <a:lvl2pPr algn="ctr" rtl="1" eaLnBrk="0" fontAlgn="base" hangingPunct="0">
        <a:spcBef>
          <a:spcPct val="0"/>
        </a:spcBef>
        <a:spcAft>
          <a:spcPct val="0"/>
        </a:spcAft>
        <a:defRPr sz="3600" b="1">
          <a:solidFill>
            <a:srgbClr val="990033"/>
          </a:solidFill>
          <a:latin typeface="Arial Black" pitchFamily="34" charset="0"/>
          <a:cs typeface="Arial" charset="0"/>
        </a:defRPr>
      </a:lvl2pPr>
      <a:lvl3pPr algn="ctr" rtl="1" eaLnBrk="0" fontAlgn="base" hangingPunct="0">
        <a:spcBef>
          <a:spcPct val="0"/>
        </a:spcBef>
        <a:spcAft>
          <a:spcPct val="0"/>
        </a:spcAft>
        <a:defRPr sz="3600" b="1">
          <a:solidFill>
            <a:srgbClr val="990033"/>
          </a:solidFill>
          <a:latin typeface="Arial Black" pitchFamily="34" charset="0"/>
          <a:cs typeface="Arial" charset="0"/>
        </a:defRPr>
      </a:lvl3pPr>
      <a:lvl4pPr algn="ctr" rtl="1" eaLnBrk="0" fontAlgn="base" hangingPunct="0">
        <a:spcBef>
          <a:spcPct val="0"/>
        </a:spcBef>
        <a:spcAft>
          <a:spcPct val="0"/>
        </a:spcAft>
        <a:defRPr sz="3600" b="1">
          <a:solidFill>
            <a:srgbClr val="990033"/>
          </a:solidFill>
          <a:latin typeface="Arial Black" pitchFamily="34" charset="0"/>
          <a:cs typeface="Arial" charset="0"/>
        </a:defRPr>
      </a:lvl4pPr>
      <a:lvl5pPr algn="ctr" rtl="1" eaLnBrk="0" fontAlgn="base" hangingPunct="0">
        <a:spcBef>
          <a:spcPct val="0"/>
        </a:spcBef>
        <a:spcAft>
          <a:spcPct val="0"/>
        </a:spcAft>
        <a:defRPr sz="3600" b="1">
          <a:solidFill>
            <a:srgbClr val="990033"/>
          </a:solidFill>
          <a:latin typeface="Arial Black" pitchFamily="34" charset="0"/>
          <a:cs typeface="Arial" charset="0"/>
        </a:defRPr>
      </a:lvl5pPr>
      <a:lvl6pPr marL="457200" algn="ctr" rtl="1" fontAlgn="base">
        <a:spcBef>
          <a:spcPct val="0"/>
        </a:spcBef>
        <a:spcAft>
          <a:spcPct val="0"/>
        </a:spcAft>
        <a:defRPr sz="3600" b="1">
          <a:solidFill>
            <a:srgbClr val="990033"/>
          </a:solidFill>
          <a:latin typeface="Arial Black" pitchFamily="34" charset="0"/>
          <a:cs typeface="Arial" charset="0"/>
        </a:defRPr>
      </a:lvl6pPr>
      <a:lvl7pPr marL="914400" algn="ctr" rtl="1" fontAlgn="base">
        <a:spcBef>
          <a:spcPct val="0"/>
        </a:spcBef>
        <a:spcAft>
          <a:spcPct val="0"/>
        </a:spcAft>
        <a:defRPr sz="3600" b="1">
          <a:solidFill>
            <a:srgbClr val="990033"/>
          </a:solidFill>
          <a:latin typeface="Arial Black" pitchFamily="34" charset="0"/>
          <a:cs typeface="Arial" charset="0"/>
        </a:defRPr>
      </a:lvl7pPr>
      <a:lvl8pPr marL="1371600" algn="ctr" rtl="1" fontAlgn="base">
        <a:spcBef>
          <a:spcPct val="0"/>
        </a:spcBef>
        <a:spcAft>
          <a:spcPct val="0"/>
        </a:spcAft>
        <a:defRPr sz="3600" b="1">
          <a:solidFill>
            <a:srgbClr val="990033"/>
          </a:solidFill>
          <a:latin typeface="Arial Black" pitchFamily="34" charset="0"/>
          <a:cs typeface="Arial" charset="0"/>
        </a:defRPr>
      </a:lvl8pPr>
      <a:lvl9pPr marL="1828800" algn="ctr" rtl="1" fontAlgn="base">
        <a:spcBef>
          <a:spcPct val="0"/>
        </a:spcBef>
        <a:spcAft>
          <a:spcPct val="0"/>
        </a:spcAft>
        <a:defRPr sz="3600" b="1">
          <a:solidFill>
            <a:srgbClr val="990033"/>
          </a:solidFill>
          <a:latin typeface="Arial Black" pitchFamily="34" charset="0"/>
          <a:cs typeface="Arial" charset="0"/>
        </a:defRPr>
      </a:lvl9pPr>
    </p:titleStyle>
    <p:bodyStyle>
      <a:lvl1pPr marL="342900" indent="-342900" algn="r" rtl="1" eaLnBrk="0" fontAlgn="base" hangingPunct="0">
        <a:spcBef>
          <a:spcPct val="20000"/>
        </a:spcBef>
        <a:spcAft>
          <a:spcPct val="0"/>
        </a:spcAft>
        <a:buSzPct val="70000"/>
        <a:buFont typeface="Wingdings" panose="05000000000000000000" pitchFamily="2" charset="2"/>
        <a:buBlip>
          <a:blip r:embed="rId17"/>
        </a:buBlip>
        <a:defRPr sz="3200" b="1">
          <a:solidFill>
            <a:schemeClr val="accent2"/>
          </a:solidFill>
          <a:latin typeface="+mn-lt"/>
          <a:ea typeface="+mn-ea"/>
          <a:cs typeface="+mn-cs"/>
        </a:defRPr>
      </a:lvl1pPr>
      <a:lvl2pPr marL="742950" indent="-285750" algn="r" rtl="1" eaLnBrk="0" fontAlgn="base" hangingPunct="0">
        <a:spcBef>
          <a:spcPct val="20000"/>
        </a:spcBef>
        <a:spcAft>
          <a:spcPct val="0"/>
        </a:spcAft>
        <a:buSzPct val="70000"/>
        <a:buFont typeface="Wingdings" panose="05000000000000000000" pitchFamily="2" charset="2"/>
        <a:buBlip>
          <a:blip r:embed="rId17"/>
        </a:buBlip>
        <a:defRPr sz="2800" b="1">
          <a:solidFill>
            <a:schemeClr val="accent2"/>
          </a:solidFill>
          <a:latin typeface="+mn-lt"/>
          <a:cs typeface="+mn-cs"/>
        </a:defRPr>
      </a:lvl2pPr>
      <a:lvl3pPr marL="1143000" indent="-228600" algn="r" rtl="1" eaLnBrk="0" fontAlgn="base" hangingPunct="0">
        <a:spcBef>
          <a:spcPct val="20000"/>
        </a:spcBef>
        <a:spcAft>
          <a:spcPct val="0"/>
        </a:spcAft>
        <a:buSzPct val="70000"/>
        <a:buBlip>
          <a:blip r:embed="rId17"/>
        </a:buBlip>
        <a:defRPr sz="2400" b="1">
          <a:solidFill>
            <a:schemeClr val="accent2"/>
          </a:solidFill>
          <a:latin typeface="+mn-lt"/>
          <a:cs typeface="+mn-cs"/>
        </a:defRPr>
      </a:lvl3pPr>
      <a:lvl4pPr marL="1600200" indent="-228600" algn="r" rtl="1" eaLnBrk="0" fontAlgn="base" hangingPunct="0">
        <a:spcBef>
          <a:spcPct val="20000"/>
        </a:spcBef>
        <a:spcAft>
          <a:spcPct val="0"/>
        </a:spcAft>
        <a:buSzPct val="70000"/>
        <a:buBlip>
          <a:blip r:embed="rId17"/>
        </a:buBlip>
        <a:defRPr sz="2000" b="1">
          <a:solidFill>
            <a:schemeClr val="accent2"/>
          </a:solidFill>
          <a:latin typeface="+mn-lt"/>
          <a:cs typeface="+mn-cs"/>
        </a:defRPr>
      </a:lvl4pPr>
      <a:lvl5pPr marL="2057400" indent="-228600" algn="r" rtl="1" eaLnBrk="0" fontAlgn="base" hangingPunct="0">
        <a:spcBef>
          <a:spcPct val="20000"/>
        </a:spcBef>
        <a:spcAft>
          <a:spcPct val="0"/>
        </a:spcAft>
        <a:buSzPct val="70000"/>
        <a:buBlip>
          <a:blip r:embed="rId17"/>
        </a:buBlip>
        <a:defRPr sz="1600" b="1">
          <a:solidFill>
            <a:schemeClr val="accent2"/>
          </a:solidFill>
          <a:latin typeface="+mn-lt"/>
          <a:cs typeface="+mn-cs"/>
        </a:defRPr>
      </a:lvl5pPr>
      <a:lvl6pPr marL="2514600" indent="-228600" algn="r" rtl="1" fontAlgn="base">
        <a:spcBef>
          <a:spcPct val="20000"/>
        </a:spcBef>
        <a:spcAft>
          <a:spcPct val="0"/>
        </a:spcAft>
        <a:buSzPct val="70000"/>
        <a:buBlip>
          <a:blip r:embed="rId17"/>
        </a:buBlip>
        <a:defRPr sz="1600" b="1">
          <a:solidFill>
            <a:schemeClr val="accent2"/>
          </a:solidFill>
          <a:latin typeface="+mn-lt"/>
          <a:cs typeface="+mn-cs"/>
        </a:defRPr>
      </a:lvl6pPr>
      <a:lvl7pPr marL="2971800" indent="-228600" algn="r" rtl="1" fontAlgn="base">
        <a:spcBef>
          <a:spcPct val="20000"/>
        </a:spcBef>
        <a:spcAft>
          <a:spcPct val="0"/>
        </a:spcAft>
        <a:buSzPct val="70000"/>
        <a:buBlip>
          <a:blip r:embed="rId17"/>
        </a:buBlip>
        <a:defRPr sz="1600" b="1">
          <a:solidFill>
            <a:schemeClr val="accent2"/>
          </a:solidFill>
          <a:latin typeface="+mn-lt"/>
          <a:cs typeface="+mn-cs"/>
        </a:defRPr>
      </a:lvl7pPr>
      <a:lvl8pPr marL="3429000" indent="-228600" algn="r" rtl="1" fontAlgn="base">
        <a:spcBef>
          <a:spcPct val="20000"/>
        </a:spcBef>
        <a:spcAft>
          <a:spcPct val="0"/>
        </a:spcAft>
        <a:buSzPct val="70000"/>
        <a:buBlip>
          <a:blip r:embed="rId17"/>
        </a:buBlip>
        <a:defRPr sz="1600" b="1">
          <a:solidFill>
            <a:schemeClr val="accent2"/>
          </a:solidFill>
          <a:latin typeface="+mn-lt"/>
          <a:cs typeface="+mn-cs"/>
        </a:defRPr>
      </a:lvl8pPr>
      <a:lvl9pPr marL="3886200" indent="-228600" algn="r" rtl="1" fontAlgn="base">
        <a:spcBef>
          <a:spcPct val="20000"/>
        </a:spcBef>
        <a:spcAft>
          <a:spcPct val="0"/>
        </a:spcAft>
        <a:buSzPct val="70000"/>
        <a:buBlip>
          <a:blip r:embed="rId17"/>
        </a:buBlip>
        <a:defRPr sz="1600" b="1">
          <a:solidFill>
            <a:schemeClr val="accent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FFFFFF"/>
            </a:gs>
            <a:gs pos="100000">
              <a:srgbClr val="9999FF"/>
            </a:gs>
          </a:gsLst>
          <a:lin ang="0" scaled="1"/>
        </a:gradFill>
        <a:effectLst/>
      </p:bgPr>
    </p:bg>
    <p:spTree>
      <p:nvGrpSpPr>
        <p:cNvPr id="1" name=""/>
        <p:cNvGrpSpPr/>
        <p:nvPr/>
      </p:nvGrpSpPr>
      <p:grpSpPr>
        <a:xfrm>
          <a:off x="0" y="0"/>
          <a:ext cx="0" cy="0"/>
          <a:chOff x="0" y="0"/>
          <a:chExt cx="0" cy="0"/>
        </a:xfrm>
      </p:grpSpPr>
      <p:pic>
        <p:nvPicPr>
          <p:cNvPr id="3074" name="Picture 10" descr="image_home">
            <a:extLst>
              <a:ext uri="{FF2B5EF4-FFF2-40B4-BE49-F238E27FC236}">
                <a16:creationId xmlns:a16="http://schemas.microsoft.com/office/drawing/2014/main" id="{235D51CF-2CCF-4D1D-AA01-B05192B788AF}"/>
              </a:ext>
            </a:extLst>
          </p:cNvPr>
          <p:cNvPicPr>
            <a:picLocks noChangeAspect="1" noChangeArrowheads="1"/>
          </p:cNvPicPr>
          <p:nvPr/>
        </p:nvPicPr>
        <p:blipFill>
          <a:blip r:embed="rId15">
            <a:lum bright="6000"/>
            <a:extLst>
              <a:ext uri="{28A0092B-C50C-407E-A947-70E740481C1C}">
                <a14:useLocalDpi xmlns:a14="http://schemas.microsoft.com/office/drawing/2010/main" val="0"/>
              </a:ext>
            </a:extLst>
          </a:blip>
          <a:srcRect l="2893" t="23004" r="12982" b="15056"/>
          <a:stretch>
            <a:fillRect/>
          </a:stretch>
        </p:blipFill>
        <p:spPr bwMode="auto">
          <a:xfrm>
            <a:off x="0" y="4049713"/>
            <a:ext cx="3600450" cy="280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2">
            <a:extLst>
              <a:ext uri="{FF2B5EF4-FFF2-40B4-BE49-F238E27FC236}">
                <a16:creationId xmlns:a16="http://schemas.microsoft.com/office/drawing/2014/main" id="{218FAD76-80FE-4239-9F2C-DDAE53F8215A}"/>
              </a:ext>
            </a:extLst>
          </p:cNvPr>
          <p:cNvSpPr>
            <a:spLocks noChangeArrowheads="1"/>
          </p:cNvSpPr>
          <p:nvPr/>
        </p:nvSpPr>
        <p:spPr bwMode="auto">
          <a:xfrm>
            <a:off x="179388" y="188913"/>
            <a:ext cx="8713787" cy="6335712"/>
          </a:xfrm>
          <a:prstGeom prst="rect">
            <a:avLst/>
          </a:prstGeom>
          <a:solidFill>
            <a:schemeClr val="bg1">
              <a:alpha val="92940"/>
            </a:schemeClr>
          </a:solidFill>
          <a:ln>
            <a:noFill/>
          </a:ln>
          <a:effectLst/>
          <a:extLst>
            <a:ext uri="{91240B29-F687-4F45-9708-019B960494DF}">
              <a14:hiddenLine xmlns:a14="http://schemas.microsoft.com/office/drawing/2010/main" w="28575" algn="ctr">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pPr algn="ctr" rtl="1" eaLnBrk="1" hangingPunct="1">
              <a:spcBef>
                <a:spcPct val="50000"/>
              </a:spcBef>
              <a:defRPr/>
            </a:pPr>
            <a:endParaRPr lang="en-US" altLang="en-US"/>
          </a:p>
        </p:txBody>
      </p:sp>
      <p:sp>
        <p:nvSpPr>
          <p:cNvPr id="3076" name="Rectangle 3">
            <a:extLst>
              <a:ext uri="{FF2B5EF4-FFF2-40B4-BE49-F238E27FC236}">
                <a16:creationId xmlns:a16="http://schemas.microsoft.com/office/drawing/2014/main" id="{25E9C66B-C018-4A43-B399-C38A5E979701}"/>
              </a:ext>
            </a:extLst>
          </p:cNvPr>
          <p:cNvSpPr>
            <a:spLocks noGrp="1" noChangeArrowheads="1"/>
          </p:cNvSpPr>
          <p:nvPr>
            <p:ph type="body" idx="1"/>
          </p:nvPr>
        </p:nvSpPr>
        <p:spPr bwMode="auto">
          <a:xfrm>
            <a:off x="179388" y="908050"/>
            <a:ext cx="8713787" cy="565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7" name="Rectangle 4">
            <a:extLst>
              <a:ext uri="{FF2B5EF4-FFF2-40B4-BE49-F238E27FC236}">
                <a16:creationId xmlns:a16="http://schemas.microsoft.com/office/drawing/2014/main" id="{D171FA58-FF85-4900-82DF-404BA0FF9EC2}"/>
              </a:ext>
            </a:extLst>
          </p:cNvPr>
          <p:cNvSpPr>
            <a:spLocks noGrp="1" noChangeArrowheads="1"/>
          </p:cNvSpPr>
          <p:nvPr>
            <p:ph type="title"/>
          </p:nvPr>
        </p:nvSpPr>
        <p:spPr bwMode="auto">
          <a:xfrm>
            <a:off x="539750" y="188913"/>
            <a:ext cx="8353425" cy="71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53605" name="Rectangle 5">
            <a:extLst>
              <a:ext uri="{FF2B5EF4-FFF2-40B4-BE49-F238E27FC236}">
                <a16:creationId xmlns:a16="http://schemas.microsoft.com/office/drawing/2014/main" id="{E1C10073-D289-41BD-BB8C-CDCC94051A81}"/>
              </a:ext>
            </a:extLst>
          </p:cNvPr>
          <p:cNvSpPr>
            <a:spLocks noGrp="1" noChangeArrowheads="1"/>
          </p:cNvSpPr>
          <p:nvPr>
            <p:ph type="dt" sz="half" idx="2"/>
          </p:nvPr>
        </p:nvSpPr>
        <p:spPr bwMode="auto">
          <a:xfrm>
            <a:off x="0" y="6584950"/>
            <a:ext cx="2133600" cy="19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0" eaLnBrk="1" hangingPunct="1">
              <a:spcBef>
                <a:spcPct val="0"/>
              </a:spcBef>
              <a:defRPr sz="1000" b="0">
                <a:solidFill>
                  <a:srgbClr val="000000"/>
                </a:solidFill>
                <a:latin typeface="Tahoma" panose="020B0604030504040204" pitchFamily="34" charset="0"/>
                <a:cs typeface="Arial"/>
              </a:defRPr>
            </a:lvl1pPr>
          </a:lstStyle>
          <a:p>
            <a:pPr>
              <a:defRPr/>
            </a:pPr>
            <a:endParaRPr lang="en-US" altLang="en-US"/>
          </a:p>
        </p:txBody>
      </p:sp>
      <p:sp>
        <p:nvSpPr>
          <p:cNvPr id="153606" name="Rectangle 6">
            <a:extLst>
              <a:ext uri="{FF2B5EF4-FFF2-40B4-BE49-F238E27FC236}">
                <a16:creationId xmlns:a16="http://schemas.microsoft.com/office/drawing/2014/main" id="{79DC4FA0-0C8A-4417-BF97-5D95D9C27D6D}"/>
              </a:ext>
            </a:extLst>
          </p:cNvPr>
          <p:cNvSpPr>
            <a:spLocks noGrp="1" noChangeArrowheads="1"/>
          </p:cNvSpPr>
          <p:nvPr>
            <p:ph type="ftr" sz="quarter" idx="3"/>
          </p:nvPr>
        </p:nvSpPr>
        <p:spPr bwMode="auto">
          <a:xfrm>
            <a:off x="3124200" y="6613525"/>
            <a:ext cx="2895600" cy="16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rtl="0" eaLnBrk="1" hangingPunct="1">
              <a:spcBef>
                <a:spcPct val="0"/>
              </a:spcBef>
              <a:defRPr sz="1000" b="0">
                <a:solidFill>
                  <a:srgbClr val="000000"/>
                </a:solidFill>
                <a:latin typeface="Tahoma" panose="020B0604030504040204" pitchFamily="34" charset="0"/>
                <a:cs typeface="Arial"/>
              </a:defRPr>
            </a:lvl1pPr>
          </a:lstStyle>
          <a:p>
            <a:pPr>
              <a:defRPr/>
            </a:pPr>
            <a:endParaRPr lang="en-US" altLang="en-US"/>
          </a:p>
        </p:txBody>
      </p:sp>
      <p:sp>
        <p:nvSpPr>
          <p:cNvPr id="153607" name="Rectangle 7">
            <a:extLst>
              <a:ext uri="{FF2B5EF4-FFF2-40B4-BE49-F238E27FC236}">
                <a16:creationId xmlns:a16="http://schemas.microsoft.com/office/drawing/2014/main" id="{E14E86A3-8B3E-434B-9298-8F18BB9B991E}"/>
              </a:ext>
            </a:extLst>
          </p:cNvPr>
          <p:cNvSpPr>
            <a:spLocks noGrp="1" noChangeArrowheads="1"/>
          </p:cNvSpPr>
          <p:nvPr>
            <p:ph type="sldNum" sz="quarter" idx="4"/>
          </p:nvPr>
        </p:nvSpPr>
        <p:spPr bwMode="auto">
          <a:xfrm>
            <a:off x="7010400" y="6613525"/>
            <a:ext cx="2133600" cy="1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b="0">
                <a:solidFill>
                  <a:srgbClr val="000000"/>
                </a:solidFill>
                <a:latin typeface="Tahoma" panose="020B0604030504040204" pitchFamily="34" charset="0"/>
              </a:defRPr>
            </a:lvl1pPr>
          </a:lstStyle>
          <a:p>
            <a:fld id="{92E40CD7-25ED-48C6-85BA-E5033DE04681}" type="slidenum">
              <a:rPr lang="he-IL" altLang="en-US"/>
              <a:pPr/>
              <a:t>‹#›</a:t>
            </a:fld>
            <a:endParaRPr lang="en-US" altLang="en-US"/>
          </a:p>
        </p:txBody>
      </p:sp>
      <p:pic>
        <p:nvPicPr>
          <p:cNvPr id="3081" name="Picture 8" descr="MCj04325580000[1]">
            <a:hlinkClick r:id="" action="ppaction://hlinkshowjump?jump=endshow"/>
            <a:extLst>
              <a:ext uri="{FF2B5EF4-FFF2-40B4-BE49-F238E27FC236}">
                <a16:creationId xmlns:a16="http://schemas.microsoft.com/office/drawing/2014/main" id="{7CF997FB-83E7-417C-AB1B-1CCF473D7FE5}"/>
              </a:ext>
            </a:extLst>
          </p:cNvPr>
          <p:cNvPicPr>
            <a:picLocks noChangeAspect="1" noChangeArrowheads="1"/>
          </p:cNvPicPr>
          <p:nvPr/>
        </p:nvPicPr>
        <p:blipFill>
          <a:blip r:embed="rId16">
            <a:lum bright="70000" contrast="-70000"/>
            <a:extLst>
              <a:ext uri="{28A0092B-C50C-407E-A947-70E740481C1C}">
                <a14:useLocalDpi xmlns:a14="http://schemas.microsoft.com/office/drawing/2010/main" val="0"/>
              </a:ext>
            </a:extLst>
          </a:blip>
          <a:srcRect/>
          <a:stretch>
            <a:fillRect/>
          </a:stretch>
        </p:blipFill>
        <p:spPr bwMode="auto">
          <a:xfrm>
            <a:off x="0" y="0"/>
            <a:ext cx="395288"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090" r:id="rId1"/>
    <p:sldLayoutId id="2147485091" r:id="rId2"/>
    <p:sldLayoutId id="2147485092" r:id="rId3"/>
    <p:sldLayoutId id="2147485093" r:id="rId4"/>
    <p:sldLayoutId id="2147485094" r:id="rId5"/>
    <p:sldLayoutId id="2147485095" r:id="rId6"/>
    <p:sldLayoutId id="2147485096" r:id="rId7"/>
    <p:sldLayoutId id="2147485097" r:id="rId8"/>
    <p:sldLayoutId id="2147485098" r:id="rId9"/>
    <p:sldLayoutId id="2147485099" r:id="rId10"/>
    <p:sldLayoutId id="2147485100" r:id="rId11"/>
    <p:sldLayoutId id="2147485101" r:id="rId12"/>
    <p:sldLayoutId id="2147485102" r:id="rId13"/>
  </p:sldLayoutIdLst>
  <p:transition spd="med">
    <p:fade thruBlk="1"/>
  </p:transition>
  <p:hf hdr="0" ftr="0" dt="0"/>
  <p:txStyles>
    <p:titleStyle>
      <a:lvl1pPr algn="ctr" rtl="1" eaLnBrk="0" fontAlgn="base" hangingPunct="0">
        <a:spcBef>
          <a:spcPct val="0"/>
        </a:spcBef>
        <a:spcAft>
          <a:spcPct val="0"/>
        </a:spcAft>
        <a:defRPr sz="3600" b="1" kern="1200">
          <a:solidFill>
            <a:srgbClr val="990033"/>
          </a:solidFill>
          <a:latin typeface="+mj-lt"/>
          <a:ea typeface="+mj-ea"/>
          <a:cs typeface="+mj-cs"/>
        </a:defRPr>
      </a:lvl1pPr>
      <a:lvl2pPr algn="ctr" rtl="1" eaLnBrk="0" fontAlgn="base" hangingPunct="0">
        <a:spcBef>
          <a:spcPct val="0"/>
        </a:spcBef>
        <a:spcAft>
          <a:spcPct val="0"/>
        </a:spcAft>
        <a:defRPr sz="3600" b="1">
          <a:solidFill>
            <a:srgbClr val="990033"/>
          </a:solidFill>
          <a:latin typeface="Arial Black" panose="020B0A04020102020204" pitchFamily="34" charset="0"/>
          <a:cs typeface="Arial" panose="020B0604020202020204" pitchFamily="34" charset="0"/>
        </a:defRPr>
      </a:lvl2pPr>
      <a:lvl3pPr algn="ctr" rtl="1" eaLnBrk="0" fontAlgn="base" hangingPunct="0">
        <a:spcBef>
          <a:spcPct val="0"/>
        </a:spcBef>
        <a:spcAft>
          <a:spcPct val="0"/>
        </a:spcAft>
        <a:defRPr sz="3600" b="1">
          <a:solidFill>
            <a:srgbClr val="990033"/>
          </a:solidFill>
          <a:latin typeface="Arial Black" panose="020B0A04020102020204" pitchFamily="34" charset="0"/>
          <a:cs typeface="Arial" panose="020B0604020202020204" pitchFamily="34" charset="0"/>
        </a:defRPr>
      </a:lvl3pPr>
      <a:lvl4pPr algn="ctr" rtl="1" eaLnBrk="0" fontAlgn="base" hangingPunct="0">
        <a:spcBef>
          <a:spcPct val="0"/>
        </a:spcBef>
        <a:spcAft>
          <a:spcPct val="0"/>
        </a:spcAft>
        <a:defRPr sz="3600" b="1">
          <a:solidFill>
            <a:srgbClr val="990033"/>
          </a:solidFill>
          <a:latin typeface="Arial Black" panose="020B0A04020102020204" pitchFamily="34" charset="0"/>
          <a:cs typeface="Arial" panose="020B0604020202020204" pitchFamily="34" charset="0"/>
        </a:defRPr>
      </a:lvl4pPr>
      <a:lvl5pPr algn="ctr" rtl="1" eaLnBrk="0" fontAlgn="base" hangingPunct="0">
        <a:spcBef>
          <a:spcPct val="0"/>
        </a:spcBef>
        <a:spcAft>
          <a:spcPct val="0"/>
        </a:spcAft>
        <a:defRPr sz="3600" b="1">
          <a:solidFill>
            <a:srgbClr val="990033"/>
          </a:solidFill>
          <a:latin typeface="Arial Black" panose="020B0A04020102020204" pitchFamily="34" charset="0"/>
          <a:cs typeface="Arial" panose="020B0604020202020204" pitchFamily="34" charset="0"/>
        </a:defRPr>
      </a:lvl5pPr>
      <a:lvl6pPr marL="457200" algn="ctr" rtl="1" fontAlgn="base">
        <a:spcBef>
          <a:spcPct val="0"/>
        </a:spcBef>
        <a:spcAft>
          <a:spcPct val="0"/>
        </a:spcAft>
        <a:defRPr sz="3600" b="1">
          <a:solidFill>
            <a:srgbClr val="990033"/>
          </a:solidFill>
          <a:latin typeface="Arial Black" panose="020B0A04020102020204" pitchFamily="34" charset="0"/>
          <a:cs typeface="Arial" panose="020B0604020202020204" pitchFamily="34" charset="0"/>
        </a:defRPr>
      </a:lvl6pPr>
      <a:lvl7pPr marL="914400" algn="ctr" rtl="1" fontAlgn="base">
        <a:spcBef>
          <a:spcPct val="0"/>
        </a:spcBef>
        <a:spcAft>
          <a:spcPct val="0"/>
        </a:spcAft>
        <a:defRPr sz="3600" b="1">
          <a:solidFill>
            <a:srgbClr val="990033"/>
          </a:solidFill>
          <a:latin typeface="Arial Black" panose="020B0A04020102020204" pitchFamily="34" charset="0"/>
          <a:cs typeface="Arial" panose="020B0604020202020204" pitchFamily="34" charset="0"/>
        </a:defRPr>
      </a:lvl7pPr>
      <a:lvl8pPr marL="1371600" algn="ctr" rtl="1" fontAlgn="base">
        <a:spcBef>
          <a:spcPct val="0"/>
        </a:spcBef>
        <a:spcAft>
          <a:spcPct val="0"/>
        </a:spcAft>
        <a:defRPr sz="3600" b="1">
          <a:solidFill>
            <a:srgbClr val="990033"/>
          </a:solidFill>
          <a:latin typeface="Arial Black" panose="020B0A04020102020204" pitchFamily="34" charset="0"/>
          <a:cs typeface="Arial" panose="020B0604020202020204" pitchFamily="34" charset="0"/>
        </a:defRPr>
      </a:lvl8pPr>
      <a:lvl9pPr marL="1828800" algn="ctr" rtl="1" fontAlgn="base">
        <a:spcBef>
          <a:spcPct val="0"/>
        </a:spcBef>
        <a:spcAft>
          <a:spcPct val="0"/>
        </a:spcAft>
        <a:defRPr sz="3600" b="1">
          <a:solidFill>
            <a:srgbClr val="990033"/>
          </a:solidFill>
          <a:latin typeface="Arial Black" panose="020B0A04020102020204" pitchFamily="34" charset="0"/>
          <a:cs typeface="Arial" panose="020B0604020202020204" pitchFamily="34" charset="0"/>
        </a:defRPr>
      </a:lvl9pPr>
    </p:titleStyle>
    <p:bodyStyle>
      <a:lvl1pPr marL="342900" indent="-342900" algn="r" rtl="1" eaLnBrk="0" fontAlgn="base" hangingPunct="0">
        <a:spcBef>
          <a:spcPct val="20000"/>
        </a:spcBef>
        <a:spcAft>
          <a:spcPct val="0"/>
        </a:spcAft>
        <a:buSzPct val="70000"/>
        <a:buFont typeface="Wingdings" panose="05000000000000000000" pitchFamily="2" charset="2"/>
        <a:buBlip>
          <a:blip r:embed="rId17"/>
        </a:buBlip>
        <a:defRPr sz="3200" b="1" kern="1200">
          <a:solidFill>
            <a:schemeClr val="accent2"/>
          </a:solidFill>
          <a:latin typeface="+mn-lt"/>
          <a:ea typeface="+mn-ea"/>
          <a:cs typeface="+mn-cs"/>
        </a:defRPr>
      </a:lvl1pPr>
      <a:lvl2pPr marL="742950" indent="-285750" algn="r" rtl="1" eaLnBrk="0" fontAlgn="base" hangingPunct="0">
        <a:spcBef>
          <a:spcPct val="20000"/>
        </a:spcBef>
        <a:spcAft>
          <a:spcPct val="0"/>
        </a:spcAft>
        <a:buSzPct val="70000"/>
        <a:buFont typeface="Wingdings" panose="05000000000000000000" pitchFamily="2" charset="2"/>
        <a:buBlip>
          <a:blip r:embed="rId17"/>
        </a:buBlip>
        <a:defRPr sz="2800" b="1" kern="1200">
          <a:solidFill>
            <a:schemeClr val="accent2"/>
          </a:solidFill>
          <a:latin typeface="+mn-lt"/>
          <a:ea typeface="+mn-ea"/>
          <a:cs typeface="+mn-cs"/>
        </a:defRPr>
      </a:lvl2pPr>
      <a:lvl3pPr marL="1143000" indent="-228600" algn="r" rtl="1" eaLnBrk="0" fontAlgn="base" hangingPunct="0">
        <a:spcBef>
          <a:spcPct val="20000"/>
        </a:spcBef>
        <a:spcAft>
          <a:spcPct val="0"/>
        </a:spcAft>
        <a:buSzPct val="70000"/>
        <a:buBlip>
          <a:blip r:embed="rId17"/>
        </a:buBlip>
        <a:defRPr sz="2400" b="1" kern="1200">
          <a:solidFill>
            <a:schemeClr val="accent2"/>
          </a:solidFill>
          <a:latin typeface="+mn-lt"/>
          <a:ea typeface="+mn-ea"/>
          <a:cs typeface="+mn-cs"/>
        </a:defRPr>
      </a:lvl3pPr>
      <a:lvl4pPr marL="1600200" indent="-228600" algn="r" rtl="1" eaLnBrk="0" fontAlgn="base" hangingPunct="0">
        <a:spcBef>
          <a:spcPct val="20000"/>
        </a:spcBef>
        <a:spcAft>
          <a:spcPct val="0"/>
        </a:spcAft>
        <a:buSzPct val="70000"/>
        <a:buBlip>
          <a:blip r:embed="rId17"/>
        </a:buBlip>
        <a:defRPr sz="2000" b="1" kern="1200">
          <a:solidFill>
            <a:schemeClr val="accent2"/>
          </a:solidFill>
          <a:latin typeface="+mn-lt"/>
          <a:ea typeface="+mn-ea"/>
          <a:cs typeface="+mn-cs"/>
        </a:defRPr>
      </a:lvl4pPr>
      <a:lvl5pPr marL="2057400" indent="-228600" algn="r" rtl="1" eaLnBrk="0" fontAlgn="base" hangingPunct="0">
        <a:spcBef>
          <a:spcPct val="20000"/>
        </a:spcBef>
        <a:spcAft>
          <a:spcPct val="0"/>
        </a:spcAft>
        <a:buSzPct val="70000"/>
        <a:buBlip>
          <a:blip r:embed="rId17"/>
        </a:buBlip>
        <a:defRPr sz="1600" b="1"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מציין מיקום של כותרת 1">
            <a:extLst>
              <a:ext uri="{FF2B5EF4-FFF2-40B4-BE49-F238E27FC236}">
                <a16:creationId xmlns:a16="http://schemas.microsoft.com/office/drawing/2014/main" id="{8F604CFB-3820-4E02-9784-280D46466AC3}"/>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he-IL" altLang="en-US"/>
              <a:t>לחץ כדי לערוך סגנון כותרת של תבנית בסיס</a:t>
            </a:r>
          </a:p>
        </p:txBody>
      </p:sp>
      <p:sp>
        <p:nvSpPr>
          <p:cNvPr id="3" name="מציין מיקום טקסט 2">
            <a:extLst>
              <a:ext uri="{FF2B5EF4-FFF2-40B4-BE49-F238E27FC236}">
                <a16:creationId xmlns:a16="http://schemas.microsoft.com/office/drawing/2014/main" id="{663E6E11-1491-4D26-B71A-3DCCD3B46CDB}"/>
              </a:ext>
            </a:extLst>
          </p:cNvPr>
          <p:cNvSpPr>
            <a:spLocks noGrp="1"/>
          </p:cNvSpPr>
          <p:nvPr>
            <p:ph type="body" idx="1"/>
          </p:nvPr>
        </p:nvSpPr>
        <p:spPr>
          <a:xfrm>
            <a:off x="628650" y="1825625"/>
            <a:ext cx="7886700" cy="4351338"/>
          </a:xfrm>
          <a:prstGeom prst="rect">
            <a:avLst/>
          </a:prstGeom>
        </p:spPr>
        <p:txBody>
          <a:bodyPr vert="horz" wrap="square" lIns="91440" tIns="45720" rIns="91440" bIns="45720" numCol="1" anchor="t" anchorCtr="0" compatLnSpc="1">
            <a:prstTxWarp prst="textNoShape">
              <a:avLst/>
            </a:prstTxWarp>
            <a:normAutofit/>
          </a:bodyPr>
          <a:lstStyle/>
          <a:p>
            <a:pPr lvl="0"/>
            <a:r>
              <a:rPr lang="he-IL" altLang="en-US"/>
              <a:t>ערוך סגנונות טקסט של תבנית בסיס</a:t>
            </a:r>
          </a:p>
          <a:p>
            <a:pPr lvl="1"/>
            <a:r>
              <a:rPr lang="he-IL" altLang="en-US"/>
              <a:t>רמה שניה</a:t>
            </a:r>
          </a:p>
          <a:p>
            <a:pPr lvl="2"/>
            <a:r>
              <a:rPr lang="he-IL" altLang="en-US"/>
              <a:t>רמה שלישית</a:t>
            </a:r>
          </a:p>
          <a:p>
            <a:pPr lvl="3"/>
            <a:r>
              <a:rPr lang="he-IL" altLang="en-US"/>
              <a:t>רמה רביעית</a:t>
            </a:r>
          </a:p>
          <a:p>
            <a:pPr lvl="4"/>
            <a:r>
              <a:rPr lang="he-IL" altLang="en-US"/>
              <a:t>רמה חמישית</a:t>
            </a:r>
          </a:p>
        </p:txBody>
      </p:sp>
      <p:sp>
        <p:nvSpPr>
          <p:cNvPr id="4" name="מציין מיקום של תאריך 3">
            <a:extLst>
              <a:ext uri="{FF2B5EF4-FFF2-40B4-BE49-F238E27FC236}">
                <a16:creationId xmlns:a16="http://schemas.microsoft.com/office/drawing/2014/main" id="{824FB5F4-B144-402B-BFF4-9E122D56A617}"/>
              </a:ext>
            </a:extLst>
          </p:cNvPr>
          <p:cNvSpPr>
            <a:spLocks noGrp="1"/>
          </p:cNvSpPr>
          <p:nvPr>
            <p:ph type="dt" sz="half" idx="2"/>
          </p:nvPr>
        </p:nvSpPr>
        <p:spPr>
          <a:xfrm>
            <a:off x="6457950" y="6356350"/>
            <a:ext cx="2057400" cy="365125"/>
          </a:xfrm>
          <a:prstGeom prst="rect">
            <a:avLst/>
          </a:prstGeom>
        </p:spPr>
        <p:txBody>
          <a:bodyPr vert="horz" lIns="91440" tIns="45720" rIns="91440" bIns="45720" rtlCol="1" anchor="ctr"/>
          <a:lstStyle>
            <a:lvl1pPr algn="r" rtl="1" eaLnBrk="1" fontAlgn="auto" hangingPunct="1">
              <a:spcBef>
                <a:spcPts val="0"/>
              </a:spcBef>
              <a:spcAft>
                <a:spcPts val="0"/>
              </a:spcAft>
              <a:defRPr sz="900" b="0" smtClean="0">
                <a:solidFill>
                  <a:prstClr val="black">
                    <a:tint val="75000"/>
                  </a:prstClr>
                </a:solidFill>
                <a:latin typeface="Calibri" panose="020F0502020204030204"/>
              </a:defRPr>
            </a:lvl1pPr>
          </a:lstStyle>
          <a:p>
            <a:pPr>
              <a:defRPr/>
            </a:pPr>
            <a:fld id="{F7CED4E8-B567-44C4-BA69-94DCA2284D3B}" type="datetime8">
              <a:rPr lang="he-IL"/>
              <a:pPr>
                <a:defRPr/>
              </a:pPr>
              <a:t>22 מרץ 20</a:t>
            </a:fld>
            <a:endParaRPr lang="he-IL"/>
          </a:p>
        </p:txBody>
      </p:sp>
      <p:sp>
        <p:nvSpPr>
          <p:cNvPr id="5" name="מציין מיקום של כותרת תחתונה 4">
            <a:extLst>
              <a:ext uri="{FF2B5EF4-FFF2-40B4-BE49-F238E27FC236}">
                <a16:creationId xmlns:a16="http://schemas.microsoft.com/office/drawing/2014/main" id="{6CEA1241-3E0C-439A-8262-B7696CC1D6DA}"/>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1" anchor="ctr"/>
          <a:lstStyle>
            <a:lvl1pPr algn="ctr" rtl="1" eaLnBrk="1" fontAlgn="auto" hangingPunct="1">
              <a:spcBef>
                <a:spcPts val="0"/>
              </a:spcBef>
              <a:spcAft>
                <a:spcPts val="0"/>
              </a:spcAft>
              <a:defRPr sz="900" b="0" smtClean="0">
                <a:solidFill>
                  <a:prstClr val="black">
                    <a:tint val="75000"/>
                  </a:prstClr>
                </a:solidFill>
                <a:latin typeface="Calibri" panose="020F0502020204030204"/>
              </a:defRPr>
            </a:lvl1pPr>
          </a:lstStyle>
          <a:p>
            <a:pPr>
              <a:defRPr/>
            </a:pPr>
            <a:r>
              <a:rPr lang="he-IL"/>
              <a:t>התנהגות ארגונית מאקרו- ד"ר אשרית כספי ברוך</a:t>
            </a:r>
          </a:p>
        </p:txBody>
      </p:sp>
      <p:sp>
        <p:nvSpPr>
          <p:cNvPr id="6" name="מציין מיקום של מספר שקופית 5">
            <a:extLst>
              <a:ext uri="{FF2B5EF4-FFF2-40B4-BE49-F238E27FC236}">
                <a16:creationId xmlns:a16="http://schemas.microsoft.com/office/drawing/2014/main" id="{CE47044B-7C4C-4759-B912-9DA141AD03B5}"/>
              </a:ext>
            </a:extLst>
          </p:cNvPr>
          <p:cNvSpPr>
            <a:spLocks noGrp="1"/>
          </p:cNvSpPr>
          <p:nvPr>
            <p:ph type="sldNum" sz="quarter" idx="4"/>
          </p:nvPr>
        </p:nvSpPr>
        <p:spPr>
          <a:xfrm>
            <a:off x="628650" y="6356350"/>
            <a:ext cx="2057400" cy="365125"/>
          </a:xfrm>
          <a:prstGeom prst="rect">
            <a:avLst/>
          </a:prstGeom>
        </p:spPr>
        <p:txBody>
          <a:bodyPr vert="horz" wrap="square" lIns="91440" tIns="45720" rIns="91440" bIns="45720" numCol="1" anchor="ctr" anchorCtr="0" compatLnSpc="1">
            <a:prstTxWarp prst="textNoShape">
              <a:avLst/>
            </a:prstTxWarp>
          </a:bodyPr>
          <a:lstStyle>
            <a:lvl1pPr rtl="1" eaLnBrk="1" hangingPunct="1">
              <a:defRPr sz="900" b="0">
                <a:solidFill>
                  <a:srgbClr val="898989"/>
                </a:solidFill>
                <a:latin typeface="Calibri" panose="020F0502020204030204" pitchFamily="34" charset="0"/>
              </a:defRPr>
            </a:lvl1pPr>
          </a:lstStyle>
          <a:p>
            <a:fld id="{392F90A8-8817-4CED-BD85-9F922615A555}" type="slidenum">
              <a:rPr lang="he-IL" altLang="en-US"/>
              <a:pPr/>
              <a:t>‹#›</a:t>
            </a:fld>
            <a:endParaRPr lang="he-IL" altLang="en-US"/>
          </a:p>
        </p:txBody>
      </p:sp>
    </p:spTree>
  </p:cSld>
  <p:clrMap bg1="lt1" tx1="dk1" bg2="lt2" tx2="dk2" accent1="accent1" accent2="accent2" accent3="accent3" accent4="accent4" accent5="accent5" accent6="accent6" hlink="hlink" folHlink="folHlink"/>
  <p:sldLayoutIdLst>
    <p:sldLayoutId id="2147485115" r:id="rId1"/>
    <p:sldLayoutId id="2147485116" r:id="rId2"/>
    <p:sldLayoutId id="2147485117" r:id="rId3"/>
    <p:sldLayoutId id="2147485118" r:id="rId4"/>
    <p:sldLayoutId id="2147485119" r:id="rId5"/>
    <p:sldLayoutId id="2147485120" r:id="rId6"/>
    <p:sldLayoutId id="2147485121" r:id="rId7"/>
    <p:sldLayoutId id="2147485122" r:id="rId8"/>
    <p:sldLayoutId id="2147485123" r:id="rId9"/>
    <p:sldLayoutId id="2147485124" r:id="rId10"/>
    <p:sldLayoutId id="2147485125" r:id="rId11"/>
    <p:sldLayoutId id="2147485126" r:id="rId12"/>
  </p:sldLayoutIdLst>
  <p:hf sldNum="0" hdr="0" dt="0"/>
  <p:txStyles>
    <p:titleStyle>
      <a:lvl1pPr algn="r" defTabSz="685800" rtl="1" fontAlgn="base">
        <a:lnSpc>
          <a:spcPct val="90000"/>
        </a:lnSpc>
        <a:spcBef>
          <a:spcPct val="0"/>
        </a:spcBef>
        <a:spcAft>
          <a:spcPct val="0"/>
        </a:spcAft>
        <a:defRPr sz="3300" kern="1200">
          <a:solidFill>
            <a:schemeClr val="tx1"/>
          </a:solidFill>
          <a:latin typeface="+mj-lt"/>
          <a:ea typeface="+mj-ea"/>
          <a:cs typeface="Arial" panose="020B0604020202020204" pitchFamily="34" charset="0"/>
        </a:defRPr>
      </a:lvl1pPr>
      <a:lvl2pPr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2pPr>
      <a:lvl3pPr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3pPr>
      <a:lvl4pPr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4pPr>
      <a:lvl5pPr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5pPr>
      <a:lvl6pPr marL="457200"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6pPr>
      <a:lvl7pPr marL="914400"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7pPr>
      <a:lvl8pPr marL="1371600"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8pPr>
      <a:lvl9pPr marL="1828800" algn="r" defTabSz="685800" rtl="1" fontAlgn="base">
        <a:lnSpc>
          <a:spcPct val="90000"/>
        </a:lnSpc>
        <a:spcBef>
          <a:spcPct val="0"/>
        </a:spcBef>
        <a:spcAft>
          <a:spcPct val="0"/>
        </a:spcAft>
        <a:defRPr sz="3300">
          <a:solidFill>
            <a:schemeClr val="tx1"/>
          </a:solidFill>
          <a:latin typeface="Calibri Light" panose="020F0302020204030204" pitchFamily="34" charset="0"/>
          <a:cs typeface="Arial" panose="020B0604020202020204" pitchFamily="34" charset="0"/>
        </a:defRPr>
      </a:lvl9pPr>
    </p:titleStyle>
    <p:bodyStyle>
      <a:lvl1pPr marL="171450" indent="-171450" algn="r" defTabSz="685800" rtl="1"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Arial" panose="020B0604020202020204" pitchFamily="34" charset="0"/>
        </a:defRPr>
      </a:lvl1pPr>
      <a:lvl2pPr marL="514350" indent="-171450" algn="r" defTabSz="685800" rtl="1"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r" defTabSz="685800" rtl="1"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r" defTabSz="685800" rtl="1"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B92A224-5811-4847-B62B-666A3695E472}"/>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rtl="0" eaLnBrk="1" hangingPunct="1">
              <a:defRPr sz="1200" b="0">
                <a:solidFill>
                  <a:srgbClr val="000000"/>
                </a:solidFill>
              </a:defRPr>
            </a:lvl1pPr>
          </a:lstStyle>
          <a:p>
            <a:pPr>
              <a:defRPr/>
            </a:pPr>
            <a:endParaRPr lang="en-US"/>
          </a:p>
        </p:txBody>
      </p:sp>
      <p:sp>
        <p:nvSpPr>
          <p:cNvPr id="4099" name="Rectangle 3">
            <a:extLst>
              <a:ext uri="{FF2B5EF4-FFF2-40B4-BE49-F238E27FC236}">
                <a16:creationId xmlns:a16="http://schemas.microsoft.com/office/drawing/2014/main" id="{AC2F3AA5-8774-4E96-B660-062B64BD8638}"/>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solidFill>
                  <a:srgbClr val="000000"/>
                </a:solidFill>
                <a:latin typeface="Arial Black" panose="020B0A04020102020204" pitchFamily="34" charset="0"/>
              </a:defRPr>
            </a:lvl1pPr>
          </a:lstStyle>
          <a:p>
            <a:fld id="{E5C54E61-2874-48F6-A139-CBB78C46B3E0}" type="slidenum">
              <a:rPr lang="he-IL" altLang="en-US"/>
              <a:pPr/>
              <a:t>‹#›</a:t>
            </a:fld>
            <a:endParaRPr lang="en-US" altLang="en-US"/>
          </a:p>
        </p:txBody>
      </p:sp>
      <p:grpSp>
        <p:nvGrpSpPr>
          <p:cNvPr id="9220" name="Group 4">
            <a:extLst>
              <a:ext uri="{FF2B5EF4-FFF2-40B4-BE49-F238E27FC236}">
                <a16:creationId xmlns:a16="http://schemas.microsoft.com/office/drawing/2014/main" id="{3D3F8A32-FDAA-4AB3-81FF-B0C9D4987FEC}"/>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30CB1793-BA24-4780-90DB-E565DD8C4C47}"/>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0" eaLnBrk="1" hangingPunct="1">
                <a:defRPr/>
              </a:pPr>
              <a:endParaRPr lang="en-US" sz="2400" b="0">
                <a:solidFill>
                  <a:srgbClr val="000000"/>
                </a:solidFill>
                <a:latin typeface="Times New Roman" panose="02020603050405020304" pitchFamily="18" charset="0"/>
              </a:endParaRPr>
            </a:p>
          </p:txBody>
        </p:sp>
        <p:sp>
          <p:nvSpPr>
            <p:cNvPr id="1033" name="Rectangle 6">
              <a:extLst>
                <a:ext uri="{FF2B5EF4-FFF2-40B4-BE49-F238E27FC236}">
                  <a16:creationId xmlns:a16="http://schemas.microsoft.com/office/drawing/2014/main" id="{4F94FCB8-AADB-4198-978A-F99B27FF13B6}"/>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034" name="Rectangle 7">
              <a:extLst>
                <a:ext uri="{FF2B5EF4-FFF2-40B4-BE49-F238E27FC236}">
                  <a16:creationId xmlns:a16="http://schemas.microsoft.com/office/drawing/2014/main" id="{25D42386-55EC-42AA-B710-E290529774B1}"/>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666699"/>
                </a:solidFill>
              </a:endParaRPr>
            </a:p>
          </p:txBody>
        </p:sp>
        <p:sp>
          <p:nvSpPr>
            <p:cNvPr id="1035" name="Rectangle 8">
              <a:extLst>
                <a:ext uri="{FF2B5EF4-FFF2-40B4-BE49-F238E27FC236}">
                  <a16:creationId xmlns:a16="http://schemas.microsoft.com/office/drawing/2014/main" id="{D0C33C4C-404E-4AF3-A490-B2A6E2032467}"/>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666699"/>
                </a:solidFill>
              </a:endParaRPr>
            </a:p>
          </p:txBody>
        </p:sp>
        <p:sp>
          <p:nvSpPr>
            <p:cNvPr id="1036" name="Rectangle 9">
              <a:extLst>
                <a:ext uri="{FF2B5EF4-FFF2-40B4-BE49-F238E27FC236}">
                  <a16:creationId xmlns:a16="http://schemas.microsoft.com/office/drawing/2014/main" id="{B81C1675-8E17-45CB-98FE-170361E5A9E0}"/>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9999CC"/>
                </a:solidFill>
              </a:endParaRPr>
            </a:p>
          </p:txBody>
        </p:sp>
        <p:sp>
          <p:nvSpPr>
            <p:cNvPr id="1037" name="Rectangle 10">
              <a:extLst>
                <a:ext uri="{FF2B5EF4-FFF2-40B4-BE49-F238E27FC236}">
                  <a16:creationId xmlns:a16="http://schemas.microsoft.com/office/drawing/2014/main" id="{097FACF7-1334-4632-8F23-A1BF3C0E397E}"/>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666699"/>
                </a:solidFill>
              </a:endParaRPr>
            </a:p>
          </p:txBody>
        </p:sp>
        <p:sp>
          <p:nvSpPr>
            <p:cNvPr id="1038" name="Rectangle 11">
              <a:extLst>
                <a:ext uri="{FF2B5EF4-FFF2-40B4-BE49-F238E27FC236}">
                  <a16:creationId xmlns:a16="http://schemas.microsoft.com/office/drawing/2014/main" id="{89527457-FB8B-4350-B64F-5251A4166015}"/>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2400" b="0">
                <a:solidFill>
                  <a:srgbClr val="000000"/>
                </a:solidFill>
                <a:latin typeface="Times New Roman" panose="02020603050405020304" pitchFamily="18" charset="0"/>
              </a:endParaRPr>
            </a:p>
          </p:txBody>
        </p:sp>
        <p:sp>
          <p:nvSpPr>
            <p:cNvPr id="1039" name="Rectangle 12">
              <a:extLst>
                <a:ext uri="{FF2B5EF4-FFF2-40B4-BE49-F238E27FC236}">
                  <a16:creationId xmlns:a16="http://schemas.microsoft.com/office/drawing/2014/main" id="{05341C0B-95D4-453F-8714-6B9FE50A95AE}"/>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9999CC"/>
                </a:solidFill>
              </a:endParaRPr>
            </a:p>
          </p:txBody>
        </p:sp>
        <p:sp>
          <p:nvSpPr>
            <p:cNvPr id="1040" name="Rectangle 13">
              <a:extLst>
                <a:ext uri="{FF2B5EF4-FFF2-40B4-BE49-F238E27FC236}">
                  <a16:creationId xmlns:a16="http://schemas.microsoft.com/office/drawing/2014/main" id="{02480280-9C98-408D-B5A4-B98F7FDA3BA8}"/>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l" rtl="0" eaLnBrk="1" hangingPunct="1">
                <a:defRPr/>
              </a:pPr>
              <a:endParaRPr lang="en-US" sz="1800" b="0">
                <a:solidFill>
                  <a:srgbClr val="9999CC"/>
                </a:solidFill>
              </a:endParaRPr>
            </a:p>
          </p:txBody>
        </p:sp>
      </p:grpSp>
      <p:sp>
        <p:nvSpPr>
          <p:cNvPr id="9221" name="Rectangle 14">
            <a:extLst>
              <a:ext uri="{FF2B5EF4-FFF2-40B4-BE49-F238E27FC236}">
                <a16:creationId xmlns:a16="http://schemas.microsoft.com/office/drawing/2014/main" id="{BCEC076D-1872-4F2D-B1A4-B4B9E1C141EA}"/>
              </a:ext>
            </a:extLst>
          </p:cNvPr>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9222" name="Rectangle 15">
            <a:extLst>
              <a:ext uri="{FF2B5EF4-FFF2-40B4-BE49-F238E27FC236}">
                <a16:creationId xmlns:a16="http://schemas.microsoft.com/office/drawing/2014/main" id="{9A4AE88F-5499-401B-A215-3EB4A702727E}"/>
              </a:ext>
            </a:extLst>
          </p:cNvPr>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12" name="Rectangle 16">
            <a:extLst>
              <a:ext uri="{FF2B5EF4-FFF2-40B4-BE49-F238E27FC236}">
                <a16:creationId xmlns:a16="http://schemas.microsoft.com/office/drawing/2014/main" id="{6593C578-1E4F-45D5-AB4D-2985561AAA58}"/>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eaLnBrk="1" hangingPunct="1">
              <a:defRPr sz="1200" b="0">
                <a:solidFill>
                  <a:srgbClr val="000000"/>
                </a:solidFill>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5163" r:id="rId1"/>
    <p:sldLayoutId id="2147485164" r:id="rId2"/>
    <p:sldLayoutId id="2147485165" r:id="rId3"/>
    <p:sldLayoutId id="2147485166" r:id="rId4"/>
    <p:sldLayoutId id="2147485167" r:id="rId5"/>
    <p:sldLayoutId id="2147485168" r:id="rId6"/>
    <p:sldLayoutId id="2147485169" r:id="rId7"/>
    <p:sldLayoutId id="2147485170" r:id="rId8"/>
    <p:sldLayoutId id="2147485171" r:id="rId9"/>
    <p:sldLayoutId id="2147485172" r:id="rId10"/>
    <p:sldLayoutId id="2147485173" r:id="rId11"/>
    <p:sldLayoutId id="2147485174" r:id="rId12"/>
    <p:sldLayoutId id="2147485175" r:id="rId13"/>
  </p:sldLayoutIdLst>
  <p:txStyles>
    <p:titleStyle>
      <a:lvl1pPr algn="l" rtl="1" eaLnBrk="0" fontAlgn="base" hangingPunct="0">
        <a:spcBef>
          <a:spcPct val="0"/>
        </a:spcBef>
        <a:spcAft>
          <a:spcPct val="0"/>
        </a:spcAft>
        <a:defRPr sz="4400" kern="1200">
          <a:solidFill>
            <a:schemeClr val="tx1"/>
          </a:solidFill>
          <a:latin typeface="+mj-lt"/>
          <a:ea typeface="+mj-ea"/>
          <a:cs typeface="+mj-cs"/>
        </a:defRPr>
      </a:lvl1pPr>
      <a:lvl2pPr algn="l" rtl="1"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2pPr>
      <a:lvl3pPr algn="l" rtl="1"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3pPr>
      <a:lvl4pPr algn="l" rtl="1"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4pPr>
      <a:lvl5pPr algn="l" rtl="1" eaLnBrk="0" fontAlgn="base" hangingPunct="0">
        <a:spcBef>
          <a:spcPct val="0"/>
        </a:spcBef>
        <a:spcAft>
          <a:spcPct val="0"/>
        </a:spcAft>
        <a:defRPr sz="4400">
          <a:solidFill>
            <a:schemeClr val="tx1"/>
          </a:solidFill>
          <a:latin typeface="Arial" panose="020B0604020202020204" pitchFamily="34" charset="0"/>
          <a:cs typeface="Arial" panose="020B0604020202020204" pitchFamily="34" charset="0"/>
        </a:defRPr>
      </a:lvl5pPr>
      <a:lvl6pPr marL="457200" algn="l" rtl="1" fontAlgn="base">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1" fontAlgn="base">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1" fontAlgn="base">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1" fontAlgn="base">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342900" indent="-342900" algn="r" rtl="1"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r" rtl="1"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r" rtl="1"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Funny%20video%20_Team%20Work%20loL.mp4"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5.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8">
            <a:extLst>
              <a:ext uri="{FF2B5EF4-FFF2-40B4-BE49-F238E27FC236}">
                <a16:creationId xmlns:a16="http://schemas.microsoft.com/office/drawing/2014/main" id="{3DA966CF-0398-480C-AAAC-C03D2CF3B34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20000"/>
              </a:spcBef>
              <a:buSzPct val="70000"/>
              <a:buFont typeface="Wingdings" panose="05000000000000000000" pitchFamily="2" charset="2"/>
              <a:buBlip>
                <a:blip r:embed="rId3"/>
              </a:buBlip>
              <a:defRPr sz="3200" b="1">
                <a:solidFill>
                  <a:schemeClr val="accent2"/>
                </a:solidFill>
                <a:latin typeface="Arial" panose="020B0604020202020204" pitchFamily="34" charset="0"/>
                <a:cs typeface="Arial" panose="020B0604020202020204" pitchFamily="34" charset="0"/>
              </a:defRPr>
            </a:lvl1pPr>
            <a:lvl2pPr marL="742950" indent="-285750" algn="r" rtl="1">
              <a:spcBef>
                <a:spcPct val="20000"/>
              </a:spcBef>
              <a:buSzPct val="70000"/>
              <a:buFont typeface="Wingdings" panose="05000000000000000000" pitchFamily="2" charset="2"/>
              <a:buBlip>
                <a:blip r:embed="rId3"/>
              </a:buBlip>
              <a:defRPr sz="2800" b="1">
                <a:solidFill>
                  <a:schemeClr val="accent2"/>
                </a:solidFill>
                <a:latin typeface="Arial" panose="020B0604020202020204" pitchFamily="34" charset="0"/>
                <a:cs typeface="Arial" panose="020B0604020202020204" pitchFamily="34" charset="0"/>
              </a:defRPr>
            </a:lvl2pPr>
            <a:lvl3pPr marL="1143000" indent="-228600" algn="r" rtl="1">
              <a:spcBef>
                <a:spcPct val="20000"/>
              </a:spcBef>
              <a:buSzPct val="70000"/>
              <a:buBlip>
                <a:blip r:embed="rId3"/>
              </a:buBlip>
              <a:defRPr sz="2400" b="1">
                <a:solidFill>
                  <a:schemeClr val="accent2"/>
                </a:solidFill>
                <a:latin typeface="Arial" panose="020B0604020202020204" pitchFamily="34" charset="0"/>
                <a:cs typeface="Arial" panose="020B0604020202020204" pitchFamily="34" charset="0"/>
              </a:defRPr>
            </a:lvl3pPr>
            <a:lvl4pPr marL="1600200" indent="-228600" algn="r" rtl="1">
              <a:spcBef>
                <a:spcPct val="20000"/>
              </a:spcBef>
              <a:buSzPct val="70000"/>
              <a:buBlip>
                <a:blip r:embed="rId3"/>
              </a:buBlip>
              <a:defRPr sz="2000" b="1">
                <a:solidFill>
                  <a:schemeClr val="accent2"/>
                </a:solidFill>
                <a:latin typeface="Arial" panose="020B0604020202020204" pitchFamily="34" charset="0"/>
                <a:cs typeface="Arial" panose="020B0604020202020204" pitchFamily="34" charset="0"/>
              </a:defRPr>
            </a:lvl4pPr>
            <a:lvl5pPr marL="2057400" indent="-228600" algn="r" rtl="1">
              <a:spcBef>
                <a:spcPct val="20000"/>
              </a:spcBef>
              <a:buSzPct val="70000"/>
              <a:buBlip>
                <a:blip r:embed="rId3"/>
              </a:buBlip>
              <a:defRPr sz="1600" b="1">
                <a:solidFill>
                  <a:schemeClr val="accent2"/>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SzPct val="70000"/>
              <a:buBlip>
                <a:blip r:embed="rId3"/>
              </a:buBlip>
              <a:defRPr sz="1600" b="1">
                <a:solidFill>
                  <a:schemeClr val="accent2"/>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SzPct val="70000"/>
              <a:buBlip>
                <a:blip r:embed="rId3"/>
              </a:buBlip>
              <a:defRPr sz="1600" b="1">
                <a:solidFill>
                  <a:schemeClr val="accent2"/>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SzPct val="70000"/>
              <a:buBlip>
                <a:blip r:embed="rId3"/>
              </a:buBlip>
              <a:defRPr sz="1600" b="1">
                <a:solidFill>
                  <a:schemeClr val="accent2"/>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SzPct val="70000"/>
              <a:buBlip>
                <a:blip r:embed="rId3"/>
              </a:buBlip>
              <a:defRPr sz="1600" b="1">
                <a:solidFill>
                  <a:schemeClr val="accent2"/>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33C1A73-73D7-4C3F-883C-65347B28B9CF}" type="slidenum">
              <a:rPr kumimoji="0" lang="he-IL" altLang="en-US" sz="1000" b="0" i="0" u="none" strike="noStrike" kern="1200" cap="none" spc="0" normalizeH="0" baseline="0" noProof="0" smtClean="0">
                <a:ln>
                  <a:noFill/>
                </a:ln>
                <a:solidFill>
                  <a:srgbClr val="000000"/>
                </a:solidFill>
                <a:effectLst/>
                <a:uLnTx/>
                <a:uFillTx/>
                <a:latin typeface="Tahoma" panose="020B060403050404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000" b="0" i="0" u="none" strike="noStrike" kern="1200" cap="none" spc="0" normalizeH="0" baseline="0" noProof="0">
              <a:ln>
                <a:noFill/>
              </a:ln>
              <a:solidFill>
                <a:srgbClr val="000000"/>
              </a:solidFill>
              <a:effectLst/>
              <a:uLnTx/>
              <a:uFillTx/>
              <a:latin typeface="Tahoma" panose="020B0604030504040204" pitchFamily="34" charset="0"/>
              <a:ea typeface="+mn-ea"/>
              <a:cs typeface="Arial" panose="020B0604020202020204" pitchFamily="34" charset="0"/>
            </a:endParaRPr>
          </a:p>
        </p:txBody>
      </p:sp>
      <p:sp>
        <p:nvSpPr>
          <p:cNvPr id="61443" name="Rectangle 2">
            <a:extLst>
              <a:ext uri="{FF2B5EF4-FFF2-40B4-BE49-F238E27FC236}">
                <a16:creationId xmlns:a16="http://schemas.microsoft.com/office/drawing/2014/main" id="{FF196ED1-7626-4320-BCF9-4E8018CA2BD0}"/>
              </a:ext>
            </a:extLst>
          </p:cNvPr>
          <p:cNvSpPr>
            <a:spLocks noGrp="1" noChangeArrowheads="1"/>
          </p:cNvSpPr>
          <p:nvPr>
            <p:ph type="ctrTitle"/>
          </p:nvPr>
        </p:nvSpPr>
        <p:spPr/>
        <p:txBody>
          <a:bodyPr/>
          <a:lstStyle/>
          <a:p>
            <a:pPr eaLnBrk="1" hangingPunct="1"/>
            <a:r>
              <a:rPr lang="he-IL" altLang="en-US" sz="4400" dirty="0"/>
              <a:t>התנהגות ארגונית מאקרו</a:t>
            </a:r>
            <a:endParaRPr lang="en-US" altLang="en-US" sz="4400" dirty="0"/>
          </a:p>
        </p:txBody>
      </p:sp>
      <p:sp>
        <p:nvSpPr>
          <p:cNvPr id="4" name="Subtitle 3">
            <a:extLst>
              <a:ext uri="{FF2B5EF4-FFF2-40B4-BE49-F238E27FC236}">
                <a16:creationId xmlns:a16="http://schemas.microsoft.com/office/drawing/2014/main" id="{D12EF88B-53A2-4E05-91F2-78B4E19CBB4B}"/>
              </a:ext>
            </a:extLst>
          </p:cNvPr>
          <p:cNvSpPr>
            <a:spLocks noGrp="1"/>
          </p:cNvSpPr>
          <p:nvPr>
            <p:ph type="subTitle" idx="1"/>
          </p:nvPr>
        </p:nvSpPr>
        <p:spPr>
          <a:xfrm>
            <a:off x="1524000" y="2564904"/>
            <a:ext cx="6400800" cy="1081088"/>
          </a:xfrm>
        </p:spPr>
        <p:txBody>
          <a:bodyPr/>
          <a:lstStyle/>
          <a:p>
            <a:pPr eaLnBrk="1" hangingPunct="1"/>
            <a:r>
              <a:rPr lang="he-IL" altLang="en-US" dirty="0"/>
              <a:t>קבוצות – חלק 4</a:t>
            </a:r>
          </a:p>
          <a:p>
            <a:pPr eaLnBrk="1" hangingPunct="1"/>
            <a:r>
              <a:rPr lang="he-IL" altLang="en-US" dirty="0"/>
              <a:t>לכידות, חשיבת יחד, קיטוב קבוצתי ובטלה חברתית</a:t>
            </a:r>
          </a:p>
          <a:p>
            <a:endParaRPr lang="en-US" dirty="0"/>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12EC2-FDE1-4610-96CA-25AB10B3308F}"/>
              </a:ext>
            </a:extLst>
          </p:cNvPr>
          <p:cNvSpPr>
            <a:spLocks noGrp="1"/>
          </p:cNvSpPr>
          <p:nvPr>
            <p:ph type="title"/>
          </p:nvPr>
        </p:nvSpPr>
        <p:spPr>
          <a:xfrm>
            <a:off x="539750" y="188913"/>
            <a:ext cx="8353425" cy="719137"/>
          </a:xfrm>
        </p:spPr>
        <p:txBody>
          <a:bodyPr wrap="square" anchor="ctr">
            <a:normAutofit/>
          </a:bodyPr>
          <a:lstStyle/>
          <a:p>
            <a:r>
              <a:rPr lang="he-IL" dirty="0"/>
              <a:t>לכידות קבוצתית</a:t>
            </a:r>
            <a:endParaRPr lang="en-US" dirty="0"/>
          </a:p>
        </p:txBody>
      </p:sp>
      <p:sp>
        <p:nvSpPr>
          <p:cNvPr id="3" name="Content Placeholder 2">
            <a:extLst>
              <a:ext uri="{FF2B5EF4-FFF2-40B4-BE49-F238E27FC236}">
                <a16:creationId xmlns:a16="http://schemas.microsoft.com/office/drawing/2014/main" id="{97FB95CD-B9F9-4145-A9DC-2F12610C49D6}"/>
              </a:ext>
            </a:extLst>
          </p:cNvPr>
          <p:cNvSpPr>
            <a:spLocks noGrp="1"/>
          </p:cNvSpPr>
          <p:nvPr>
            <p:ph sz="half" idx="1"/>
          </p:nvPr>
        </p:nvSpPr>
        <p:spPr>
          <a:xfrm>
            <a:off x="179388" y="908050"/>
            <a:ext cx="4279900" cy="5651500"/>
          </a:xfrm>
        </p:spPr>
        <p:txBody>
          <a:bodyPr wrap="square" anchor="t">
            <a:normAutofit/>
          </a:bodyPr>
          <a:lstStyle/>
          <a:p>
            <a:r>
              <a:rPr lang="he-IL" dirty="0"/>
              <a:t>משיכה הדדית בין חברי הקבוצה</a:t>
            </a:r>
          </a:p>
          <a:p>
            <a:pPr lvl="1"/>
            <a:r>
              <a:rPr lang="he-IL" sz="2800"/>
              <a:t>הסכמה על מטרות משותפות </a:t>
            </a:r>
          </a:p>
          <a:p>
            <a:pPr lvl="1"/>
            <a:r>
              <a:rPr lang="he-IL" sz="2800"/>
              <a:t>תחושת קירבה (אינטימיות) בקרב חברי הקבוצה</a:t>
            </a:r>
          </a:p>
          <a:p>
            <a:endParaRPr lang="en-US" dirty="0"/>
          </a:p>
        </p:txBody>
      </p:sp>
      <p:pic>
        <p:nvPicPr>
          <p:cNvPr id="5" name="Picture 4">
            <a:hlinkClick r:id="rId2" action="ppaction://hlinkfile"/>
            <a:extLst>
              <a:ext uri="{FF2B5EF4-FFF2-40B4-BE49-F238E27FC236}">
                <a16:creationId xmlns:a16="http://schemas.microsoft.com/office/drawing/2014/main" id="{2284DB96-46D8-4501-AB33-0D768CA6CAC6}"/>
              </a:ext>
            </a:extLst>
          </p:cNvPr>
          <p:cNvPicPr>
            <a:picLocks noChangeAspect="1"/>
          </p:cNvPicPr>
          <p:nvPr/>
        </p:nvPicPr>
        <p:blipFill rotWithShape="1">
          <a:blip r:embed="rId3"/>
          <a:srcRect l="20651" r="28936" b="2"/>
          <a:stretch/>
        </p:blipFill>
        <p:spPr>
          <a:xfrm>
            <a:off x="4611688" y="908050"/>
            <a:ext cx="4281487" cy="5651500"/>
          </a:xfrm>
          <a:prstGeom prst="rect">
            <a:avLst/>
          </a:prstGeom>
          <a:noFill/>
        </p:spPr>
      </p:pic>
      <p:sp>
        <p:nvSpPr>
          <p:cNvPr id="4" name="Slide Number Placeholder 3">
            <a:extLst>
              <a:ext uri="{FF2B5EF4-FFF2-40B4-BE49-F238E27FC236}">
                <a16:creationId xmlns:a16="http://schemas.microsoft.com/office/drawing/2014/main" id="{F340073E-6573-4CEE-B7B2-7ADD8B88CF27}"/>
              </a:ext>
            </a:extLst>
          </p:cNvPr>
          <p:cNvSpPr>
            <a:spLocks noGrp="1"/>
          </p:cNvSpPr>
          <p:nvPr>
            <p:ph type="sldNum" sz="quarter" idx="12"/>
          </p:nvPr>
        </p:nvSpPr>
        <p:spPr>
          <a:xfrm>
            <a:off x="7010400" y="6613525"/>
            <a:ext cx="2133600" cy="136525"/>
          </a:xfrm>
        </p:spPr>
        <p:txBody>
          <a:bodyPr wrap="square" anchor="t">
            <a:normAutofit/>
          </a:bodyPr>
          <a:lstStyle/>
          <a:p>
            <a:pPr>
              <a:lnSpc>
                <a:spcPct val="90000"/>
              </a:lnSpc>
              <a:spcAft>
                <a:spcPts val="600"/>
              </a:spcAft>
            </a:pPr>
            <a:fld id="{F97DDF72-D9F3-48FE-BBFC-A819598CFD4F}" type="slidenum">
              <a:rPr lang="he-IL" altLang="en-US" sz="300" smtClean="0"/>
              <a:pPr>
                <a:lnSpc>
                  <a:spcPct val="90000"/>
                </a:lnSpc>
                <a:spcAft>
                  <a:spcPts val="600"/>
                </a:spcAft>
              </a:pPr>
              <a:t>2</a:t>
            </a:fld>
            <a:endParaRPr lang="en-US" altLang="en-US" sz="300"/>
          </a:p>
        </p:txBody>
      </p:sp>
    </p:spTree>
    <p:extLst>
      <p:ext uri="{BB962C8B-B14F-4D97-AF65-F5344CB8AC3E}">
        <p14:creationId xmlns:p14="http://schemas.microsoft.com/office/powerpoint/2010/main" val="2159926954"/>
      </p:ext>
    </p:extLst>
  </p:cSld>
  <p:clrMapOvr>
    <a:masterClrMapping/>
  </p:clrMapOvr>
  <p:transition spd="med">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50EA004-2D66-48D2-ABC2-544F79B00F38}"/>
              </a:ext>
            </a:extLst>
          </p:cNvPr>
          <p:cNvGrpSpPr/>
          <p:nvPr/>
        </p:nvGrpSpPr>
        <p:grpSpPr>
          <a:xfrm>
            <a:off x="1763688" y="1124744"/>
            <a:ext cx="6166795" cy="5040622"/>
            <a:chOff x="1703303" y="837217"/>
            <a:chExt cx="5302699" cy="4968614"/>
          </a:xfrm>
        </p:grpSpPr>
        <p:sp>
          <p:nvSpPr>
            <p:cNvPr id="5" name="Freeform: Shape 4">
              <a:extLst>
                <a:ext uri="{FF2B5EF4-FFF2-40B4-BE49-F238E27FC236}">
                  <a16:creationId xmlns:a16="http://schemas.microsoft.com/office/drawing/2014/main" id="{DC405B97-8721-4900-922C-5047836190A9}"/>
                </a:ext>
              </a:extLst>
            </p:cNvPr>
            <p:cNvSpPr/>
            <p:nvPr/>
          </p:nvSpPr>
          <p:spPr>
            <a:xfrm>
              <a:off x="3343313" y="837217"/>
              <a:ext cx="3662689" cy="1656576"/>
            </a:xfrm>
            <a:custGeom>
              <a:avLst/>
              <a:gdLst>
                <a:gd name="connsiteX0" fmla="*/ 0 w 3662689"/>
                <a:gd name="connsiteY0" fmla="*/ 0 h 1656576"/>
                <a:gd name="connsiteX1" fmla="*/ 3662689 w 3662689"/>
                <a:gd name="connsiteY1" fmla="*/ 0 h 1656576"/>
                <a:gd name="connsiteX2" fmla="*/ 3662689 w 3662689"/>
                <a:gd name="connsiteY2" fmla="*/ 1656576 h 1656576"/>
                <a:gd name="connsiteX3" fmla="*/ 0 w 3662689"/>
                <a:gd name="connsiteY3" fmla="*/ 1656576 h 1656576"/>
                <a:gd name="connsiteX4" fmla="*/ 0 w 3662689"/>
                <a:gd name="connsiteY4" fmla="*/ 0 h 1656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2689" h="1656576">
                  <a:moveTo>
                    <a:pt x="0" y="0"/>
                  </a:moveTo>
                  <a:lnTo>
                    <a:pt x="3662689" y="0"/>
                  </a:lnTo>
                  <a:lnTo>
                    <a:pt x="3662689" y="1656576"/>
                  </a:lnTo>
                  <a:lnTo>
                    <a:pt x="0" y="1656576"/>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rtl="1">
                <a:lnSpc>
                  <a:spcPct val="90000"/>
                </a:lnSpc>
                <a:spcBef>
                  <a:spcPct val="0"/>
                </a:spcBef>
                <a:spcAft>
                  <a:spcPct val="35000"/>
                </a:spcAft>
                <a:buNone/>
              </a:pPr>
              <a:r>
                <a:rPr lang="he-IL" altLang="en-US" sz="3000" kern="1200" dirty="0">
                  <a:solidFill>
                    <a:schemeClr val="tx1"/>
                  </a:solidFill>
                  <a:latin typeface="David" panose="020E0502060401010101" pitchFamily="34" charset="-79"/>
                  <a:cs typeface="David" panose="020E0502060401010101" pitchFamily="34" charset="-79"/>
                </a:rPr>
                <a:t>החברים תופסים עצמם כקבוצה</a:t>
              </a:r>
              <a:endParaRPr lang="he-IL" sz="3000" kern="1200" dirty="0">
                <a:solidFill>
                  <a:schemeClr val="tx1"/>
                </a:solidFill>
              </a:endParaRPr>
            </a:p>
          </p:txBody>
        </p:sp>
        <p:sp>
          <p:nvSpPr>
            <p:cNvPr id="6" name="Rectangle 5">
              <a:extLst>
                <a:ext uri="{FF2B5EF4-FFF2-40B4-BE49-F238E27FC236}">
                  <a16:creationId xmlns:a16="http://schemas.microsoft.com/office/drawing/2014/main" id="{AF63E03C-69AA-43EB-B1E0-207D35348518}"/>
                </a:ext>
              </a:extLst>
            </p:cNvPr>
            <p:cNvSpPr/>
            <p:nvPr/>
          </p:nvSpPr>
          <p:spPr>
            <a:xfrm>
              <a:off x="1730637" y="838331"/>
              <a:ext cx="1640010" cy="1656576"/>
            </a:xfrm>
            <a:prstGeom prst="rect">
              <a:avLst/>
            </a:prstGeom>
            <a:blipFill rotWithShape="1">
              <a:blip r:embed="rId3"/>
              <a:srcRect/>
              <a:stretch>
                <a:fillRect l="-25000" r="-25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7" name="Freeform: Shape 6">
              <a:extLst>
                <a:ext uri="{FF2B5EF4-FFF2-40B4-BE49-F238E27FC236}">
                  <a16:creationId xmlns:a16="http://schemas.microsoft.com/office/drawing/2014/main" id="{6ED813D8-ACA6-4B6E-9454-1B6AA5D41327}"/>
                </a:ext>
              </a:extLst>
            </p:cNvPr>
            <p:cNvSpPr/>
            <p:nvPr/>
          </p:nvSpPr>
          <p:spPr>
            <a:xfrm>
              <a:off x="3343312" y="4149255"/>
              <a:ext cx="3662689" cy="1656576"/>
            </a:xfrm>
            <a:custGeom>
              <a:avLst/>
              <a:gdLst>
                <a:gd name="connsiteX0" fmla="*/ 0 w 3662689"/>
                <a:gd name="connsiteY0" fmla="*/ 0 h 1656576"/>
                <a:gd name="connsiteX1" fmla="*/ 3662689 w 3662689"/>
                <a:gd name="connsiteY1" fmla="*/ 0 h 1656576"/>
                <a:gd name="connsiteX2" fmla="*/ 3662689 w 3662689"/>
                <a:gd name="connsiteY2" fmla="*/ 1656576 h 1656576"/>
                <a:gd name="connsiteX3" fmla="*/ 0 w 3662689"/>
                <a:gd name="connsiteY3" fmla="*/ 1656576 h 1656576"/>
                <a:gd name="connsiteX4" fmla="*/ 0 w 3662689"/>
                <a:gd name="connsiteY4" fmla="*/ 0 h 1656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2689" h="1656576">
                  <a:moveTo>
                    <a:pt x="0" y="0"/>
                  </a:moveTo>
                  <a:lnTo>
                    <a:pt x="3662689" y="0"/>
                  </a:lnTo>
                  <a:lnTo>
                    <a:pt x="3662689" y="1656576"/>
                  </a:lnTo>
                  <a:lnTo>
                    <a:pt x="0" y="1656576"/>
                  </a:lnTo>
                  <a:lnTo>
                    <a:pt x="0" y="0"/>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rtl="1">
                <a:lnSpc>
                  <a:spcPct val="90000"/>
                </a:lnSpc>
                <a:spcBef>
                  <a:spcPct val="0"/>
                </a:spcBef>
                <a:spcAft>
                  <a:spcPct val="35000"/>
                </a:spcAft>
                <a:buNone/>
              </a:pPr>
              <a:r>
                <a:rPr lang="he-IL" altLang="en-US" sz="3000" kern="1200" dirty="0">
                  <a:solidFill>
                    <a:schemeClr val="tx1"/>
                  </a:solidFill>
                  <a:latin typeface="David" panose="020E0502060401010101" pitchFamily="34" charset="-79"/>
                  <a:cs typeface="David" panose="020E0502060401010101" pitchFamily="34" charset="-79"/>
                </a:rPr>
                <a:t>החברים רוצים להישאר בקבוצה</a:t>
              </a:r>
              <a:endParaRPr lang="he-IL" sz="3000" kern="1200" dirty="0">
                <a:solidFill>
                  <a:schemeClr val="tx1"/>
                </a:solidFill>
              </a:endParaRPr>
            </a:p>
          </p:txBody>
        </p:sp>
        <p:sp>
          <p:nvSpPr>
            <p:cNvPr id="8" name="Rectangle 7">
              <a:extLst>
                <a:ext uri="{FF2B5EF4-FFF2-40B4-BE49-F238E27FC236}">
                  <a16:creationId xmlns:a16="http://schemas.microsoft.com/office/drawing/2014/main" id="{54EAE715-8054-4D60-9A65-8E3B65860AAB}"/>
                </a:ext>
              </a:extLst>
            </p:cNvPr>
            <p:cNvSpPr/>
            <p:nvPr/>
          </p:nvSpPr>
          <p:spPr>
            <a:xfrm>
              <a:off x="1730637" y="4149255"/>
              <a:ext cx="1640010" cy="1656576"/>
            </a:xfrm>
            <a:prstGeom prst="rect">
              <a:avLst/>
            </a:prstGeom>
            <a:blipFill rotWithShape="1">
              <a:blip r:embed="rId4"/>
              <a:srcRect/>
              <a:stretch>
                <a:fillRect l="-26000" r="-26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sp>
        <p:sp>
          <p:nvSpPr>
            <p:cNvPr id="9" name="Freeform: Shape 8">
              <a:extLst>
                <a:ext uri="{FF2B5EF4-FFF2-40B4-BE49-F238E27FC236}">
                  <a16:creationId xmlns:a16="http://schemas.microsoft.com/office/drawing/2014/main" id="{59D864D6-9B6A-46C1-BFF8-4D819912E225}"/>
                </a:ext>
              </a:extLst>
            </p:cNvPr>
            <p:cNvSpPr/>
            <p:nvPr/>
          </p:nvSpPr>
          <p:spPr>
            <a:xfrm>
              <a:off x="1703303" y="2493793"/>
              <a:ext cx="3662689" cy="1656576"/>
            </a:xfrm>
            <a:custGeom>
              <a:avLst/>
              <a:gdLst>
                <a:gd name="connsiteX0" fmla="*/ 0 w 3662689"/>
                <a:gd name="connsiteY0" fmla="*/ 0 h 1656576"/>
                <a:gd name="connsiteX1" fmla="*/ 3662689 w 3662689"/>
                <a:gd name="connsiteY1" fmla="*/ 0 h 1656576"/>
                <a:gd name="connsiteX2" fmla="*/ 3662689 w 3662689"/>
                <a:gd name="connsiteY2" fmla="*/ 1656576 h 1656576"/>
                <a:gd name="connsiteX3" fmla="*/ 0 w 3662689"/>
                <a:gd name="connsiteY3" fmla="*/ 1656576 h 1656576"/>
                <a:gd name="connsiteX4" fmla="*/ 0 w 3662689"/>
                <a:gd name="connsiteY4" fmla="*/ 0 h 1656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2689" h="1656576">
                  <a:moveTo>
                    <a:pt x="0" y="0"/>
                  </a:moveTo>
                  <a:lnTo>
                    <a:pt x="3662689" y="0"/>
                  </a:lnTo>
                  <a:lnTo>
                    <a:pt x="3662689" y="1656576"/>
                  </a:lnTo>
                  <a:lnTo>
                    <a:pt x="0" y="1656576"/>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14300" tIns="114300" rIns="114300" bIns="114300" numCol="1" spcCol="1270" anchor="ctr" anchorCtr="0">
              <a:noAutofit/>
            </a:bodyPr>
            <a:lstStyle/>
            <a:p>
              <a:pPr marL="0" lvl="0" indent="0" algn="ctr" defTabSz="1333500" rtl="1">
                <a:lnSpc>
                  <a:spcPct val="90000"/>
                </a:lnSpc>
                <a:spcBef>
                  <a:spcPct val="0"/>
                </a:spcBef>
                <a:spcAft>
                  <a:spcPct val="35000"/>
                </a:spcAft>
                <a:buNone/>
              </a:pPr>
              <a:r>
                <a:rPr lang="he-IL" altLang="en-US" sz="3000" kern="1200" dirty="0">
                  <a:solidFill>
                    <a:schemeClr val="tx1"/>
                  </a:solidFill>
                  <a:latin typeface="David" panose="020E0502060401010101" pitchFamily="34" charset="-79"/>
                  <a:cs typeface="David" panose="020E0502060401010101" pitchFamily="34" charset="-79"/>
                </a:rPr>
                <a:t>החברים חושבים שקבוצתם טובה מקבוצות אחרות ("גאוות יחידה"). </a:t>
              </a:r>
              <a:endParaRPr lang="he-IL" sz="3000" kern="1200" dirty="0">
                <a:solidFill>
                  <a:schemeClr val="tx1"/>
                </a:solidFill>
              </a:endParaRPr>
            </a:p>
          </p:txBody>
        </p:sp>
        <p:sp>
          <p:nvSpPr>
            <p:cNvPr id="10" name="Rectangle 9">
              <a:extLst>
                <a:ext uri="{FF2B5EF4-FFF2-40B4-BE49-F238E27FC236}">
                  <a16:creationId xmlns:a16="http://schemas.microsoft.com/office/drawing/2014/main" id="{D4B83757-4566-4757-81E1-5F9744CBD134}"/>
                </a:ext>
              </a:extLst>
            </p:cNvPr>
            <p:cNvSpPr/>
            <p:nvPr/>
          </p:nvSpPr>
          <p:spPr>
            <a:xfrm>
              <a:off x="5365992" y="2493793"/>
              <a:ext cx="1640010" cy="1656576"/>
            </a:xfrm>
            <a:prstGeom prst="rect">
              <a:avLst/>
            </a:prstGeom>
            <a:blipFill rotWithShape="1">
              <a:blip r:embed="rId5"/>
              <a:srcRect/>
              <a:stretch>
                <a:fillRect l="-17000" r="-17000"/>
              </a:stretch>
            </a:blip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4400817-5659-4480-AAF7-295C53603F0F}"/>
              </a:ext>
            </a:extLst>
          </p:cNvPr>
          <p:cNvSpPr txBox="1">
            <a:spLocks/>
          </p:cNvSpPr>
          <p:nvPr/>
        </p:nvSpPr>
        <p:spPr>
          <a:xfrm>
            <a:off x="-130175" y="188913"/>
            <a:ext cx="9404350" cy="1143000"/>
          </a:xfrm>
          <a:prstGeom prst="rect">
            <a:avLst/>
          </a:prstGeom>
        </p:spPr>
        <p:txBody>
          <a:bodyPr>
            <a:normAutofit fontScale="97500"/>
          </a:bodyPr>
          <a:lstStyle>
            <a:lvl1pPr algn="r" defTabSz="685800" rtl="1" eaLnBrk="1" latinLnBrk="0" hangingPunct="1">
              <a:lnSpc>
                <a:spcPct val="90000"/>
              </a:lnSpc>
              <a:spcBef>
                <a:spcPct val="0"/>
              </a:spcBef>
              <a:buNone/>
              <a:defRPr sz="3300" kern="1200">
                <a:solidFill>
                  <a:schemeClr val="tx1"/>
                </a:solidFill>
                <a:latin typeface="+mj-lt"/>
                <a:ea typeface="+mj-ea"/>
                <a:cs typeface="+mj-cs"/>
              </a:defRPr>
            </a:lvl1pPr>
          </a:lstStyle>
          <a:p>
            <a:pPr algn="ctr" fontAlgn="auto">
              <a:spcAft>
                <a:spcPts val="0"/>
              </a:spcAft>
              <a:defRPr/>
            </a:pPr>
            <a:r>
              <a:rPr lang="he-IL" sz="3200" b="0">
                <a:solidFill>
                  <a:srgbClr val="C00000"/>
                </a:solidFill>
                <a:latin typeface="David" pitchFamily="34" charset="-79"/>
                <a:cs typeface="David" pitchFamily="34" charset="-79"/>
              </a:rPr>
              <a:t>ממצאי מחקרים והשוואה בין קבוצה מלוכדת ללא מלוכדת:</a:t>
            </a:r>
            <a:br>
              <a:rPr lang="he-IL" sz="3200" b="0">
                <a:solidFill>
                  <a:srgbClr val="C00000"/>
                </a:solidFill>
                <a:latin typeface="David" pitchFamily="34" charset="-79"/>
                <a:cs typeface="David" pitchFamily="34" charset="-79"/>
              </a:rPr>
            </a:br>
            <a:endParaRPr lang="en-US" altLang="en-US" sz="3200" b="0" dirty="0">
              <a:solidFill>
                <a:srgbClr val="C00000"/>
              </a:solidFill>
              <a:latin typeface="David" pitchFamily="34" charset="-79"/>
              <a:cs typeface="David" pitchFamily="34" charset="-79"/>
            </a:endParaRPr>
          </a:p>
        </p:txBody>
      </p:sp>
      <p:graphicFrame>
        <p:nvGraphicFramePr>
          <p:cNvPr id="4" name="דיאגרמה 3">
            <a:extLst>
              <a:ext uri="{FF2B5EF4-FFF2-40B4-BE49-F238E27FC236}">
                <a16:creationId xmlns:a16="http://schemas.microsoft.com/office/drawing/2014/main" id="{0895563F-9F17-4E20-B30D-17CCED00D43C}"/>
              </a:ext>
            </a:extLst>
          </p:cNvPr>
          <p:cNvGraphicFramePr/>
          <p:nvPr>
            <p:extLst>
              <p:ext uri="{D42A27DB-BD31-4B8C-83A1-F6EECF244321}">
                <p14:modId xmlns:p14="http://schemas.microsoft.com/office/powerpoint/2010/main" val="2931062307"/>
              </p:ext>
            </p:extLst>
          </p:nvPr>
        </p:nvGraphicFramePr>
        <p:xfrm>
          <a:off x="611560" y="836712"/>
          <a:ext cx="8424936" cy="56166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BE7DE581-00DF-43D1-B6BD-A5777FE61A44}"/>
              </a:ext>
            </a:extLst>
          </p:cNvPr>
          <p:cNvSpPr>
            <a:spLocks noGrp="1"/>
          </p:cNvSpPr>
          <p:nvPr>
            <p:ph type="title"/>
          </p:nvPr>
        </p:nvSpPr>
        <p:spPr/>
        <p:txBody>
          <a:bodyPr/>
          <a:lstStyle/>
          <a:p>
            <a:r>
              <a:rPr lang="he-IL" altLang="en-US" dirty="0"/>
              <a:t> חשיבה קבוצתית - "חשיבת יחד"</a:t>
            </a:r>
            <a:endParaRPr lang="en-US" altLang="en-US" dirty="0"/>
          </a:p>
        </p:txBody>
      </p:sp>
      <p:sp>
        <p:nvSpPr>
          <p:cNvPr id="122883" name="Content Placeholder 2">
            <a:extLst>
              <a:ext uri="{FF2B5EF4-FFF2-40B4-BE49-F238E27FC236}">
                <a16:creationId xmlns:a16="http://schemas.microsoft.com/office/drawing/2014/main" id="{2EC18790-E0CC-47EB-9D39-C1DCCFF0BC2F}"/>
              </a:ext>
            </a:extLst>
          </p:cNvPr>
          <p:cNvSpPr>
            <a:spLocks noGrp="1"/>
          </p:cNvSpPr>
          <p:nvPr>
            <p:ph idx="1"/>
          </p:nvPr>
        </p:nvSpPr>
        <p:spPr/>
        <p:txBody>
          <a:bodyPr/>
          <a:lstStyle/>
          <a:p>
            <a:r>
              <a:rPr lang="he-IL" altLang="en-US" dirty="0"/>
              <a:t>דפוס שלילי שבו השאיפה להסכמה משתלטת על יכולת החשיבה העצמאית של החברים ועל נכונותם לקלוט נתונים חדשים ולהעריך בצורה הגיונית ושקולה דעות של אחרים</a:t>
            </a:r>
            <a:endParaRPr lang="en-US" altLang="en-US" dirty="0"/>
          </a:p>
        </p:txBody>
      </p:sp>
      <p:sp>
        <p:nvSpPr>
          <p:cNvPr id="122884" name="Slide Number Placeholder 3">
            <a:extLst>
              <a:ext uri="{FF2B5EF4-FFF2-40B4-BE49-F238E27FC236}">
                <a16:creationId xmlns:a16="http://schemas.microsoft.com/office/drawing/2014/main" id="{51581107-8805-4BA6-9E25-5F0ECB76A5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fld id="{F2DFAB01-398E-4B3F-954A-5AA31BC8F702}" type="slidenum">
              <a:rPr lang="he-IL" altLang="en-US" sz="1000" b="0">
                <a:solidFill>
                  <a:srgbClr val="000000"/>
                </a:solidFill>
                <a:latin typeface="Tahoma" panose="020B0604030504040204" pitchFamily="34" charset="0"/>
              </a:rPr>
              <a:pPr/>
              <a:t>5</a:t>
            </a:fld>
            <a:endParaRPr lang="en-US" altLang="en-US" sz="1000" b="0">
              <a:solidFill>
                <a:srgbClr val="000000"/>
              </a:solidFill>
              <a:latin typeface="Tahoma" panose="020B0604030504040204" pitchFamily="34" charset="0"/>
            </a:endParaRPr>
          </a:p>
        </p:txBody>
      </p:sp>
      <p:pic>
        <p:nvPicPr>
          <p:cNvPr id="2" name="Picture 1">
            <a:extLst>
              <a:ext uri="{FF2B5EF4-FFF2-40B4-BE49-F238E27FC236}">
                <a16:creationId xmlns:a16="http://schemas.microsoft.com/office/drawing/2014/main" id="{4555799F-93EB-4B61-BBAC-AA57012B1B77}"/>
              </a:ext>
            </a:extLst>
          </p:cNvPr>
          <p:cNvPicPr>
            <a:picLocks noChangeAspect="1"/>
          </p:cNvPicPr>
          <p:nvPr/>
        </p:nvPicPr>
        <p:blipFill>
          <a:blip r:embed="rId2"/>
          <a:stretch>
            <a:fillRect/>
          </a:stretch>
        </p:blipFill>
        <p:spPr>
          <a:xfrm>
            <a:off x="6015444" y="3140968"/>
            <a:ext cx="2675973" cy="1800200"/>
          </a:xfrm>
          <a:prstGeom prst="rect">
            <a:avLst/>
          </a:prstGeom>
        </p:spPr>
      </p:pic>
      <mc:AlternateContent xmlns:mc="http://schemas.openxmlformats.org/markup-compatibility/2006" xmlns:pslz="http://schemas.microsoft.com/office/powerpoint/2016/slidezoom">
        <mc:Choice Requires="pslz">
          <p:graphicFrame>
            <p:nvGraphicFramePr>
              <p:cNvPr id="5" name="Slide Zoom 4">
                <a:extLst>
                  <a:ext uri="{FF2B5EF4-FFF2-40B4-BE49-F238E27FC236}">
                    <a16:creationId xmlns:a16="http://schemas.microsoft.com/office/drawing/2014/main" id="{4254452C-C162-4DEB-9117-A572CFC5D702}"/>
                  </a:ext>
                </a:extLst>
              </p:cNvPr>
              <p:cNvGraphicFramePr>
                <a:graphicFrameLocks noChangeAspect="1"/>
              </p:cNvGraphicFramePr>
              <p:nvPr>
                <p:extLst>
                  <p:ext uri="{D42A27DB-BD31-4B8C-83A1-F6EECF244321}">
                    <p14:modId xmlns:p14="http://schemas.microsoft.com/office/powerpoint/2010/main" val="375586693"/>
                  </p:ext>
                </p:extLst>
              </p:nvPr>
            </p:nvGraphicFramePr>
            <p:xfrm>
              <a:off x="2992582" y="4442114"/>
              <a:ext cx="2286000" cy="1714500"/>
            </p:xfrm>
            <a:graphic>
              <a:graphicData uri="http://schemas.microsoft.com/office/powerpoint/2016/slidezoom">
                <pslz:sldZm>
                  <pslz:sldZmObj sldId="491" cId="853312437">
                    <pslz:zmPr id="{C5FD5EE6-759E-4622-905D-57D8FE144317}" returnToParent="0" transitionDur="1000">
                      <p166:blipFill xmlns:p166="http://schemas.microsoft.com/office/powerpoint/2016/6/main">
                        <a:blip r:embed="rId3"/>
                        <a:stretch>
                          <a:fillRect/>
                        </a:stretch>
                      </p166:blipFill>
                      <p166:spPr xmlns:p166="http://schemas.microsoft.com/office/powerpoint/2016/6/main">
                        <a:xfrm>
                          <a:off x="0" y="0"/>
                          <a:ext cx="2286000" cy="1714500"/>
                        </a:xfrm>
                        <a:prstGeom prst="rect">
                          <a:avLst/>
                        </a:prstGeom>
                        <a:ln w="3175">
                          <a:solidFill>
                            <a:prstClr val="ltGray"/>
                          </a:solidFill>
                        </a:ln>
                      </p166:spPr>
                    </pslz:zmPr>
                  </pslz:sldZmObj>
                </pslz:sldZm>
              </a:graphicData>
            </a:graphic>
          </p:graphicFrame>
        </mc:Choice>
        <mc:Fallback xmlns="">
          <p:pic>
            <p:nvPicPr>
              <p:cNvPr id="5" name="Slide Zoom 4">
                <a:hlinkClick r:id="rId4" action="ppaction://hlinksldjump"/>
                <a:extLst>
                  <a:ext uri="{FF2B5EF4-FFF2-40B4-BE49-F238E27FC236}">
                    <a16:creationId xmlns:a16="http://schemas.microsoft.com/office/drawing/2014/main" id="{4254452C-C162-4DEB-9117-A572CFC5D702}"/>
                  </a:ext>
                </a:extLst>
              </p:cNvPr>
              <p:cNvPicPr>
                <a:picLocks noGrp="1" noRot="1" noChangeAspect="1" noMove="1" noResize="1" noEditPoints="1" noAdjustHandles="1" noChangeArrowheads="1" noChangeShapeType="1"/>
              </p:cNvPicPr>
              <p:nvPr/>
            </p:nvPicPr>
            <p:blipFill>
              <a:blip r:embed="rId5"/>
              <a:stretch>
                <a:fillRect/>
              </a:stretch>
            </p:blipFill>
            <p:spPr>
              <a:xfrm>
                <a:off x="2992582" y="4442114"/>
                <a:ext cx="2286000" cy="1714500"/>
              </a:xfrm>
              <a:prstGeom prst="rect">
                <a:avLst/>
              </a:prstGeom>
              <a:ln w="3175">
                <a:solidFill>
                  <a:prstClr val="ltGray"/>
                </a:solidFill>
              </a:ln>
            </p:spPr>
          </p:pic>
        </mc:Fallback>
      </mc:AlternateContent>
    </p:spTree>
  </p:cSld>
  <p:clrMapOvr>
    <a:masterClrMapping/>
  </p:clrMapOvr>
  <p:transition spd="med">
    <p:fade thruBlk="1"/>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70F273F-21FC-411A-9926-ECB5C47D9321}"/>
              </a:ext>
            </a:extLst>
          </p:cNvPr>
          <p:cNvSpPr>
            <a:spLocks noGrp="1"/>
          </p:cNvSpPr>
          <p:nvPr>
            <p:ph type="sldNum" sz="quarter" idx="12"/>
          </p:nvPr>
        </p:nvSpPr>
        <p:spPr/>
        <p:txBody>
          <a:bodyPr/>
          <a:lstStyle/>
          <a:p>
            <a:fld id="{F97DDF72-D9F3-48FE-BBFC-A819598CFD4F}" type="slidenum">
              <a:rPr lang="he-IL" altLang="en-US" smtClean="0"/>
              <a:pPr/>
              <a:t>6</a:t>
            </a:fld>
            <a:endParaRPr lang="en-US" altLang="en-US"/>
          </a:p>
        </p:txBody>
      </p:sp>
      <p:pic>
        <p:nvPicPr>
          <p:cNvPr id="5" name="Picture 4">
            <a:extLst>
              <a:ext uri="{FF2B5EF4-FFF2-40B4-BE49-F238E27FC236}">
                <a16:creationId xmlns:a16="http://schemas.microsoft.com/office/drawing/2014/main" id="{4C735D9F-800A-47C6-B10B-8453190406E4}"/>
              </a:ext>
            </a:extLst>
          </p:cNvPr>
          <p:cNvPicPr>
            <a:picLocks noChangeAspect="1"/>
          </p:cNvPicPr>
          <p:nvPr/>
        </p:nvPicPr>
        <p:blipFill>
          <a:blip r:embed="rId2"/>
          <a:stretch>
            <a:fillRect/>
          </a:stretch>
        </p:blipFill>
        <p:spPr>
          <a:xfrm>
            <a:off x="-19178" y="46958"/>
            <a:ext cx="9130710" cy="6764083"/>
          </a:xfrm>
          <a:prstGeom prst="rect">
            <a:avLst/>
          </a:prstGeom>
        </p:spPr>
      </p:pic>
    </p:spTree>
    <p:extLst>
      <p:ext uri="{BB962C8B-B14F-4D97-AF65-F5344CB8AC3E}">
        <p14:creationId xmlns:p14="http://schemas.microsoft.com/office/powerpoint/2010/main" val="853312437"/>
      </p:ext>
    </p:extLst>
  </p:cSld>
  <p:clrMapOvr>
    <a:masterClrMapping/>
  </p:clrMapOvr>
  <p:transition spd="med">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E4865-3EAF-46A2-A2CE-6D4F8B34B19C}"/>
              </a:ext>
            </a:extLst>
          </p:cNvPr>
          <p:cNvSpPr>
            <a:spLocks noGrp="1"/>
          </p:cNvSpPr>
          <p:nvPr>
            <p:ph type="title"/>
          </p:nvPr>
        </p:nvSpPr>
        <p:spPr>
          <a:xfrm>
            <a:off x="539750" y="188913"/>
            <a:ext cx="8353425" cy="719137"/>
          </a:xfrm>
        </p:spPr>
        <p:txBody>
          <a:bodyPr wrap="square" anchor="ctr">
            <a:normAutofit/>
          </a:bodyPr>
          <a:lstStyle/>
          <a:p>
            <a:r>
              <a:rPr lang="he-IL" dirty="0"/>
              <a:t>סיבות ל"חשיבת יחד"</a:t>
            </a:r>
            <a:endParaRPr lang="en-US" dirty="0"/>
          </a:p>
        </p:txBody>
      </p:sp>
      <p:pic>
        <p:nvPicPr>
          <p:cNvPr id="5" name="Picture 4">
            <a:extLst>
              <a:ext uri="{FF2B5EF4-FFF2-40B4-BE49-F238E27FC236}">
                <a16:creationId xmlns:a16="http://schemas.microsoft.com/office/drawing/2014/main" id="{388AF2D8-A47D-4C5D-8A6D-DB46DDBB8B32}"/>
              </a:ext>
            </a:extLst>
          </p:cNvPr>
          <p:cNvPicPr>
            <a:picLocks noChangeAspect="1"/>
          </p:cNvPicPr>
          <p:nvPr/>
        </p:nvPicPr>
        <p:blipFill>
          <a:blip r:embed="rId2"/>
          <a:stretch>
            <a:fillRect/>
          </a:stretch>
        </p:blipFill>
        <p:spPr>
          <a:xfrm>
            <a:off x="147927" y="2371591"/>
            <a:ext cx="4752400" cy="2114818"/>
          </a:xfrm>
          <a:prstGeom prst="rect">
            <a:avLst/>
          </a:prstGeom>
          <a:noFill/>
        </p:spPr>
      </p:pic>
      <p:sp>
        <p:nvSpPr>
          <p:cNvPr id="3" name="Content Placeholder 2">
            <a:extLst>
              <a:ext uri="{FF2B5EF4-FFF2-40B4-BE49-F238E27FC236}">
                <a16:creationId xmlns:a16="http://schemas.microsoft.com/office/drawing/2014/main" id="{17C84A45-BB38-4BE2-8BB2-A6C89BD637A5}"/>
              </a:ext>
            </a:extLst>
          </p:cNvPr>
          <p:cNvSpPr>
            <a:spLocks noGrp="1"/>
          </p:cNvSpPr>
          <p:nvPr>
            <p:ph sz="half" idx="2"/>
          </p:nvPr>
        </p:nvSpPr>
        <p:spPr>
          <a:xfrm>
            <a:off x="4714586" y="857232"/>
            <a:ext cx="4281487" cy="5651500"/>
          </a:xfrm>
        </p:spPr>
        <p:txBody>
          <a:bodyPr wrap="square" anchor="t">
            <a:normAutofit/>
          </a:bodyPr>
          <a:lstStyle/>
          <a:p>
            <a:r>
              <a:rPr lang="he-IL" dirty="0"/>
              <a:t>לכידות קבוצתית (*)</a:t>
            </a:r>
          </a:p>
          <a:p>
            <a:r>
              <a:rPr lang="he-IL" dirty="0"/>
              <a:t>מבנה ומאפייני הקבוצה והמנהיג</a:t>
            </a:r>
          </a:p>
          <a:p>
            <a:pPr lvl="1"/>
            <a:r>
              <a:rPr lang="he-IL" sz="2800" dirty="0"/>
              <a:t>סגירות הקבוצה</a:t>
            </a:r>
          </a:p>
          <a:p>
            <a:pPr lvl="1"/>
            <a:r>
              <a:rPr lang="he-IL" sz="2800" dirty="0"/>
              <a:t>דימיון ורקע דומה</a:t>
            </a:r>
          </a:p>
          <a:p>
            <a:pPr lvl="1"/>
            <a:r>
              <a:rPr lang="he-IL" sz="2800" dirty="0"/>
              <a:t>תחושה של אי פגיעות וחווית עליונות</a:t>
            </a:r>
          </a:p>
          <a:p>
            <a:pPr lvl="1"/>
            <a:r>
              <a:rPr lang="he-IL" sz="2800" dirty="0"/>
              <a:t>מנהיג חזק ופסקני</a:t>
            </a:r>
          </a:p>
          <a:p>
            <a:r>
              <a:rPr lang="he-IL" dirty="0"/>
              <a:t>מאפייני המצב</a:t>
            </a:r>
          </a:p>
          <a:p>
            <a:pPr lvl="1"/>
            <a:r>
              <a:rPr lang="he-IL" sz="2800" dirty="0"/>
              <a:t>מצבי מצוקה, חירום ולחץ</a:t>
            </a:r>
          </a:p>
          <a:p>
            <a:endParaRPr lang="en-US" dirty="0"/>
          </a:p>
        </p:txBody>
      </p:sp>
      <p:sp>
        <p:nvSpPr>
          <p:cNvPr id="4" name="Slide Number Placeholder 3">
            <a:extLst>
              <a:ext uri="{FF2B5EF4-FFF2-40B4-BE49-F238E27FC236}">
                <a16:creationId xmlns:a16="http://schemas.microsoft.com/office/drawing/2014/main" id="{38F0F1A1-F831-44CA-AFEC-A6CECF90BC8C}"/>
              </a:ext>
            </a:extLst>
          </p:cNvPr>
          <p:cNvSpPr>
            <a:spLocks noGrp="1"/>
          </p:cNvSpPr>
          <p:nvPr>
            <p:ph type="sldNum" sz="quarter" idx="12"/>
          </p:nvPr>
        </p:nvSpPr>
        <p:spPr>
          <a:xfrm>
            <a:off x="7010400" y="6613525"/>
            <a:ext cx="2133600" cy="136525"/>
          </a:xfrm>
        </p:spPr>
        <p:txBody>
          <a:bodyPr wrap="square" anchor="t">
            <a:normAutofit/>
          </a:bodyPr>
          <a:lstStyle/>
          <a:p>
            <a:pPr>
              <a:lnSpc>
                <a:spcPct val="90000"/>
              </a:lnSpc>
              <a:spcAft>
                <a:spcPts val="600"/>
              </a:spcAft>
            </a:pPr>
            <a:fld id="{F97DDF72-D9F3-48FE-BBFC-A819598CFD4F}" type="slidenum">
              <a:rPr lang="he-IL" altLang="en-US" sz="300" smtClean="0"/>
              <a:pPr>
                <a:lnSpc>
                  <a:spcPct val="90000"/>
                </a:lnSpc>
                <a:spcAft>
                  <a:spcPts val="600"/>
                </a:spcAft>
              </a:pPr>
              <a:t>7</a:t>
            </a:fld>
            <a:endParaRPr lang="en-US" altLang="en-US" sz="300"/>
          </a:p>
        </p:txBody>
      </p:sp>
    </p:spTree>
    <p:extLst>
      <p:ext uri="{BB962C8B-B14F-4D97-AF65-F5344CB8AC3E}">
        <p14:creationId xmlns:p14="http://schemas.microsoft.com/office/powerpoint/2010/main" val="3441990482"/>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6045D4A-1B32-4E66-8AB1-8B1381F90768}"/>
              </a:ext>
            </a:extLst>
          </p:cNvPr>
          <p:cNvSpPr>
            <a:spLocks noGrp="1"/>
          </p:cNvSpPr>
          <p:nvPr>
            <p:ph type="title"/>
          </p:nvPr>
        </p:nvSpPr>
        <p:spPr>
          <a:xfrm>
            <a:off x="539750" y="188913"/>
            <a:ext cx="8353425" cy="719137"/>
          </a:xfrm>
        </p:spPr>
        <p:txBody>
          <a:bodyPr wrap="square" anchor="ctr">
            <a:normAutofit/>
          </a:bodyPr>
          <a:lstStyle/>
          <a:p>
            <a:r>
              <a:rPr lang="he-IL"/>
              <a:t>רגע – דיון !</a:t>
            </a:r>
            <a:endParaRPr lang="en-US"/>
          </a:p>
        </p:txBody>
      </p:sp>
      <p:pic>
        <p:nvPicPr>
          <p:cNvPr id="5" name="Picture 4">
            <a:extLst>
              <a:ext uri="{FF2B5EF4-FFF2-40B4-BE49-F238E27FC236}">
                <a16:creationId xmlns:a16="http://schemas.microsoft.com/office/drawing/2014/main" id="{20813BEB-B883-4F22-AAD0-AB4D1B8F16A2}"/>
              </a:ext>
            </a:extLst>
          </p:cNvPr>
          <p:cNvPicPr>
            <a:picLocks noChangeAspect="1"/>
          </p:cNvPicPr>
          <p:nvPr/>
        </p:nvPicPr>
        <p:blipFill>
          <a:blip r:embed="rId2"/>
          <a:stretch>
            <a:fillRect/>
          </a:stretch>
        </p:blipFill>
        <p:spPr>
          <a:xfrm>
            <a:off x="179388" y="2130903"/>
            <a:ext cx="4279900" cy="3205793"/>
          </a:xfrm>
          <a:prstGeom prst="rect">
            <a:avLst/>
          </a:prstGeom>
          <a:noFill/>
        </p:spPr>
      </p:pic>
      <p:sp>
        <p:nvSpPr>
          <p:cNvPr id="12" name="Content Placeholder 3">
            <a:extLst>
              <a:ext uri="{FF2B5EF4-FFF2-40B4-BE49-F238E27FC236}">
                <a16:creationId xmlns:a16="http://schemas.microsoft.com/office/drawing/2014/main" id="{F04B6882-C707-4733-BAE2-B4FC15D0E334}"/>
              </a:ext>
            </a:extLst>
          </p:cNvPr>
          <p:cNvSpPr>
            <a:spLocks noGrp="1"/>
          </p:cNvSpPr>
          <p:nvPr>
            <p:ph sz="half" idx="2"/>
          </p:nvPr>
        </p:nvSpPr>
        <p:spPr>
          <a:xfrm>
            <a:off x="3491880" y="5085184"/>
            <a:ext cx="5113263" cy="5651500"/>
          </a:xfrm>
        </p:spPr>
        <p:txBody>
          <a:bodyPr wrap="square" anchor="t">
            <a:normAutofit/>
          </a:bodyPr>
          <a:lstStyle/>
          <a:p>
            <a:r>
              <a:rPr lang="he-IL" altLang="en-US" dirty="0"/>
              <a:t>איך אפשר למנוע חשיבת יחד?</a:t>
            </a:r>
          </a:p>
          <a:p>
            <a:pPr lvl="1"/>
            <a:r>
              <a:rPr lang="he-IL" altLang="en-US" dirty="0"/>
              <a:t>חישבו לפחות על חמש הצעות</a:t>
            </a:r>
            <a:endParaRPr lang="en-US" altLang="en-US" dirty="0"/>
          </a:p>
        </p:txBody>
      </p:sp>
      <p:sp>
        <p:nvSpPr>
          <p:cNvPr id="4" name="Slide Number Placeholder 3">
            <a:extLst>
              <a:ext uri="{FF2B5EF4-FFF2-40B4-BE49-F238E27FC236}">
                <a16:creationId xmlns:a16="http://schemas.microsoft.com/office/drawing/2014/main" id="{E314FF59-C840-4319-AFF9-748F3999E330}"/>
              </a:ext>
            </a:extLst>
          </p:cNvPr>
          <p:cNvSpPr>
            <a:spLocks noGrp="1"/>
          </p:cNvSpPr>
          <p:nvPr>
            <p:ph type="sldNum" sz="quarter" idx="12"/>
          </p:nvPr>
        </p:nvSpPr>
        <p:spPr>
          <a:xfrm>
            <a:off x="7010400" y="6613525"/>
            <a:ext cx="2133600" cy="136525"/>
          </a:xfrm>
        </p:spPr>
        <p:txBody>
          <a:bodyPr wrap="square" anchor="t">
            <a:normAutofit/>
          </a:bodyPr>
          <a:lstStyle/>
          <a:p>
            <a:pPr marL="0" marR="0" lvl="0" indent="0" defTabSz="914400" rtl="0" eaLnBrk="1" fontAlgn="base" latinLnBrk="0" hangingPunct="1">
              <a:lnSpc>
                <a:spcPct val="90000"/>
              </a:lnSpc>
              <a:spcBef>
                <a:spcPct val="0"/>
              </a:spcBef>
              <a:spcAft>
                <a:spcPts val="600"/>
              </a:spcAft>
              <a:buClrTx/>
              <a:buSzTx/>
              <a:buFontTx/>
              <a:buNone/>
              <a:tabLst/>
              <a:defRPr/>
            </a:pPr>
            <a:fld id="{78494071-01DA-477E-B448-D8A141C6FA49}" type="slidenum">
              <a:rPr kumimoji="0" lang="he-IL" altLang="en-US" sz="300" b="0" i="0" u="none" strike="noStrike" kern="1200" cap="none" spc="0" normalizeH="0" baseline="0" noProof="0" smtClean="0">
                <a:ln>
                  <a:noFill/>
                </a:ln>
                <a:effectLst/>
                <a:uLnTx/>
                <a:uFillTx/>
              </a:rPr>
              <a:pPr marL="0" marR="0" lvl="0" indent="0" defTabSz="914400" rtl="0" eaLnBrk="1" fontAlgn="base" latinLnBrk="0" hangingPunct="1">
                <a:lnSpc>
                  <a:spcPct val="90000"/>
                </a:lnSpc>
                <a:spcBef>
                  <a:spcPct val="0"/>
                </a:spcBef>
                <a:spcAft>
                  <a:spcPts val="600"/>
                </a:spcAft>
                <a:buClrTx/>
                <a:buSzTx/>
                <a:buFontTx/>
                <a:buNone/>
                <a:tabLst/>
                <a:defRPr/>
              </a:pPr>
              <a:t>8</a:t>
            </a:fld>
            <a:endParaRPr kumimoji="0" lang="en-US" altLang="en-US" sz="300" b="0" i="0" u="none" strike="noStrike" kern="1200" cap="none" spc="0" normalizeH="0" baseline="0" noProof="0">
              <a:ln>
                <a:noFill/>
              </a:ln>
              <a:effectLst/>
              <a:uLnTx/>
              <a:uFillTx/>
            </a:endParaRPr>
          </a:p>
        </p:txBody>
      </p:sp>
    </p:spTree>
    <p:extLst>
      <p:ext uri="{BB962C8B-B14F-4D97-AF65-F5344CB8AC3E}">
        <p14:creationId xmlns:p14="http://schemas.microsoft.com/office/powerpoint/2010/main" val="1918259558"/>
      </p:ext>
    </p:extLst>
  </p:cSld>
  <p:clrMapOvr>
    <a:masterClrMapping/>
  </p:clrMapOvr>
  <p:transition spd="med">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Title 1">
            <a:extLst>
              <a:ext uri="{FF2B5EF4-FFF2-40B4-BE49-F238E27FC236}">
                <a16:creationId xmlns:a16="http://schemas.microsoft.com/office/drawing/2014/main" id="{BE7DE581-00DF-43D1-B6BD-A5777FE61A44}"/>
              </a:ext>
            </a:extLst>
          </p:cNvPr>
          <p:cNvSpPr>
            <a:spLocks noGrp="1"/>
          </p:cNvSpPr>
          <p:nvPr>
            <p:ph type="title"/>
          </p:nvPr>
        </p:nvSpPr>
        <p:spPr/>
        <p:txBody>
          <a:bodyPr/>
          <a:lstStyle/>
          <a:p>
            <a:r>
              <a:rPr lang="he-IL" altLang="en-US" dirty="0"/>
              <a:t>קיטוב  קבוצתי</a:t>
            </a:r>
            <a:endParaRPr lang="en-US" altLang="en-US" dirty="0"/>
          </a:p>
        </p:txBody>
      </p:sp>
      <p:sp>
        <p:nvSpPr>
          <p:cNvPr id="122883" name="Content Placeholder 2">
            <a:extLst>
              <a:ext uri="{FF2B5EF4-FFF2-40B4-BE49-F238E27FC236}">
                <a16:creationId xmlns:a16="http://schemas.microsoft.com/office/drawing/2014/main" id="{2EC18790-E0CC-47EB-9D39-C1DCCFF0BC2F}"/>
              </a:ext>
            </a:extLst>
          </p:cNvPr>
          <p:cNvSpPr>
            <a:spLocks noGrp="1"/>
          </p:cNvSpPr>
          <p:nvPr>
            <p:ph idx="1"/>
          </p:nvPr>
        </p:nvSpPr>
        <p:spPr/>
        <p:txBody>
          <a:bodyPr/>
          <a:lstStyle/>
          <a:p>
            <a:r>
              <a:rPr lang="he-IL" altLang="en-US" b="0" dirty="0"/>
              <a:t>נטייה של הקבוצה להקצין את העמדות הראשוניות של חבריה</a:t>
            </a:r>
          </a:p>
          <a:p>
            <a:pPr marL="0" indent="0">
              <a:buNone/>
            </a:pPr>
            <a:endParaRPr lang="en-US" altLang="en-US" b="0" dirty="0"/>
          </a:p>
        </p:txBody>
      </p:sp>
      <p:sp>
        <p:nvSpPr>
          <p:cNvPr id="122884" name="Slide Number Placeholder 3">
            <a:extLst>
              <a:ext uri="{FF2B5EF4-FFF2-40B4-BE49-F238E27FC236}">
                <a16:creationId xmlns:a16="http://schemas.microsoft.com/office/drawing/2014/main" id="{51581107-8805-4BA6-9E25-5F0ECB76A5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2DFAB01-398E-4B3F-954A-5AA31BC8F702}" type="slidenum">
              <a:rPr kumimoji="0" lang="he-IL" altLang="en-US" sz="1000" b="0" i="0" u="none" strike="noStrike" kern="1200" cap="none" spc="0" normalizeH="0" baseline="0" noProof="0">
                <a:ln>
                  <a:noFill/>
                </a:ln>
                <a:solidFill>
                  <a:srgbClr val="000000"/>
                </a:solidFill>
                <a:effectLst/>
                <a:uLnTx/>
                <a:uFillTx/>
                <a:latin typeface="Tahoma" panose="020B060403050404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000" b="0" i="0" u="none" strike="noStrike" kern="1200" cap="none" spc="0" normalizeH="0" baseline="0" noProof="0">
              <a:ln>
                <a:noFill/>
              </a:ln>
              <a:solidFill>
                <a:srgbClr val="000000"/>
              </a:solidFill>
              <a:effectLst/>
              <a:uLnTx/>
              <a:uFillTx/>
              <a:latin typeface="Tahoma" panose="020B0604030504040204" pitchFamily="34" charset="0"/>
              <a:ea typeface="+mn-ea"/>
              <a:cs typeface="Arial" panose="020B0604020202020204" pitchFamily="34" charset="0"/>
            </a:endParaRPr>
          </a:p>
        </p:txBody>
      </p:sp>
      <mc:AlternateContent xmlns:mc="http://schemas.openxmlformats.org/markup-compatibility/2006" xmlns:pslz="http://schemas.microsoft.com/office/powerpoint/2016/slidezoom">
        <mc:Choice Requires="pslz">
          <p:graphicFrame>
            <p:nvGraphicFramePr>
              <p:cNvPr id="9" name="Slide Zoom 8">
                <a:extLst>
                  <a:ext uri="{FF2B5EF4-FFF2-40B4-BE49-F238E27FC236}">
                    <a16:creationId xmlns:a16="http://schemas.microsoft.com/office/drawing/2014/main" id="{7987D1EA-2140-49EA-96A9-32801C4A163D}"/>
                  </a:ext>
                </a:extLst>
              </p:cNvPr>
              <p:cNvGraphicFramePr>
                <a:graphicFrameLocks noChangeAspect="1"/>
              </p:cNvGraphicFramePr>
              <p:nvPr>
                <p:extLst>
                  <p:ext uri="{D42A27DB-BD31-4B8C-83A1-F6EECF244321}">
                    <p14:modId xmlns:p14="http://schemas.microsoft.com/office/powerpoint/2010/main" val="202837058"/>
                  </p:ext>
                </p:extLst>
              </p:nvPr>
            </p:nvGraphicFramePr>
            <p:xfrm>
              <a:off x="4804796" y="3429000"/>
              <a:ext cx="4138083" cy="3103562"/>
            </p:xfrm>
            <a:graphic>
              <a:graphicData uri="http://schemas.microsoft.com/office/powerpoint/2016/slidezoom">
                <pslz:sldZm>
                  <pslz:sldZmObj sldId="494" cId="4007844335">
                    <pslz:zmPr id="{140F9296-EFF2-4115-BECC-B80430B993EA}" returnToParent="0" transitionDur="1000">
                      <p166:blipFill xmlns:p166="http://schemas.microsoft.com/office/powerpoint/2016/6/main">
                        <a:blip r:embed="rId2"/>
                        <a:stretch>
                          <a:fillRect/>
                        </a:stretch>
                      </p166:blipFill>
                      <p166:spPr xmlns:p166="http://schemas.microsoft.com/office/powerpoint/2016/6/main">
                        <a:xfrm>
                          <a:off x="0" y="0"/>
                          <a:ext cx="4138083" cy="3103562"/>
                        </a:xfrm>
                        <a:prstGeom prst="rect">
                          <a:avLst/>
                        </a:prstGeom>
                        <a:ln w="3175">
                          <a:solidFill>
                            <a:prstClr val="ltGray"/>
                          </a:solidFill>
                        </a:ln>
                      </p166:spPr>
                    </pslz:zmPr>
                  </pslz:sldZmObj>
                </pslz:sldZm>
              </a:graphicData>
            </a:graphic>
          </p:graphicFrame>
        </mc:Choice>
        <mc:Fallback xmlns="">
          <p:pic>
            <p:nvPicPr>
              <p:cNvPr id="9" name="Slide Zoom 8">
                <a:hlinkClick r:id="rId3" action="ppaction://hlinksldjump"/>
                <a:extLst>
                  <a:ext uri="{FF2B5EF4-FFF2-40B4-BE49-F238E27FC236}">
                    <a16:creationId xmlns:a16="http://schemas.microsoft.com/office/drawing/2014/main" id="{7987D1EA-2140-49EA-96A9-32801C4A163D}"/>
                  </a:ext>
                </a:extLst>
              </p:cNvPr>
              <p:cNvPicPr>
                <a:picLocks noGrp="1" noRot="1" noChangeAspect="1" noMove="1" noResize="1" noEditPoints="1" noAdjustHandles="1" noChangeArrowheads="1" noChangeShapeType="1"/>
              </p:cNvPicPr>
              <p:nvPr/>
            </p:nvPicPr>
            <p:blipFill>
              <a:blip r:embed="rId4"/>
              <a:stretch>
                <a:fillRect/>
              </a:stretch>
            </p:blipFill>
            <p:spPr>
              <a:xfrm>
                <a:off x="4804796" y="3429000"/>
                <a:ext cx="4138083" cy="3103562"/>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1" name="Slide Zoom 10">
                <a:extLst>
                  <a:ext uri="{FF2B5EF4-FFF2-40B4-BE49-F238E27FC236}">
                    <a16:creationId xmlns:a16="http://schemas.microsoft.com/office/drawing/2014/main" id="{DF37A5D5-144E-4B8A-B9FF-9C406715243F}"/>
                  </a:ext>
                </a:extLst>
              </p:cNvPr>
              <p:cNvGraphicFramePr>
                <a:graphicFrameLocks noChangeAspect="1"/>
              </p:cNvGraphicFramePr>
              <p:nvPr>
                <p:extLst>
                  <p:ext uri="{D42A27DB-BD31-4B8C-83A1-F6EECF244321}">
                    <p14:modId xmlns:p14="http://schemas.microsoft.com/office/powerpoint/2010/main" val="1649665331"/>
                  </p:ext>
                </p:extLst>
              </p:nvPr>
            </p:nvGraphicFramePr>
            <p:xfrm>
              <a:off x="345648" y="3429000"/>
              <a:ext cx="4138081" cy="3103561"/>
            </p:xfrm>
            <a:graphic>
              <a:graphicData uri="http://schemas.microsoft.com/office/powerpoint/2016/slidezoom">
                <pslz:sldZm>
                  <pslz:sldZmObj sldId="495" cId="3022899931">
                    <pslz:zmPr id="{9B585C8B-DCB4-49E8-9295-2607947D3F41}" returnToParent="0" transitionDur="1000">
                      <p166:blipFill xmlns:p166="http://schemas.microsoft.com/office/powerpoint/2016/6/main">
                        <a:blip r:embed="rId5"/>
                        <a:stretch>
                          <a:fillRect/>
                        </a:stretch>
                      </p166:blipFill>
                      <p166:spPr xmlns:p166="http://schemas.microsoft.com/office/powerpoint/2016/6/main">
                        <a:xfrm>
                          <a:off x="0" y="0"/>
                          <a:ext cx="4138081" cy="3103561"/>
                        </a:xfrm>
                        <a:prstGeom prst="rect">
                          <a:avLst/>
                        </a:prstGeom>
                        <a:ln w="3175">
                          <a:solidFill>
                            <a:prstClr val="ltGray"/>
                          </a:solidFill>
                        </a:ln>
                      </p166:spPr>
                    </pslz:zmPr>
                  </pslz:sldZmObj>
                </pslz:sldZm>
              </a:graphicData>
            </a:graphic>
          </p:graphicFrame>
        </mc:Choice>
        <mc:Fallback xmlns="">
          <p:pic>
            <p:nvPicPr>
              <p:cNvPr id="11" name="Slide Zoom 10">
                <a:hlinkClick r:id="rId6" action="ppaction://hlinksldjump"/>
                <a:extLst>
                  <a:ext uri="{FF2B5EF4-FFF2-40B4-BE49-F238E27FC236}">
                    <a16:creationId xmlns:a16="http://schemas.microsoft.com/office/drawing/2014/main" id="{DF37A5D5-144E-4B8A-B9FF-9C406715243F}"/>
                  </a:ext>
                </a:extLst>
              </p:cNvPr>
              <p:cNvPicPr>
                <a:picLocks noGrp="1" noRot="1" noChangeAspect="1" noMove="1" noResize="1" noEditPoints="1" noAdjustHandles="1" noChangeArrowheads="1" noChangeShapeType="1"/>
              </p:cNvPicPr>
              <p:nvPr/>
            </p:nvPicPr>
            <p:blipFill>
              <a:blip r:embed="rId7"/>
              <a:stretch>
                <a:fillRect/>
              </a:stretch>
            </p:blipFill>
            <p:spPr>
              <a:xfrm>
                <a:off x="345648" y="3429000"/>
                <a:ext cx="4138081" cy="3103561"/>
              </a:xfrm>
              <a:prstGeom prst="rect">
                <a:avLst/>
              </a:prstGeom>
              <a:ln w="3175">
                <a:solidFill>
                  <a:prstClr val="ltGray"/>
                </a:solidFill>
              </a:ln>
            </p:spPr>
          </p:pic>
        </mc:Fallback>
      </mc:AlternateContent>
    </p:spTree>
    <p:extLst>
      <p:ext uri="{BB962C8B-B14F-4D97-AF65-F5344CB8AC3E}">
        <p14:creationId xmlns:p14="http://schemas.microsoft.com/office/powerpoint/2010/main" val="1606212485"/>
      </p:ext>
    </p:extLst>
  </p:cSld>
  <p:clrMapOvr>
    <a:masterClrMapping/>
  </p:clrMapOvr>
  <p:transition spd="med">
    <p:fade thruBlk="1"/>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6438B-2920-4018-9A17-1F92972458B2}"/>
              </a:ext>
            </a:extLst>
          </p:cNvPr>
          <p:cNvSpPr>
            <a:spLocks noGrp="1"/>
          </p:cNvSpPr>
          <p:nvPr>
            <p:ph type="title"/>
          </p:nvPr>
        </p:nvSpPr>
        <p:spPr/>
        <p:txBody>
          <a:bodyPr/>
          <a:lstStyle/>
          <a:p>
            <a:r>
              <a:rPr lang="he-IL" altLang="en-US" dirty="0"/>
              <a:t>תיאוריית הטיעונים המשכנעים </a:t>
            </a:r>
            <a:endParaRPr lang="en-US" dirty="0"/>
          </a:p>
        </p:txBody>
      </p:sp>
      <p:sp>
        <p:nvSpPr>
          <p:cNvPr id="3" name="Content Placeholder 2">
            <a:extLst>
              <a:ext uri="{FF2B5EF4-FFF2-40B4-BE49-F238E27FC236}">
                <a16:creationId xmlns:a16="http://schemas.microsoft.com/office/drawing/2014/main" id="{11CDDA0D-F7E5-4873-A8B6-659375439A82}"/>
              </a:ext>
            </a:extLst>
          </p:cNvPr>
          <p:cNvSpPr>
            <a:spLocks noGrp="1"/>
          </p:cNvSpPr>
          <p:nvPr>
            <p:ph idx="1"/>
          </p:nvPr>
        </p:nvSpPr>
        <p:spPr/>
        <p:txBody>
          <a:bodyPr/>
          <a:lstStyle/>
          <a:p>
            <a:r>
              <a:rPr lang="he-IL" altLang="en-US" dirty="0"/>
              <a:t>נורמה התחלתית בקבוצה</a:t>
            </a:r>
          </a:p>
          <a:p>
            <a:r>
              <a:rPr lang="he-IL" altLang="en-US" dirty="0"/>
              <a:t>רוב הדעות והעמדות שיישמעו בקבוצה - בעד </a:t>
            </a:r>
          </a:p>
          <a:p>
            <a:r>
              <a:rPr lang="he-IL" altLang="en-US" dirty="0"/>
              <a:t>יוצגו רק עוד טיעונים לטובת עמדה זו</a:t>
            </a:r>
          </a:p>
          <a:p>
            <a:r>
              <a:rPr lang="he-IL" altLang="en-US" dirty="0"/>
              <a:t>"לשכנע את המשוכנעים"</a:t>
            </a:r>
            <a:br>
              <a:rPr lang="he-IL" altLang="en-US" dirty="0"/>
            </a:br>
            <a:endParaRPr lang="en-US" dirty="0"/>
          </a:p>
        </p:txBody>
      </p:sp>
      <p:sp>
        <p:nvSpPr>
          <p:cNvPr id="4" name="Slide Number Placeholder 3">
            <a:extLst>
              <a:ext uri="{FF2B5EF4-FFF2-40B4-BE49-F238E27FC236}">
                <a16:creationId xmlns:a16="http://schemas.microsoft.com/office/drawing/2014/main" id="{6F207938-8000-4190-908D-3949C13B3434}"/>
              </a:ext>
            </a:extLst>
          </p:cNvPr>
          <p:cNvSpPr>
            <a:spLocks noGrp="1"/>
          </p:cNvSpPr>
          <p:nvPr>
            <p:ph type="sldNum" sz="quarter" idx="12"/>
          </p:nvPr>
        </p:nvSpPr>
        <p:spPr/>
        <p:txBody>
          <a:bodyPr/>
          <a:lstStyle/>
          <a:p>
            <a:fld id="{F97DDF72-D9F3-48FE-BBFC-A819598CFD4F}" type="slidenum">
              <a:rPr lang="he-IL" altLang="en-US" smtClean="0"/>
              <a:pPr/>
              <a:t>10</a:t>
            </a:fld>
            <a:endParaRPr lang="en-US" altLang="en-US"/>
          </a:p>
        </p:txBody>
      </p:sp>
    </p:spTree>
    <p:extLst>
      <p:ext uri="{BB962C8B-B14F-4D97-AF65-F5344CB8AC3E}">
        <p14:creationId xmlns:p14="http://schemas.microsoft.com/office/powerpoint/2010/main" val="4007844335"/>
      </p:ext>
    </p:extLst>
  </p:cSld>
  <p:clrMapOvr>
    <a:masterClrMapping/>
  </p:clrMapOvr>
  <p:transition spd="med">
    <p:fade thruBlk="1"/>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3F76-2BD3-4A00-98BF-2031C4C1E972}"/>
              </a:ext>
            </a:extLst>
          </p:cNvPr>
          <p:cNvSpPr>
            <a:spLocks noGrp="1"/>
          </p:cNvSpPr>
          <p:nvPr>
            <p:ph type="title"/>
          </p:nvPr>
        </p:nvSpPr>
        <p:spPr/>
        <p:txBody>
          <a:bodyPr/>
          <a:lstStyle/>
          <a:p>
            <a:br>
              <a:rPr lang="he-IL" dirty="0"/>
            </a:br>
            <a:r>
              <a:rPr lang="he-IL" dirty="0"/>
              <a:t>תיאורית ההשוואה החברתית </a:t>
            </a:r>
            <a:br>
              <a:rPr lang="he-IL" dirty="0"/>
            </a:br>
            <a:endParaRPr lang="en-US" dirty="0"/>
          </a:p>
        </p:txBody>
      </p:sp>
      <p:sp>
        <p:nvSpPr>
          <p:cNvPr id="3" name="Content Placeholder 2">
            <a:extLst>
              <a:ext uri="{FF2B5EF4-FFF2-40B4-BE49-F238E27FC236}">
                <a16:creationId xmlns:a16="http://schemas.microsoft.com/office/drawing/2014/main" id="{4FAC08DE-0ACA-486F-88C8-DA5BE03EBA72}"/>
              </a:ext>
            </a:extLst>
          </p:cNvPr>
          <p:cNvSpPr>
            <a:spLocks noGrp="1"/>
          </p:cNvSpPr>
          <p:nvPr>
            <p:ph idx="1"/>
          </p:nvPr>
        </p:nvSpPr>
        <p:spPr/>
        <p:txBody>
          <a:bodyPr/>
          <a:lstStyle/>
          <a:p>
            <a:r>
              <a:rPr lang="he-IL" altLang="en-US" dirty="0"/>
              <a:t>נורמה התחלתית בקבוצה</a:t>
            </a:r>
          </a:p>
          <a:p>
            <a:r>
              <a:rPr lang="he-IL" altLang="en-US" dirty="0"/>
              <a:t>רוב הדעות והעמדות שיישמעו בקבוצה - בעד </a:t>
            </a:r>
          </a:p>
          <a:p>
            <a:r>
              <a:rPr lang="he-IL" altLang="en-US" dirty="0"/>
              <a:t>השוואה חברתית- בדיקת העמדה מול הנורמה </a:t>
            </a:r>
          </a:p>
          <a:p>
            <a:r>
              <a:rPr lang="he-IL" altLang="en-US" dirty="0"/>
              <a:t>רצון להרגיש שהעמדות הולמות את הנורמה</a:t>
            </a:r>
          </a:p>
          <a:p>
            <a:r>
              <a:rPr lang="he-IL" altLang="en-US" dirty="0"/>
              <a:t>רצון לתת תמיכה גבוהה לעמדה</a:t>
            </a:r>
          </a:p>
          <a:p>
            <a:endParaRPr lang="he-IL" altLang="en-US" dirty="0"/>
          </a:p>
        </p:txBody>
      </p:sp>
      <p:sp>
        <p:nvSpPr>
          <p:cNvPr id="4" name="Slide Number Placeholder 3">
            <a:extLst>
              <a:ext uri="{FF2B5EF4-FFF2-40B4-BE49-F238E27FC236}">
                <a16:creationId xmlns:a16="http://schemas.microsoft.com/office/drawing/2014/main" id="{36053915-DBB3-4960-A76D-20AF03AF18ED}"/>
              </a:ext>
            </a:extLst>
          </p:cNvPr>
          <p:cNvSpPr>
            <a:spLocks noGrp="1"/>
          </p:cNvSpPr>
          <p:nvPr>
            <p:ph type="sldNum" sz="quarter" idx="12"/>
          </p:nvPr>
        </p:nvSpPr>
        <p:spPr/>
        <p:txBody>
          <a:bodyPr/>
          <a:lstStyle/>
          <a:p>
            <a:fld id="{F97DDF72-D9F3-48FE-BBFC-A819598CFD4F}" type="slidenum">
              <a:rPr lang="he-IL" altLang="en-US" smtClean="0"/>
              <a:pPr/>
              <a:t>11</a:t>
            </a:fld>
            <a:endParaRPr lang="en-US" altLang="en-US"/>
          </a:p>
        </p:txBody>
      </p:sp>
    </p:spTree>
    <p:extLst>
      <p:ext uri="{BB962C8B-B14F-4D97-AF65-F5344CB8AC3E}">
        <p14:creationId xmlns:p14="http://schemas.microsoft.com/office/powerpoint/2010/main" val="3022899931"/>
      </p:ext>
    </p:extLst>
  </p:cSld>
  <p:clrMapOvr>
    <a:masterClrMapping/>
  </p:clrMapOvr>
  <p:transition spd="med">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a:extLst>
              <a:ext uri="{FF2B5EF4-FFF2-40B4-BE49-F238E27FC236}">
                <a16:creationId xmlns:a16="http://schemas.microsoft.com/office/drawing/2014/main" id="{E187B038-F4DD-43BB-A3FB-3EF661E25738}"/>
              </a:ext>
            </a:extLst>
          </p:cNvPr>
          <p:cNvSpPr>
            <a:spLocks noGrp="1"/>
          </p:cNvSpPr>
          <p:nvPr>
            <p:ph type="title"/>
          </p:nvPr>
        </p:nvSpPr>
        <p:spPr/>
        <p:txBody>
          <a:bodyPr/>
          <a:lstStyle/>
          <a:p>
            <a:r>
              <a:rPr lang="he-IL" altLang="en-US" dirty="0"/>
              <a:t>בטלה חברתית</a:t>
            </a:r>
            <a:endParaRPr lang="en-US" altLang="en-US" dirty="0"/>
          </a:p>
        </p:txBody>
      </p:sp>
      <p:sp>
        <p:nvSpPr>
          <p:cNvPr id="132099" name="Content Placeholder 2">
            <a:extLst>
              <a:ext uri="{FF2B5EF4-FFF2-40B4-BE49-F238E27FC236}">
                <a16:creationId xmlns:a16="http://schemas.microsoft.com/office/drawing/2014/main" id="{508E4EDC-6421-4B30-A9D1-9B4B762BB1E7}"/>
              </a:ext>
            </a:extLst>
          </p:cNvPr>
          <p:cNvSpPr>
            <a:spLocks noGrp="1"/>
          </p:cNvSpPr>
          <p:nvPr>
            <p:ph idx="1"/>
          </p:nvPr>
        </p:nvSpPr>
        <p:spPr/>
        <p:txBody>
          <a:bodyPr/>
          <a:lstStyle/>
          <a:p>
            <a:r>
              <a:rPr lang="he-IL" altLang="en-US" dirty="0"/>
              <a:t>הנטייה של אנשים להשקיע פחות מאמץ כאשר הם עובדים בקבוצה בהשוואה למצב בו הם עובדים לבד</a:t>
            </a:r>
            <a:endParaRPr lang="en-US" altLang="en-US" dirty="0"/>
          </a:p>
        </p:txBody>
      </p:sp>
      <p:sp>
        <p:nvSpPr>
          <p:cNvPr id="132100" name="Slide Number Placeholder 3">
            <a:extLst>
              <a:ext uri="{FF2B5EF4-FFF2-40B4-BE49-F238E27FC236}">
                <a16:creationId xmlns:a16="http://schemas.microsoft.com/office/drawing/2014/main" id="{444CBAA4-2168-43C6-833A-715BA069B8C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rgbClr val="FFFF00"/>
                </a:solidFill>
                <a:latin typeface="Arial" panose="020B0604020202020204" pitchFamily="34" charset="0"/>
                <a:cs typeface="Arial" panose="020B0604020202020204" pitchFamily="34" charset="0"/>
              </a:defRPr>
            </a:lvl1pPr>
            <a:lvl2pPr marL="742950" indent="-285750">
              <a:defRPr sz="4000" b="1">
                <a:solidFill>
                  <a:srgbClr val="FFFF00"/>
                </a:solidFill>
                <a:latin typeface="Arial" panose="020B0604020202020204" pitchFamily="34" charset="0"/>
                <a:cs typeface="Arial" panose="020B0604020202020204" pitchFamily="34" charset="0"/>
              </a:defRPr>
            </a:lvl2pPr>
            <a:lvl3pPr marL="1143000" indent="-228600">
              <a:defRPr sz="4000" b="1">
                <a:solidFill>
                  <a:srgbClr val="FFFF00"/>
                </a:solidFill>
                <a:latin typeface="Arial" panose="020B0604020202020204" pitchFamily="34" charset="0"/>
                <a:cs typeface="Arial" panose="020B0604020202020204" pitchFamily="34" charset="0"/>
              </a:defRPr>
            </a:lvl3pPr>
            <a:lvl4pPr marL="1600200" indent="-228600">
              <a:defRPr sz="4000" b="1">
                <a:solidFill>
                  <a:srgbClr val="FFFF00"/>
                </a:solidFill>
                <a:latin typeface="Arial" panose="020B0604020202020204" pitchFamily="34" charset="0"/>
                <a:cs typeface="Arial" panose="020B0604020202020204" pitchFamily="34" charset="0"/>
              </a:defRPr>
            </a:lvl4pPr>
            <a:lvl5pPr marL="2057400" indent="-228600">
              <a:defRPr sz="4000" b="1">
                <a:solidFill>
                  <a:srgbClr val="FFFF00"/>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b="1">
                <a:solidFill>
                  <a:srgbClr val="FFFF00"/>
                </a:solidFill>
                <a:latin typeface="Arial" panose="020B0604020202020204" pitchFamily="34" charset="0"/>
                <a:cs typeface="Arial" panose="020B0604020202020204" pitchFamily="34" charset="0"/>
              </a:defRPr>
            </a:lvl9pPr>
          </a:lstStyle>
          <a:p>
            <a:fld id="{D155E31D-4C8D-454B-AF88-DD5FFE850978}" type="slidenum">
              <a:rPr lang="he-IL" altLang="en-US" sz="1000" b="0">
                <a:solidFill>
                  <a:srgbClr val="000000"/>
                </a:solidFill>
                <a:latin typeface="Tahoma" panose="020B0604030504040204" pitchFamily="34" charset="0"/>
              </a:rPr>
              <a:pPr/>
              <a:t>12</a:t>
            </a:fld>
            <a:endParaRPr lang="en-US" altLang="en-US" sz="1000" b="0">
              <a:solidFill>
                <a:srgbClr val="000000"/>
              </a:solidFill>
              <a:latin typeface="Tahoma" panose="020B0604030504040204" pitchFamily="34" charset="0"/>
            </a:endParaRPr>
          </a:p>
        </p:txBody>
      </p:sp>
      <mc:AlternateContent xmlns:mc="http://schemas.openxmlformats.org/markup-compatibility/2006" xmlns:pslz="http://schemas.microsoft.com/office/powerpoint/2016/slidezoom">
        <mc:Choice Requires="pslz">
          <p:graphicFrame>
            <p:nvGraphicFramePr>
              <p:cNvPr id="3" name="Slide Zoom 2">
                <a:extLst>
                  <a:ext uri="{FF2B5EF4-FFF2-40B4-BE49-F238E27FC236}">
                    <a16:creationId xmlns:a16="http://schemas.microsoft.com/office/drawing/2014/main" id="{77231B07-6A3A-4912-B031-44169BCB79F2}"/>
                  </a:ext>
                </a:extLst>
              </p:cNvPr>
              <p:cNvGraphicFramePr>
                <a:graphicFrameLocks noChangeAspect="1"/>
              </p:cNvGraphicFramePr>
              <p:nvPr>
                <p:extLst>
                  <p:ext uri="{D42A27DB-BD31-4B8C-83A1-F6EECF244321}">
                    <p14:modId xmlns:p14="http://schemas.microsoft.com/office/powerpoint/2010/main" val="3368301087"/>
                  </p:ext>
                </p:extLst>
              </p:nvPr>
            </p:nvGraphicFramePr>
            <p:xfrm>
              <a:off x="3347864" y="2912186"/>
              <a:ext cx="3266090" cy="2449568"/>
            </p:xfrm>
            <a:graphic>
              <a:graphicData uri="http://schemas.microsoft.com/office/powerpoint/2016/slidezoom">
                <pslz:sldZm>
                  <pslz:sldZmObj sldId="487" cId="0">
                    <pslz:zmPr id="{35C56C54-3A82-4F40-8906-C2F6718655E3}" returnToParent="0" transitionDur="1000">
                      <p166:blipFill xmlns:p166="http://schemas.microsoft.com/office/powerpoint/2016/6/main">
                        <a:blip r:embed="rId3"/>
                        <a:stretch>
                          <a:fillRect/>
                        </a:stretch>
                      </p166:blipFill>
                      <p166:spPr xmlns:p166="http://schemas.microsoft.com/office/powerpoint/2016/6/main">
                        <a:xfrm>
                          <a:off x="0" y="0"/>
                          <a:ext cx="3266090" cy="2449568"/>
                        </a:xfrm>
                        <a:prstGeom prst="rect">
                          <a:avLst/>
                        </a:prstGeom>
                        <a:ln w="3175">
                          <a:solidFill>
                            <a:prstClr val="ltGray"/>
                          </a:solidFill>
                        </a:ln>
                      </p166:spPr>
                    </pslz:zmPr>
                  </pslz:sldZmObj>
                </pslz:sldZm>
              </a:graphicData>
            </a:graphic>
          </p:graphicFrame>
        </mc:Choice>
        <mc:Fallback xmlns="">
          <p:pic>
            <p:nvPicPr>
              <p:cNvPr id="3" name="Slide Zoom 2">
                <a:hlinkClick r:id="rId4" action="ppaction://hlinksldjump"/>
                <a:extLst>
                  <a:ext uri="{FF2B5EF4-FFF2-40B4-BE49-F238E27FC236}">
                    <a16:creationId xmlns:a16="http://schemas.microsoft.com/office/drawing/2014/main" id="{77231B07-6A3A-4912-B031-44169BCB79F2}"/>
                  </a:ext>
                </a:extLst>
              </p:cNvPr>
              <p:cNvPicPr>
                <a:picLocks noGrp="1" noRot="1" noChangeAspect="1" noMove="1" noResize="1" noEditPoints="1" noAdjustHandles="1" noChangeArrowheads="1" noChangeShapeType="1"/>
              </p:cNvPicPr>
              <p:nvPr/>
            </p:nvPicPr>
            <p:blipFill>
              <a:blip r:embed="rId5"/>
              <a:stretch>
                <a:fillRect/>
              </a:stretch>
            </p:blipFill>
            <p:spPr>
              <a:xfrm>
                <a:off x="3347864" y="2912186"/>
                <a:ext cx="3266090" cy="2449568"/>
              </a:xfrm>
              <a:prstGeom prst="rect">
                <a:avLst/>
              </a:prstGeom>
              <a:ln w="3175">
                <a:solidFill>
                  <a:prstClr val="ltGray"/>
                </a:solidFill>
              </a:ln>
            </p:spPr>
          </p:pic>
        </mc:Fallback>
      </mc:AlternateContent>
    </p:spTree>
  </p:cSld>
  <p:clrMapOvr>
    <a:masterClrMapping/>
  </p:clrMapOvr>
  <p:transition spd="med">
    <p:fade thruBlk="1"/>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5171" name="Picture 3">
            <a:extLst>
              <a:ext uri="{FF2B5EF4-FFF2-40B4-BE49-F238E27FC236}">
                <a16:creationId xmlns:a16="http://schemas.microsoft.com/office/drawing/2014/main" id="{7B6E155E-166A-44FE-93DC-ACA4F06659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82563" y="1238250"/>
            <a:ext cx="8753475" cy="5434013"/>
          </a:xfrm>
          <a:solidFill>
            <a:schemeClr val="bg1"/>
          </a:solidFill>
        </p:spPr>
      </p:pic>
      <p:sp>
        <p:nvSpPr>
          <p:cNvPr id="135172" name="Text Box 4">
            <a:extLst>
              <a:ext uri="{FF2B5EF4-FFF2-40B4-BE49-F238E27FC236}">
                <a16:creationId xmlns:a16="http://schemas.microsoft.com/office/drawing/2014/main" id="{E755D80F-BCD2-49FB-87AC-D8A5B31F2078}"/>
              </a:ext>
            </a:extLst>
          </p:cNvPr>
          <p:cNvSpPr txBox="1">
            <a:spLocks noChangeArrowheads="1"/>
          </p:cNvSpPr>
          <p:nvPr/>
        </p:nvSpPr>
        <p:spPr bwMode="auto">
          <a:xfrm rot="-5400000">
            <a:off x="-272255" y="2847181"/>
            <a:ext cx="1985962" cy="587375"/>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800" b="0">
                <a:solidFill>
                  <a:srgbClr val="00007D"/>
                </a:solidFill>
              </a:rPr>
              <a:t>רמת ההשקעה</a:t>
            </a:r>
          </a:p>
          <a:p>
            <a:pPr algn="ctr" eaLnBrk="1" hangingPunct="1">
              <a:lnSpc>
                <a:spcPct val="90000"/>
              </a:lnSpc>
              <a:spcBef>
                <a:spcPct val="0"/>
              </a:spcBef>
              <a:buClrTx/>
              <a:buSzTx/>
              <a:buFontTx/>
              <a:buNone/>
            </a:pPr>
            <a:r>
              <a:rPr lang="he-IL" altLang="en-US" sz="1800" b="0">
                <a:solidFill>
                  <a:srgbClr val="00007D"/>
                </a:solidFill>
              </a:rPr>
              <a:t>של הפרט</a:t>
            </a:r>
            <a:endParaRPr lang="en-US" altLang="en-US" sz="1800" b="0">
              <a:solidFill>
                <a:srgbClr val="00007D"/>
              </a:solidFill>
            </a:endParaRPr>
          </a:p>
        </p:txBody>
      </p:sp>
      <p:sp>
        <p:nvSpPr>
          <p:cNvPr id="135173" name="Text Box 5">
            <a:extLst>
              <a:ext uri="{FF2B5EF4-FFF2-40B4-BE49-F238E27FC236}">
                <a16:creationId xmlns:a16="http://schemas.microsoft.com/office/drawing/2014/main" id="{383ED837-F4F3-4CA5-B34E-0C6856BAF764}"/>
              </a:ext>
            </a:extLst>
          </p:cNvPr>
          <p:cNvSpPr txBox="1">
            <a:spLocks noChangeArrowheads="1"/>
          </p:cNvSpPr>
          <p:nvPr/>
        </p:nvSpPr>
        <p:spPr bwMode="auto">
          <a:xfrm>
            <a:off x="493713" y="1641475"/>
            <a:ext cx="823912" cy="284163"/>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400" b="0">
                <a:solidFill>
                  <a:srgbClr val="00007D"/>
                </a:solidFill>
              </a:rPr>
              <a:t>גבוהה</a:t>
            </a:r>
            <a:endParaRPr lang="en-US" altLang="en-US" sz="1400" b="0">
              <a:solidFill>
                <a:srgbClr val="00007D"/>
              </a:solidFill>
            </a:endParaRPr>
          </a:p>
        </p:txBody>
      </p:sp>
      <p:sp>
        <p:nvSpPr>
          <p:cNvPr id="135174" name="Text Box 6">
            <a:extLst>
              <a:ext uri="{FF2B5EF4-FFF2-40B4-BE49-F238E27FC236}">
                <a16:creationId xmlns:a16="http://schemas.microsoft.com/office/drawing/2014/main" id="{CE38C82C-ED98-4F5F-B064-0EE1429A1E6D}"/>
              </a:ext>
            </a:extLst>
          </p:cNvPr>
          <p:cNvSpPr txBox="1">
            <a:spLocks noChangeArrowheads="1"/>
          </p:cNvSpPr>
          <p:nvPr/>
        </p:nvSpPr>
        <p:spPr bwMode="auto">
          <a:xfrm>
            <a:off x="490538" y="4264025"/>
            <a:ext cx="823912" cy="284163"/>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400" b="0">
                <a:solidFill>
                  <a:srgbClr val="00007D"/>
                </a:solidFill>
              </a:rPr>
              <a:t>נמוכה</a:t>
            </a:r>
            <a:endParaRPr lang="en-US" altLang="en-US" sz="1400" b="0">
              <a:solidFill>
                <a:srgbClr val="00007D"/>
              </a:solidFill>
            </a:endParaRPr>
          </a:p>
        </p:txBody>
      </p:sp>
      <p:sp>
        <p:nvSpPr>
          <p:cNvPr id="135175" name="Text Box 7">
            <a:extLst>
              <a:ext uri="{FF2B5EF4-FFF2-40B4-BE49-F238E27FC236}">
                <a16:creationId xmlns:a16="http://schemas.microsoft.com/office/drawing/2014/main" id="{2BBF59D8-9AB2-4D38-92EC-A5A3E18CD038}"/>
              </a:ext>
            </a:extLst>
          </p:cNvPr>
          <p:cNvSpPr txBox="1">
            <a:spLocks noChangeArrowheads="1"/>
          </p:cNvSpPr>
          <p:nvPr/>
        </p:nvSpPr>
        <p:spPr bwMode="auto">
          <a:xfrm>
            <a:off x="1363663" y="4560888"/>
            <a:ext cx="1098550" cy="463550"/>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600" b="0">
                <a:solidFill>
                  <a:srgbClr val="00007D"/>
                </a:solidFill>
              </a:rPr>
              <a:t>עובד</a:t>
            </a:r>
          </a:p>
          <a:p>
            <a:pPr algn="ctr" eaLnBrk="1" hangingPunct="1">
              <a:lnSpc>
                <a:spcPct val="90000"/>
              </a:lnSpc>
              <a:spcBef>
                <a:spcPct val="0"/>
              </a:spcBef>
              <a:buClrTx/>
              <a:buSzTx/>
              <a:buFontTx/>
              <a:buNone/>
            </a:pPr>
            <a:r>
              <a:rPr lang="he-IL" altLang="en-US" sz="1600" b="0">
                <a:solidFill>
                  <a:srgbClr val="00007D"/>
                </a:solidFill>
              </a:rPr>
              <a:t>עצמאי</a:t>
            </a:r>
            <a:endParaRPr lang="en-US" altLang="en-US" sz="1600" b="0">
              <a:solidFill>
                <a:srgbClr val="00007D"/>
              </a:solidFill>
            </a:endParaRPr>
          </a:p>
        </p:txBody>
      </p:sp>
      <p:sp>
        <p:nvSpPr>
          <p:cNvPr id="135176" name="Text Box 8">
            <a:extLst>
              <a:ext uri="{FF2B5EF4-FFF2-40B4-BE49-F238E27FC236}">
                <a16:creationId xmlns:a16="http://schemas.microsoft.com/office/drawing/2014/main" id="{3B16CC9C-4980-48C6-8892-7D7824F34953}"/>
              </a:ext>
            </a:extLst>
          </p:cNvPr>
          <p:cNvSpPr txBox="1">
            <a:spLocks noChangeArrowheads="1"/>
          </p:cNvSpPr>
          <p:nvPr/>
        </p:nvSpPr>
        <p:spPr bwMode="auto">
          <a:xfrm>
            <a:off x="2366963" y="4583113"/>
            <a:ext cx="1098550" cy="463550"/>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600" b="0">
                <a:solidFill>
                  <a:srgbClr val="00007D"/>
                </a:solidFill>
              </a:rPr>
              <a:t>קבוצה</a:t>
            </a:r>
          </a:p>
          <a:p>
            <a:pPr algn="ctr" eaLnBrk="1" hangingPunct="1">
              <a:lnSpc>
                <a:spcPct val="90000"/>
              </a:lnSpc>
              <a:spcBef>
                <a:spcPct val="0"/>
              </a:spcBef>
              <a:buClrTx/>
              <a:buSzTx/>
              <a:buFontTx/>
              <a:buNone/>
            </a:pPr>
            <a:r>
              <a:rPr lang="he-IL" altLang="en-US" sz="1600" b="0">
                <a:solidFill>
                  <a:srgbClr val="00007D"/>
                </a:solidFill>
              </a:rPr>
              <a:t>קטנה</a:t>
            </a:r>
            <a:endParaRPr lang="en-US" altLang="en-US" sz="1600" b="0">
              <a:solidFill>
                <a:srgbClr val="00007D"/>
              </a:solidFill>
            </a:endParaRPr>
          </a:p>
        </p:txBody>
      </p:sp>
      <p:sp>
        <p:nvSpPr>
          <p:cNvPr id="135177" name="Text Box 9">
            <a:extLst>
              <a:ext uri="{FF2B5EF4-FFF2-40B4-BE49-F238E27FC236}">
                <a16:creationId xmlns:a16="http://schemas.microsoft.com/office/drawing/2014/main" id="{ABA1770E-A38F-479B-99AA-C995E80D4B79}"/>
              </a:ext>
            </a:extLst>
          </p:cNvPr>
          <p:cNvSpPr txBox="1">
            <a:spLocks noChangeArrowheads="1"/>
          </p:cNvSpPr>
          <p:nvPr/>
        </p:nvSpPr>
        <p:spPr bwMode="auto">
          <a:xfrm>
            <a:off x="6856413" y="4554538"/>
            <a:ext cx="668337" cy="463550"/>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600" b="0">
                <a:solidFill>
                  <a:srgbClr val="00007D"/>
                </a:solidFill>
              </a:rPr>
              <a:t>קבוצה</a:t>
            </a:r>
          </a:p>
          <a:p>
            <a:pPr algn="ctr" eaLnBrk="1" hangingPunct="1">
              <a:lnSpc>
                <a:spcPct val="90000"/>
              </a:lnSpc>
              <a:spcBef>
                <a:spcPct val="0"/>
              </a:spcBef>
              <a:buClrTx/>
              <a:buSzTx/>
              <a:buFontTx/>
              <a:buNone/>
            </a:pPr>
            <a:r>
              <a:rPr lang="he-IL" altLang="en-US" sz="1600" b="0">
                <a:solidFill>
                  <a:srgbClr val="00007D"/>
                </a:solidFill>
              </a:rPr>
              <a:t>גדולה</a:t>
            </a:r>
            <a:endParaRPr lang="en-US" altLang="en-US" sz="1600" b="0">
              <a:solidFill>
                <a:srgbClr val="00007D"/>
              </a:solidFill>
            </a:endParaRPr>
          </a:p>
        </p:txBody>
      </p:sp>
      <p:sp>
        <p:nvSpPr>
          <p:cNvPr id="135178" name="Text Box 10">
            <a:extLst>
              <a:ext uri="{FF2B5EF4-FFF2-40B4-BE49-F238E27FC236}">
                <a16:creationId xmlns:a16="http://schemas.microsoft.com/office/drawing/2014/main" id="{303ADC7E-7F5F-418C-9F06-1C1933A8CEF6}"/>
              </a:ext>
            </a:extLst>
          </p:cNvPr>
          <p:cNvSpPr txBox="1">
            <a:spLocks noChangeArrowheads="1"/>
          </p:cNvSpPr>
          <p:nvPr/>
        </p:nvSpPr>
        <p:spPr bwMode="auto">
          <a:xfrm>
            <a:off x="3994150" y="4895850"/>
            <a:ext cx="1371600" cy="339725"/>
          </a:xfrm>
          <a:prstGeom prst="rect">
            <a:avLst/>
          </a:prstGeom>
          <a:solidFill>
            <a:srgbClr val="EAE9CE"/>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lnSpc>
                <a:spcPct val="90000"/>
              </a:lnSpc>
              <a:spcBef>
                <a:spcPct val="0"/>
              </a:spcBef>
              <a:buClrTx/>
              <a:buSzTx/>
              <a:buFontTx/>
              <a:buNone/>
            </a:pPr>
            <a:r>
              <a:rPr lang="he-IL" altLang="en-US" sz="1800" b="0">
                <a:solidFill>
                  <a:srgbClr val="00007D"/>
                </a:solidFill>
              </a:rPr>
              <a:t>גודל הקבוצה</a:t>
            </a:r>
            <a:endParaRPr lang="en-US" altLang="en-US" sz="1800" b="0">
              <a:solidFill>
                <a:srgbClr val="00007D"/>
              </a:solidFill>
            </a:endParaRPr>
          </a:p>
        </p:txBody>
      </p:sp>
      <p:sp>
        <p:nvSpPr>
          <p:cNvPr id="135179" name="Oval 11">
            <a:extLst>
              <a:ext uri="{FF2B5EF4-FFF2-40B4-BE49-F238E27FC236}">
                <a16:creationId xmlns:a16="http://schemas.microsoft.com/office/drawing/2014/main" id="{6FA5D06C-4F42-4E5E-9259-5AD87FC4F500}"/>
              </a:ext>
            </a:extLst>
          </p:cNvPr>
          <p:cNvSpPr>
            <a:spLocks noChangeArrowheads="1"/>
          </p:cNvSpPr>
          <p:nvPr/>
        </p:nvSpPr>
        <p:spPr bwMode="auto">
          <a:xfrm>
            <a:off x="6140450" y="1397000"/>
            <a:ext cx="2640013" cy="1514475"/>
          </a:xfrm>
          <a:prstGeom prst="ellipse">
            <a:avLst/>
          </a:prstGeom>
          <a:solidFill>
            <a:schemeClr val="bg1"/>
          </a:solidFill>
          <a:ln>
            <a:noFill/>
          </a:ln>
          <a:effectLst/>
          <a:extLst>
            <a:ext uri="{91240B29-F687-4F45-9708-019B960494DF}">
              <a14:hiddenLine xmlns:a14="http://schemas.microsoft.com/office/drawing/2010/main" w="285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he-IL" altLang="en-US" sz="1800" b="0">
              <a:solidFill>
                <a:srgbClr val="000000"/>
              </a:solidFill>
            </a:endParaRPr>
          </a:p>
        </p:txBody>
      </p:sp>
      <p:sp>
        <p:nvSpPr>
          <p:cNvPr id="135180" name="Text Box 12">
            <a:extLst>
              <a:ext uri="{FF2B5EF4-FFF2-40B4-BE49-F238E27FC236}">
                <a16:creationId xmlns:a16="http://schemas.microsoft.com/office/drawing/2014/main" id="{CC501523-B543-469B-A2F4-C3CD81EB5403}"/>
              </a:ext>
            </a:extLst>
          </p:cNvPr>
          <p:cNvSpPr txBox="1">
            <a:spLocks noChangeArrowheads="1"/>
          </p:cNvSpPr>
          <p:nvPr/>
        </p:nvSpPr>
        <p:spPr bwMode="auto">
          <a:xfrm>
            <a:off x="6348413" y="1631950"/>
            <a:ext cx="2298700" cy="1069975"/>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r" rtl="1">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ClrTx/>
              <a:buSzTx/>
              <a:buFontTx/>
              <a:buNone/>
            </a:pPr>
            <a:r>
              <a:rPr lang="he-IL" altLang="en-US" sz="1600" b="0">
                <a:solidFill>
                  <a:srgbClr val="00007D"/>
                </a:solidFill>
              </a:rPr>
              <a:t>ככל שיותר אנשים משתתפים בביצוע מטלה, התרומה האישית של כל אחד ואחד קטנה</a:t>
            </a:r>
            <a:endParaRPr lang="en-US" altLang="en-US" sz="1600" b="0">
              <a:solidFill>
                <a:srgbClr val="00007D"/>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2546A-3D34-41AC-BAEC-A91D66DD060A}"/>
              </a:ext>
            </a:extLst>
          </p:cNvPr>
          <p:cNvSpPr>
            <a:spLocks noGrp="1"/>
          </p:cNvSpPr>
          <p:nvPr>
            <p:ph type="title"/>
          </p:nvPr>
        </p:nvSpPr>
        <p:spPr/>
        <p:txBody>
          <a:bodyPr/>
          <a:lstStyle/>
          <a:p>
            <a:r>
              <a:rPr lang="he-IL" dirty="0"/>
              <a:t>התמודדות עם בטלה חברתית</a:t>
            </a:r>
            <a:endParaRPr lang="en-US" dirty="0"/>
          </a:p>
        </p:txBody>
      </p:sp>
      <p:sp>
        <p:nvSpPr>
          <p:cNvPr id="3" name="Content Placeholder 2">
            <a:extLst>
              <a:ext uri="{FF2B5EF4-FFF2-40B4-BE49-F238E27FC236}">
                <a16:creationId xmlns:a16="http://schemas.microsoft.com/office/drawing/2014/main" id="{A41574D4-CAF0-4568-A41A-DE482346CD00}"/>
              </a:ext>
            </a:extLst>
          </p:cNvPr>
          <p:cNvSpPr>
            <a:spLocks noGrp="1"/>
          </p:cNvSpPr>
          <p:nvPr>
            <p:ph idx="1"/>
          </p:nvPr>
        </p:nvSpPr>
        <p:spPr/>
        <p:txBody>
          <a:bodyPr/>
          <a:lstStyle/>
          <a:p>
            <a:r>
              <a:rPr lang="he-IL" dirty="0"/>
              <a:t>לכידות, הגברת מחויבות לקבוצה</a:t>
            </a:r>
          </a:p>
          <a:p>
            <a:r>
              <a:rPr lang="he-IL" dirty="0"/>
              <a:t>עיצוב מטלות מעניינות ומאתגרות</a:t>
            </a:r>
          </a:p>
          <a:p>
            <a:pPr lvl="1"/>
            <a:r>
              <a:rPr lang="he-IL" dirty="0"/>
              <a:t>שיפור המוטיבציה והאמונה בחשיבות המשימה</a:t>
            </a:r>
          </a:p>
          <a:p>
            <a:r>
              <a:rPr lang="he-IL" dirty="0"/>
              <a:t>זיהוי תרומה פרטנית של כל עובד</a:t>
            </a:r>
          </a:p>
          <a:p>
            <a:pPr lvl="1"/>
            <a:r>
              <a:rPr lang="he-IL" dirty="0"/>
              <a:t>אחריות לביצוע תתי משימות</a:t>
            </a:r>
          </a:p>
          <a:p>
            <a:pPr lvl="1"/>
            <a:r>
              <a:rPr lang="he-IL" dirty="0"/>
              <a:t>תגמול פרטני על תרומה לעבודה הקבוצתית בצד התגמול הקבוצתי</a:t>
            </a:r>
          </a:p>
          <a:p>
            <a:r>
              <a:rPr lang="he-IL"/>
              <a:t>התאמת קושי המשימה למספר המשתתפים</a:t>
            </a:r>
            <a:endParaRPr lang="he-IL" dirty="0"/>
          </a:p>
          <a:p>
            <a:r>
              <a:rPr lang="he-IL" dirty="0"/>
              <a:t>שימוש בסנקציות כשיש צורך בכך</a:t>
            </a:r>
            <a:endParaRPr lang="en-US" dirty="0"/>
          </a:p>
        </p:txBody>
      </p:sp>
      <p:sp>
        <p:nvSpPr>
          <p:cNvPr id="4" name="Slide Number Placeholder 3">
            <a:extLst>
              <a:ext uri="{FF2B5EF4-FFF2-40B4-BE49-F238E27FC236}">
                <a16:creationId xmlns:a16="http://schemas.microsoft.com/office/drawing/2014/main" id="{E5C27383-34CE-4E20-AB44-1F41650F1DAD}"/>
              </a:ext>
            </a:extLst>
          </p:cNvPr>
          <p:cNvSpPr>
            <a:spLocks noGrp="1"/>
          </p:cNvSpPr>
          <p:nvPr>
            <p:ph type="sldNum" sz="quarter" idx="12"/>
          </p:nvPr>
        </p:nvSpPr>
        <p:spPr/>
        <p:txBody>
          <a:bodyPr/>
          <a:lstStyle/>
          <a:p>
            <a:fld id="{F97DDF72-D9F3-48FE-BBFC-A819598CFD4F}" type="slidenum">
              <a:rPr lang="he-IL" altLang="en-US" smtClean="0"/>
              <a:pPr/>
              <a:t>14</a:t>
            </a:fld>
            <a:endParaRPr lang="en-US" altLang="en-US"/>
          </a:p>
        </p:txBody>
      </p:sp>
    </p:spTree>
    <p:extLst>
      <p:ext uri="{BB962C8B-B14F-4D97-AF65-F5344CB8AC3E}">
        <p14:creationId xmlns:p14="http://schemas.microsoft.com/office/powerpoint/2010/main" val="634291539"/>
      </p:ext>
    </p:extLst>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01090301">
  <a:themeElements>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090301">
      <a:majorFont>
        <a:latin typeface="Arial Black"/>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sz="4000" b="1" i="0" u="none" strike="noStrike" cap="none" normalizeH="0" baseline="0" smtClean="0">
            <a:ln>
              <a:noFill/>
            </a:ln>
            <a:solidFill>
              <a:srgbClr val="FFFF00"/>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1"/>
        </a:solidFill>
        <a:ln w="2857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sz="4000" b="1" i="0" u="none" strike="noStrike" cap="none" normalizeH="0" baseline="0" smtClean="0">
            <a:ln>
              <a:noFill/>
            </a:ln>
            <a:solidFill>
              <a:srgbClr val="FFFF00"/>
            </a:solidFill>
            <a:effectLst/>
            <a:latin typeface="Arial" pitchFamily="34" charset="0"/>
            <a:cs typeface="Arial" pitchFamily="34" charset="0"/>
          </a:defRPr>
        </a:defPPr>
      </a:lstStyle>
    </a:lnDef>
  </a:objectDefaults>
  <a:extraClrSchemeLst>
    <a:extraClrScheme>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0903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0903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0903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0903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0903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0903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0903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0903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090301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090301 1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1090301 12">
        <a:dk1>
          <a:srgbClr val="777777"/>
        </a:dk1>
        <a:lt1>
          <a:srgbClr val="969696"/>
        </a:lt1>
        <a:dk2>
          <a:srgbClr val="686B5D"/>
        </a:dk2>
        <a:lt2>
          <a:srgbClr val="4E4E44"/>
        </a:lt2>
        <a:accent1>
          <a:srgbClr val="909082"/>
        </a:accent1>
        <a:accent2>
          <a:srgbClr val="809EA8"/>
        </a:accent2>
        <a:accent3>
          <a:srgbClr val="B9BAB6"/>
        </a:accent3>
        <a:accent4>
          <a:srgbClr val="7F7F7F"/>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01090301">
  <a:themeElements>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090301">
      <a:majorFont>
        <a:latin typeface="Arial Black"/>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altLang="en-US" sz="4000" b="1" i="0" u="none" strike="noStrike" cap="none" normalizeH="0" baseline="0" smtClean="0">
            <a:ln>
              <a:noFill/>
            </a:ln>
            <a:solidFill>
              <a:srgbClr val="FFFF00"/>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altLang="en-US" sz="4000" b="1" i="0" u="none" strike="noStrike" cap="none" normalizeH="0" baseline="0" smtClean="0">
            <a:ln>
              <a:noFill/>
            </a:ln>
            <a:solidFill>
              <a:srgbClr val="FFFF00"/>
            </a:solidFill>
            <a:effectLst/>
            <a:latin typeface="Arial" charset="0"/>
            <a:cs typeface="Arial" charset="0"/>
          </a:defRPr>
        </a:defPPr>
      </a:lstStyle>
    </a:lnDef>
  </a:objectDefaults>
  <a:extraClrSchemeLst>
    <a:extraClrScheme>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0903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0903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0903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0903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0903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0903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0903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0903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090301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090301 1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1090301 12">
        <a:dk1>
          <a:srgbClr val="777777"/>
        </a:dk1>
        <a:lt1>
          <a:srgbClr val="969696"/>
        </a:lt1>
        <a:dk2>
          <a:srgbClr val="686B5D"/>
        </a:dk2>
        <a:lt2>
          <a:srgbClr val="4E4E44"/>
        </a:lt2>
        <a:accent1>
          <a:srgbClr val="909082"/>
        </a:accent1>
        <a:accent2>
          <a:srgbClr val="809EA8"/>
        </a:accent2>
        <a:accent3>
          <a:srgbClr val="B9BAB6"/>
        </a:accent3>
        <a:accent4>
          <a:srgbClr val="7F7F7F"/>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01090301">
  <a:themeElements>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090301">
      <a:majorFont>
        <a:latin typeface="Arial Black"/>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altLang="en-US" sz="4000" b="1" i="0" u="none" strike="noStrike" cap="none" normalizeH="0" baseline="0" smtClean="0">
            <a:ln>
              <a:noFill/>
            </a:ln>
            <a:solidFill>
              <a:srgbClr val="FFFF00"/>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28575" cap="flat" cmpd="sng" algn="ctr">
              <a:solidFill>
                <a:srgbClr val="FFFF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ctr" defTabSz="914400" rtl="1" eaLnBrk="1" fontAlgn="base" latinLnBrk="0" hangingPunct="1">
          <a:lnSpc>
            <a:spcPct val="100000"/>
          </a:lnSpc>
          <a:spcBef>
            <a:spcPct val="50000"/>
          </a:spcBef>
          <a:spcAft>
            <a:spcPct val="0"/>
          </a:spcAft>
          <a:buClrTx/>
          <a:buSzTx/>
          <a:buFontTx/>
          <a:buNone/>
          <a:tabLst/>
          <a:defRPr kumimoji="0" lang="en-US" altLang="en-US" sz="4000" b="1" i="0" u="none" strike="noStrike" cap="none" normalizeH="0" baseline="0" smtClean="0">
            <a:ln>
              <a:noFill/>
            </a:ln>
            <a:solidFill>
              <a:srgbClr val="FFFF00"/>
            </a:solidFill>
            <a:effectLst/>
            <a:latin typeface="Arial" panose="020B0604020202020204" pitchFamily="34" charset="0"/>
            <a:cs typeface="Arial" panose="020B0604020202020204" pitchFamily="34" charset="0"/>
          </a:defRPr>
        </a:defPPr>
      </a:lstStyle>
    </a:lnDef>
  </a:objectDefaults>
  <a:extraClrSchemeLst>
    <a:extraClrScheme>
      <a:clrScheme name="0109030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09030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09030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09030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09030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09030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09030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09030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09030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090301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090301 1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01090301 12">
        <a:dk1>
          <a:srgbClr val="777777"/>
        </a:dk1>
        <a:lt1>
          <a:srgbClr val="969696"/>
        </a:lt1>
        <a:dk2>
          <a:srgbClr val="686B5D"/>
        </a:dk2>
        <a:lt2>
          <a:srgbClr val="4E4E44"/>
        </a:lt2>
        <a:accent1>
          <a:srgbClr val="909082"/>
        </a:accent1>
        <a:accent2>
          <a:srgbClr val="809EA8"/>
        </a:accent2>
        <a:accent3>
          <a:srgbClr val="B9BAB6"/>
        </a:accent3>
        <a:accent4>
          <a:srgbClr val="7F7F7F"/>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ערכת נושא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TotalTime>
  <Words>465</Words>
  <Application>Microsoft Office PowerPoint</Application>
  <PresentationFormat>On-screen Show (4:3)</PresentationFormat>
  <Paragraphs>86</Paragraphs>
  <Slides>14</Slides>
  <Notes>7</Notes>
  <HiddenSlides>4</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14</vt:i4>
      </vt:variant>
    </vt:vector>
  </HeadingPairs>
  <TitlesOfParts>
    <vt:vector size="27" baseType="lpstr">
      <vt:lpstr>Arial</vt:lpstr>
      <vt:lpstr>Arial Black</vt:lpstr>
      <vt:lpstr>Calibri</vt:lpstr>
      <vt:lpstr>Calibri Light</vt:lpstr>
      <vt:lpstr>David</vt:lpstr>
      <vt:lpstr>Tahoma</vt:lpstr>
      <vt:lpstr>Times New Roman</vt:lpstr>
      <vt:lpstr>Wingdings</vt:lpstr>
      <vt:lpstr>01090301</vt:lpstr>
      <vt:lpstr>1_01090301</vt:lpstr>
      <vt:lpstr>2_01090301</vt:lpstr>
      <vt:lpstr>1_ערכת נושא Office</vt:lpstr>
      <vt:lpstr>Pixel</vt:lpstr>
      <vt:lpstr>התנהגות ארגונית מאקרו</vt:lpstr>
      <vt:lpstr>לכידות קבוצתית</vt:lpstr>
      <vt:lpstr>PowerPoint Presentation</vt:lpstr>
      <vt:lpstr>PowerPoint Presentation</vt:lpstr>
      <vt:lpstr> חשיבה קבוצתית - "חשיבת יחד"</vt:lpstr>
      <vt:lpstr>PowerPoint Presentation</vt:lpstr>
      <vt:lpstr>סיבות ל"חשיבת יחד"</vt:lpstr>
      <vt:lpstr>רגע – דיון !</vt:lpstr>
      <vt:lpstr>קיטוב  קבוצתי</vt:lpstr>
      <vt:lpstr>תיאוריית הטיעונים המשכנעים </vt:lpstr>
      <vt:lpstr> תיאורית ההשוואה החברתית  </vt:lpstr>
      <vt:lpstr>בטלה חברתית</vt:lpstr>
      <vt:lpstr>PowerPoint Presentation</vt:lpstr>
      <vt:lpstr>התמודדות עם בטלה חברתית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התנהגות ארגונית מאקרו</dc:title>
  <dc:creator>Sharon Barkan</dc:creator>
  <cp:lastModifiedBy>Sharon Barkan</cp:lastModifiedBy>
  <cp:revision>6</cp:revision>
  <dcterms:created xsi:type="dcterms:W3CDTF">2020-03-21T18:21:37Z</dcterms:created>
  <dcterms:modified xsi:type="dcterms:W3CDTF">2020-03-22T06:57:26Z</dcterms:modified>
</cp:coreProperties>
</file>