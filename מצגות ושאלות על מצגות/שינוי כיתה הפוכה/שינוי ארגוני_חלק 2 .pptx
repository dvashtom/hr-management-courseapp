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95" r:id="rId2"/>
    <p:sldMasterId id="2147483720" r:id="rId3"/>
  </p:sldMasterIdLst>
  <p:notesMasterIdLst>
    <p:notesMasterId r:id="rId14"/>
  </p:notesMasterIdLst>
  <p:handoutMasterIdLst>
    <p:handoutMasterId r:id="rId15"/>
  </p:handoutMasterIdLst>
  <p:sldIdLst>
    <p:sldId id="540" r:id="rId4"/>
    <p:sldId id="542" r:id="rId5"/>
    <p:sldId id="562" r:id="rId6"/>
    <p:sldId id="346" r:id="rId7"/>
    <p:sldId id="564" r:id="rId8"/>
    <p:sldId id="565" r:id="rId9"/>
    <p:sldId id="493" r:id="rId10"/>
    <p:sldId id="299" r:id="rId11"/>
    <p:sldId id="544" r:id="rId12"/>
    <p:sldId id="566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800000"/>
    <a:srgbClr val="A11F88"/>
    <a:srgbClr val="823C84"/>
    <a:srgbClr val="500000"/>
    <a:srgbClr val="0A011B"/>
    <a:srgbClr val="0F012B"/>
    <a:srgbClr val="160141"/>
    <a:srgbClr val="FFFF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2" autoAdjust="0"/>
    <p:restoredTop sz="60736" autoAdjust="0"/>
  </p:normalViewPr>
  <p:slideViewPr>
    <p:cSldViewPr>
      <p:cViewPr varScale="1">
        <p:scale>
          <a:sx n="32" d="100"/>
          <a:sy n="32" d="100"/>
        </p:scale>
        <p:origin x="1679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26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7E3F8154-1E61-4F31-95D0-4A84F3DE8E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8F23D744-D701-434E-9620-B05C449F71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2F53FD40-E6F9-4526-A523-831F28B717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4B66F51C-D357-4D30-9CD9-D2B1585B488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35D663F-85B8-4C8E-9DB2-904A719DE2CE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26D81CB-A136-481F-A044-A75A4562B1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381C865-310D-4A7D-AB2B-87AF4B8E06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1B261F5-9668-4803-A2E5-EFD408C1CF5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768549C8-9486-4533-AC27-EE0E7F1256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5D50133-2A63-4688-9038-760DD0A638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A186547F-D64A-4F66-BCE3-F4E135758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DD6EB5FA-AFE8-4A1B-90DB-58E5EFB207FE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C6BAE-AF81-43FB-87F3-7EDA07617FA5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87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C6BAE-AF81-43FB-87F3-7EDA07617FA5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90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672D33DA-B6C6-4826-B0ED-0752B83BF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D60458-E65C-47F7-BB44-E9D46C30CE07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06BED84-1E59-4DE3-89B3-9E1A1F76AD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075E33F-D2C3-4225-96D3-72E1B94A8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652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C6BAE-AF81-43FB-87F3-7EDA07617FA5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08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65C23E7-A442-47E6-B922-607A8365BC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EB2700-D2B3-42AD-B4E3-9FBB2DBA1AE4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A7E0C626-94BC-40A4-AAAE-73F2C818ED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1B86E35-A121-4638-9219-F13639963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>
              <a:lnSpc>
                <a:spcPct val="80000"/>
              </a:lnSpc>
            </a:pPr>
            <a:endParaRPr lang="en-US" altLang="en-US" sz="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221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D595CCB9-8F28-4B9E-8279-1C1FBC0EB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8E94663-55F6-4E0C-A2CE-BEE364211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7754733-3D6C-4CE2-B3FC-F7DF12E60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69D35-81F9-4E08-99F8-FCB7DF815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47E55-FC7A-48D0-9C8F-F47330C2D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35349-CD94-4FDF-A0D3-4BEF11403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9F3588-0875-4676-9D7A-A8888E56417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157203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B96129-941C-4851-B822-48BB834AD7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4A7F64-413A-446C-B8D3-9511CD82E5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CDBB18F-72D0-486A-B885-81179CFB1A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3AB0D-E177-45A3-876B-568822EEE62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978955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03689D-0DD4-48D3-B8D6-947B70E38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9CAE2C-254C-4A1D-B38A-41F289F436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524D57B-7886-4EBC-9BBE-7359C3650B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C7EEB-78E3-4CEF-8EF8-E82789586D9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9512487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4AE57B-7CC7-4C64-A173-298F6A378A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97008A-32E9-4B58-AF22-E258BA516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7B3D7C2-424C-478F-96FE-B57FB6D289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B45E8-A551-4B44-B2BC-D085E264542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787159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146AC0-C637-46AF-A74B-5919A2B67F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775CD4C-2370-4D37-B1EC-CAAD18003D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D052479-8B7C-4333-B3B1-82A2F930E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EB736-C680-4FC7-A447-09DEA3A53EA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715713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1683FDB-1090-475C-8542-A24C1638C5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81E6F9-A879-4204-A617-C7AB1F4E0A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A4388B5-BB14-46C9-B26C-3FB2E52DBF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E4D41-E3E1-4784-82E2-A6F8FB2F1BF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788572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E412471-6B9D-4238-A5A4-A5D3249D42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2196139-4569-47CF-A970-B57ADACE12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79EBC0B-3C6D-44FE-9B82-67E5E6BBE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CBB2E-8E51-42A5-A9A7-636E86EFC54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964555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9528D4-9BC0-42C5-A767-A49F8CD605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C6B8E8-F335-4FBA-BC18-7551E7379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E5AD620-9680-426F-8A6B-48090512F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9998-7A80-496B-BFA1-CF43AD88AFA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798425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6B7A48-7788-4D20-96FD-21A30B34C0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A7A5B8-0512-4028-8C47-ABD2FB605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16F6B57-0563-4F01-A370-4484C554B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DC845-7EAA-4681-BE2D-3F6E29416F1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4895794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6BAD19F-5DF5-4AE8-B357-24218818CC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EB67DD-9966-405E-AF4E-956F34B7C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BE10E6-D467-4AD5-89C4-55EC1F45A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E1386-49D3-479A-9175-8A5921F5A59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8717702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B8DBE98-6CF1-4F02-AE0E-63EEF12B21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05E1E4-EE95-4B71-AD58-03CF465D31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904D34E-D9AB-44CD-B006-BC74B6BC6B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1AFB0-0DFC-4E74-9DCF-848D4B1AB79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2446478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2A2516-FF43-42B6-B57C-1C32D62683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B307ED-42F6-4AF7-A73C-4A2EBCE91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542C999-3945-43B2-90F3-083D73DFC0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4AFCE-9756-443E-8BC6-C85A525E15D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910544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E34197-C911-4BCD-958D-29BD73523B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DDC7E9-2C56-4C01-82A0-67AF9DEBB6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53FCCA0-CFAB-4AFB-A3C2-033B741843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94777-71E5-43B6-807E-FBD37EF042A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886339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70DDDF-535C-4151-9D1D-91AE381D5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0FCCC83-9B98-4132-A77F-9F878CF05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668E4C-8826-4BC7-9990-FCDEA6921C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9E868-51EB-4EA8-9D25-3CBB6BC3C5D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609775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2C98C061-7170-41DF-87DD-F43C6B6EF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BD64F1B-B9A6-4548-B735-88C104D80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05DA0AF-FBA9-4228-B150-2FD1E699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0C851-622B-4324-ACA1-10DCDDF827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44EE2-FE81-41C9-9E4D-EC4CAA2E24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5772E-A807-4D12-BEDE-D52991079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4BF2567-D7EC-4FF9-AC98-C28F2A0F325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842970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B22023-91AA-4FF9-877E-E1745C357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F94474-C0E9-40D6-9EE7-8F5E70CE6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7E2DA62-12F5-4FD8-B1F4-AA21FDDCF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94071-01DA-477E-B448-D8A141C6FA4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781959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43854F-2F8A-4AB2-A7C3-E25F3B4148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BA1A6A-129E-406F-AD38-0A4D596804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63ED05E-C151-4BEA-8E87-6334AB0E3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5DE72-FB6B-4FF7-9CFB-5E840039C37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704299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06C77F-59E9-46F0-A152-77A16DCD44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92CFA1-A0C1-4827-A907-FC6B774EA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A645C6B-3CC3-4037-8977-126101C4E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E92B9-E8C5-4541-A524-E5B6442F9CA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589312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8847089-6563-4272-87CE-980E434073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45DB437-23AB-4F65-842E-C251A5260D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11E668F-C722-4193-8DA7-036B2572E2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E9F42-6B1B-49BA-A06F-7F46BF9F749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883172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7C59691-E305-4B58-AF97-6BBB37552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EEF511-97C0-43A5-BC2E-193DD6351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FD5F4E4-F6F0-43FE-8E37-F30205A15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0A2486-C922-45DC-ADA9-D8B01AA08AF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839578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EDB2F98-7411-4971-82D7-C43590F01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F7B7E25-D4B9-41A0-9060-86C9F711AB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3AB74D3-3DEE-40AC-A5D0-1E6890515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81D86-3B0A-4519-BD5E-36765269395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443898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82F180-5166-4994-B0B7-7992A50E02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BC3D3E-5C5C-42F6-BFB4-03D20A35BD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19D8AAD-C8CD-481B-90EA-0862A4363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D83EB-7D29-4BBE-8C44-1E03E620A31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9093462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FF6AE-641C-4AD5-A1E7-3CC9D304F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7A59DB-B6F1-4A9E-A81C-F5973AF0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4D68D73-660B-4C3A-83A2-F65E602607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980987-5FCF-4418-A32B-93C3C9F4F35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029196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FEB3B5-2FE8-43B9-8923-6FD9E61CC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14C03F-82BA-4168-87DA-4582CB564F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4AC557E-3E32-4EEE-9806-76BAC1549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D9E4C-21D2-4C5E-93A7-0607A6CAB41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311373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C67BD0-95CE-46E4-8C11-07D21DFF05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390C28-18D9-4D28-973E-E063E0505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11E9357-F417-4FDD-898B-EBEAC4F46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73BA5D-CF64-4B85-A6E4-5805FBCA879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149622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544D2-90C0-4E44-84BF-02DAC0287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31EA84-67B5-4AE0-8988-4D92E0E14F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5EB4868-8A11-4CA8-8C20-F2EBB71345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07E89-3731-4D48-8B53-DF88CA74BE4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4520275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D04AA51F-64B4-46BB-93C6-A253FCC0B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3086E63-7DB4-4789-91F0-3A92F6A21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1349851-5839-4D10-ACE5-56DD12212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CACC47-A049-4B5D-AB12-237505D98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7F7EE-7F0E-4E6C-A66F-ACED82A6F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EA8A3-4287-48C0-B4E0-6245E47F80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D794B9-7B4A-4183-B8E0-F1B4418A08C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655481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5BEB29-2343-408E-8C20-A86CC3673A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750EC7-3A2F-459E-AFD4-0E8613F94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100E10F-895B-4779-B1D5-E7EA4139F2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CAF02-019D-4CAA-A2DB-E94DBDA8BFF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6845241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1EFFFF-464C-4C44-BFAD-499D50A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328571-10E5-4BAF-9A91-5B48F0D2E3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E20803E-FE6B-4FBA-A4EA-A93E857C70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B416B-5DEF-4218-99D4-2FD14DBB45B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561826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B45E62-84D0-4A82-A622-4DD5BDCC8B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125C06-2950-4D24-B6CA-34135CD1C2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1152F60-FA37-49A7-9148-AF764AEF11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A249E-EA72-456B-8720-A1EC0DA9BEE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126452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FF2D199-2FFE-4CD9-AC9D-0293D43FD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CE11535-1BEE-41D9-B03A-E9E162F409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316A4AC-8E95-4661-B330-CC6FB6828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82EC3-CA1B-4BA4-95AE-7C47BC8A636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496052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BDE66E-02FD-43D1-82F5-03E9EB5BC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A96A71-96F4-4286-8C35-B0F0E0451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61279F-7A2D-4A4E-845D-3459A8396A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018E1E-7448-49EE-824C-F95DA4DE6EB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3439312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E1CF5F2-C529-441D-88A9-E7CE39D83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D3BA6E8-C107-4864-9A60-F99F4B691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14458C-58B5-4920-B5FB-B9A7018DA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6BC5D-A011-4E65-AB24-27441FD3DA7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10701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545D84-31B0-4634-8F0A-65F933FB4A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892681-EA6B-4819-8570-81F6A1F301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51FAB87-DAA7-4F2C-9882-62ACF881B7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93C4A-3210-461D-840B-1A7CFACD534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767721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175E11-B745-4F1F-945F-852EBEA9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B7AAB2-5418-4420-A47F-53911C682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BC8C5CB-719C-4BC8-B1D2-CB3A75497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17E76-1D21-471B-AE88-7D02DFD2633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143092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3D1A81-8BA8-40B8-A12F-9AE03E9D1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DD1078-1594-447D-8BBA-FDF3F33F3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5BA9082-D179-452B-8282-C9FA02656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EE44C-618A-4124-9956-539FED2ACF1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689441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2AF3B1-AC64-4A60-8D52-03CB3C812A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591546-C64F-454E-8C00-71A3057B3F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B587B90-177A-40CB-BA03-34B533AB3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6FB3B-6350-4E91-A3B9-617EB7DF361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545583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583020-E0AF-49EB-ACE1-7A6EE7CD78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1D08BE-4313-4B7C-AE8C-E70406E747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6CB11C7-0597-4244-9814-1684A7784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40C39-A5E6-45FA-9700-85EA55F6CB1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225658"/>
      </p:ext>
    </p:extLst>
  </p:cSld>
  <p:clrMapOvr>
    <a:masterClrMapping/>
  </p:clrMapOvr>
  <p:transition spd="med"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01186A-9D95-4266-96FB-F7A399451A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87B316-6D29-42AA-9AA6-9B4B0C9745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3187F99-B55C-475A-964E-E1956E06C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47DF5-DBAC-4F0D-AB3B-AC7EBAF41E0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066073"/>
      </p:ext>
    </p:extLst>
  </p:cSld>
  <p:clrMapOvr>
    <a:masterClrMapping/>
  </p:clrMapOvr>
  <p:transition spd="med"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0BFFE9-6C77-4543-9B23-C88DCE29C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AFBE99-D527-4C6A-AD33-A1385B648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E4D3B75-C355-495A-BB3B-CDDB4575F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5B48E-7BEA-4E0C-9D38-E111BA0751F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769367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F5E66044-BE9A-4129-9821-0891161FF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4361378B-A34E-422D-8CCC-C609857B5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C0E228BA-BE33-4B39-B139-4CEDABF0F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7EA2271F-6AC2-4AC6-82F1-A1A2E5462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0D91053A-C1FB-4ACD-819B-3D4C28639C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0613F722-7808-4A2D-84DB-51E8B9915B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392841BA-66FC-4FFD-BC36-11BD7441B7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6A1B0BEC-8C60-462D-8BD9-458FF856F46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FF98F76-D78A-4C55-B1E7-61D1E09E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8C262390-B6AC-4A48-84B2-3992E8AD7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7409CDC1-5800-4B99-90AC-8630BE8DC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0BB16C2B-AA40-4033-8CEE-EC2A628B9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41E47064-2EC2-4D65-8E78-E9488110B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45A047B9-0886-4E6F-A395-B8CB87F93D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CBAED192-39FE-4C56-8D88-7DDD0DD602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F89D879A-A2D7-47BC-8E3B-DF24CC9502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E6E8C164-D3D1-4166-8172-33471C8A4C22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2A4A1E2-98A1-4245-A52A-4F12783AE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35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27700521-32ED-4B16-A8A3-CEC46007F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804938C6-F1F6-4182-BD5F-308713E0B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B3CA5B6-132F-40F8-93CD-17FBE8EC4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E5ADC285-1F92-479E-B790-9C7C7EE7F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14D98F5C-A965-41A0-8B01-1A2ED3435E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BA4EC6CD-05C6-4CCE-A089-7306E4155F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A432E51D-B783-4C24-A570-67E72B9730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ACDAD68-5185-4F5F-AA7C-88FF7DE4FCE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3882B2B-BEBD-44A5-828F-5A9313C16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17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0.png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C1A73-73D7-4C3F-883C-65347B28B9CF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F196ED1-7626-4320-BCF9-4E8018CA2B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en-US" sz="4400" dirty="0"/>
              <a:t>שינוי ארגוני</a:t>
            </a:r>
            <a:endParaRPr lang="en-US" altLang="en-US" sz="4400" dirty="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28674" y="2383631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חלק 2</a:t>
            </a:r>
          </a:p>
          <a:p>
            <a:pPr eaLnBrk="1" hangingPunct="1"/>
            <a:r>
              <a:rPr lang="he-IL" altLang="en-US" sz="2800" dirty="0"/>
              <a:t>מודלים - שינוי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D4134-DE8F-4DDF-8F57-7E4770B17205}"/>
              </a:ext>
            </a:extLst>
          </p:cNvPr>
          <p:cNvSpPr txBox="1"/>
          <p:nvPr/>
        </p:nvSpPr>
        <p:spPr>
          <a:xfrm>
            <a:off x="6318262" y="6144796"/>
            <a:ext cx="2371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ד"ר שרון ברקן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90E841-12F7-4F43-84F8-6C38DA813B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332" t="55621" r="29526" b="16384"/>
          <a:stretch/>
        </p:blipFill>
        <p:spPr>
          <a:xfrm>
            <a:off x="5972319" y="296069"/>
            <a:ext cx="2797528" cy="18340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37EB66-E656-417B-9043-1B62C95696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590" t="13209" r="9411" b="20450"/>
          <a:stretch/>
        </p:blipFill>
        <p:spPr>
          <a:xfrm>
            <a:off x="0" y="3933826"/>
            <a:ext cx="5950575" cy="266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56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C1A73-73D7-4C3F-883C-65347B28B9CF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28674" y="2383631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קורט לוין – שלבי שינוי מתוכנן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90E841-12F7-4F43-84F8-6C38DA813B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332" t="55621" r="29526" b="16384"/>
          <a:stretch/>
        </p:blipFill>
        <p:spPr>
          <a:xfrm>
            <a:off x="971600" y="3182420"/>
            <a:ext cx="6912767" cy="28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3774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437403-CA95-4B8B-BA09-AEFA1F208E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2536"/>
          <a:stretch/>
        </p:blipFill>
        <p:spPr>
          <a:xfrm>
            <a:off x="1414785" y="2060848"/>
            <a:ext cx="5617319" cy="415900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048DC-486D-4F05-855C-6C26E509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8494071-01DA-477E-B448-D8A141C6FA49}" type="slidenum">
              <a:rPr lang="he-IL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en-US" sz="3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E2C38E-5F85-4DAC-949A-43E991FCCFB1}"/>
              </a:ext>
            </a:extLst>
          </p:cNvPr>
          <p:cNvSpPr/>
          <p:nvPr/>
        </p:nvSpPr>
        <p:spPr bwMode="auto">
          <a:xfrm>
            <a:off x="5652120" y="2708920"/>
            <a:ext cx="432048" cy="432048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DEFDBB-57BE-4B5F-B836-84D8A8572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270" y="1901188"/>
            <a:ext cx="807732" cy="807732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8ADC682-3B01-4E45-B9FA-CB11017F8C49}"/>
              </a:ext>
            </a:extLst>
          </p:cNvPr>
          <p:cNvSpPr/>
          <p:nvPr/>
        </p:nvSpPr>
        <p:spPr bwMode="auto">
          <a:xfrm>
            <a:off x="2800731" y="2708920"/>
            <a:ext cx="432048" cy="432048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74A949-7E82-4E2A-BCC8-2036476C8E6C}"/>
              </a:ext>
            </a:extLst>
          </p:cNvPr>
          <p:cNvSpPr/>
          <p:nvPr/>
        </p:nvSpPr>
        <p:spPr bwMode="auto">
          <a:xfrm>
            <a:off x="1811334" y="1901188"/>
            <a:ext cx="807732" cy="807732"/>
          </a:xfrm>
          <a:prstGeom prst="ellipse">
            <a:avLst/>
          </a:prstGeom>
          <a:solidFill>
            <a:schemeClr val="bg1"/>
          </a:solidFill>
          <a:ln w="41275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77ADFD-1C9C-4F60-88E0-5E63B6F11495}"/>
              </a:ext>
            </a:extLst>
          </p:cNvPr>
          <p:cNvGrpSpPr/>
          <p:nvPr/>
        </p:nvGrpSpPr>
        <p:grpSpPr>
          <a:xfrm>
            <a:off x="100224" y="333040"/>
            <a:ext cx="1788368" cy="1759478"/>
            <a:chOff x="100224" y="333040"/>
            <a:chExt cx="1788368" cy="175947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E9DE0E4-62C9-4AF8-8516-14A9DCFC9C00}"/>
                </a:ext>
              </a:extLst>
            </p:cNvPr>
            <p:cNvSpPr/>
            <p:nvPr/>
          </p:nvSpPr>
          <p:spPr bwMode="auto">
            <a:xfrm flipV="1">
              <a:off x="100224" y="333040"/>
              <a:ext cx="1788368" cy="1759478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1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000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554E49-38AD-4CF0-A88D-583BF90F8EFE}"/>
                </a:ext>
              </a:extLst>
            </p:cNvPr>
            <p:cNvSpPr txBox="1"/>
            <p:nvPr/>
          </p:nvSpPr>
          <p:spPr>
            <a:xfrm>
              <a:off x="184572" y="612615"/>
              <a:ext cx="16196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he-IL" sz="2400" dirty="0">
                  <a:solidFill>
                    <a:schemeClr val="bg2"/>
                  </a:solidFill>
                </a:rPr>
                <a:t>מיצוי </a:t>
              </a:r>
            </a:p>
            <a:p>
              <a:pPr algn="r"/>
              <a:r>
                <a:rPr lang="he-IL" sz="2400" dirty="0">
                  <a:solidFill>
                    <a:schemeClr val="bg2"/>
                  </a:solidFill>
                </a:rPr>
                <a:t>מנהל מרגיז</a:t>
              </a:r>
            </a:p>
            <a:p>
              <a:pPr algn="r"/>
              <a:r>
                <a:rPr lang="he-IL" sz="2400" dirty="0">
                  <a:solidFill>
                    <a:schemeClr val="bg2"/>
                  </a:solidFill>
                </a:rPr>
                <a:t> פקקים</a:t>
              </a:r>
              <a:endParaRPr lang="en-US" sz="24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0BAEA7-C0DB-43BE-BEFA-8A2E8BDDA6C1}"/>
              </a:ext>
            </a:extLst>
          </p:cNvPr>
          <p:cNvGrpSpPr/>
          <p:nvPr/>
        </p:nvGrpSpPr>
        <p:grpSpPr>
          <a:xfrm>
            <a:off x="6372200" y="324330"/>
            <a:ext cx="2251199" cy="1759478"/>
            <a:chOff x="6372200" y="324330"/>
            <a:chExt cx="2251199" cy="17594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C512EB3-1F20-41E4-A331-AE8BA39E64E7}"/>
                </a:ext>
              </a:extLst>
            </p:cNvPr>
            <p:cNvSpPr/>
            <p:nvPr/>
          </p:nvSpPr>
          <p:spPr bwMode="auto">
            <a:xfrm flipV="1">
              <a:off x="6835031" y="324330"/>
              <a:ext cx="1788368" cy="1759478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1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000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D3EC39-A17C-44E8-952C-274EBAEBB77F}"/>
                </a:ext>
              </a:extLst>
            </p:cNvPr>
            <p:cNvSpPr txBox="1"/>
            <p:nvPr/>
          </p:nvSpPr>
          <p:spPr>
            <a:xfrm>
              <a:off x="6372200" y="571506"/>
              <a:ext cx="205543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he-IL" sz="2400" dirty="0">
                  <a:solidFill>
                    <a:srgbClr val="C00000"/>
                  </a:solidFill>
                </a:rPr>
                <a:t>מחויבות</a:t>
              </a:r>
            </a:p>
            <a:p>
              <a:pPr algn="r" rtl="1"/>
              <a:r>
                <a:rPr lang="he-IL" sz="2400" dirty="0">
                  <a:solidFill>
                    <a:srgbClr val="C00000"/>
                  </a:solidFill>
                </a:rPr>
                <a:t>צוות</a:t>
              </a:r>
            </a:p>
            <a:p>
              <a:pPr algn="r" rtl="1"/>
              <a:r>
                <a:rPr lang="he-IL" sz="2400" dirty="0">
                  <a:solidFill>
                    <a:srgbClr val="C00000"/>
                  </a:solidFill>
                </a:rPr>
                <a:t>משכנתא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19713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D4B5FA49-292A-48C5-90E9-2ECCA63E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D8354A-287E-483E-892E-733CA5D5463F}" type="slidenum">
              <a:rPr kumimoji="0" lang="he-IL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109CADD-000D-4E33-AC0B-A885BFF2B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altLang="en-US" sz="3200" dirty="0"/>
              <a:t>תהליך השינוי המתוכנן ומרכיביו (קורט לוין, 1964)</a:t>
            </a:r>
            <a:endParaRPr lang="en-US" altLang="en-US" sz="3200" dirty="0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51CAADD7-364E-4984-A71B-462EF196E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en-US" dirty="0"/>
              <a:t>הפשרה - 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dirty="0"/>
              <a:t>חוסר איזון/ מתח במערכת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he-IL" altLang="en-US" dirty="0"/>
              <a:t> שלב המוכנות לשינוי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he-IL" altLang="en-US" dirty="0"/>
              <a:t>תנועה/שינוי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dirty="0"/>
              <a:t>מעבר לדפוסים/ יחסים בין אישיים - חדשים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dirty="0"/>
              <a:t> שלב יישום התוכנית</a:t>
            </a:r>
            <a:br>
              <a:rPr lang="he-IL" altLang="en-US" dirty="0"/>
            </a:b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he-IL" altLang="en-US" dirty="0"/>
              <a:t>הקפאה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en-US" dirty="0"/>
              <a:t>השתלבות הדפוסים החדשים </a:t>
            </a:r>
            <a:br>
              <a:rPr lang="he-IL" altLang="en-US" dirty="0"/>
            </a:br>
            <a:r>
              <a:rPr lang="he-IL" altLang="en-US" dirty="0"/>
              <a:t>במכלול ההתנהגויות הקיימות</a:t>
            </a:r>
            <a:endParaRPr lang="en-US" altLang="en-US" dirty="0"/>
          </a:p>
        </p:txBody>
      </p:sp>
      <p:sp>
        <p:nvSpPr>
          <p:cNvPr id="36870" name="Text Box 5">
            <a:extLst>
              <a:ext uri="{FF2B5EF4-FFF2-40B4-BE49-F238E27FC236}">
                <a16:creationId xmlns:a16="http://schemas.microsoft.com/office/drawing/2014/main" id="{74B94AEF-217A-46B2-B3F4-7BA16DEC5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55725"/>
            <a:ext cx="1368425" cy="394886"/>
          </a:xfrm>
          <a:prstGeom prst="rect">
            <a:avLst/>
          </a:prstGeom>
          <a:noFill/>
          <a:ln w="9525" algn="ctr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 anchorCtr="1"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הפשרה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871" name="Text Box 6">
            <a:extLst>
              <a:ext uri="{FF2B5EF4-FFF2-40B4-BE49-F238E27FC236}">
                <a16:creationId xmlns:a16="http://schemas.microsoft.com/office/drawing/2014/main" id="{6FEB5A6C-930E-418D-A8F5-B76FD8EF8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212712"/>
            <a:ext cx="1368425" cy="394886"/>
          </a:xfrm>
          <a:prstGeom prst="rect">
            <a:avLst/>
          </a:prstGeom>
          <a:noFill/>
          <a:ln w="9525" algn="ctr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 anchorCtr="1"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תנועה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872" name="Text Box 7">
            <a:extLst>
              <a:ext uri="{FF2B5EF4-FFF2-40B4-BE49-F238E27FC236}">
                <a16:creationId xmlns:a16="http://schemas.microsoft.com/office/drawing/2014/main" id="{8AB54D3F-CC2C-4B22-9F1D-DAEA3876F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100338"/>
            <a:ext cx="1368425" cy="394886"/>
          </a:xfrm>
          <a:prstGeom prst="rect">
            <a:avLst/>
          </a:prstGeom>
          <a:noFill/>
          <a:ln w="9525" algn="ctr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 anchorCtr="1"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הקפאה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873" name="Line 8">
            <a:extLst>
              <a:ext uri="{FF2B5EF4-FFF2-40B4-BE49-F238E27FC236}">
                <a16:creationId xmlns:a16="http://schemas.microsoft.com/office/drawing/2014/main" id="{28B08838-AD16-470A-BBAD-8D7A4A8B6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1767632"/>
            <a:ext cx="0" cy="138891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00301361-AC7C-4D14-8E16-F55E16041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3658662"/>
            <a:ext cx="0" cy="138891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6875" name="Group 10">
            <a:extLst>
              <a:ext uri="{FF2B5EF4-FFF2-40B4-BE49-F238E27FC236}">
                <a16:creationId xmlns:a16="http://schemas.microsoft.com/office/drawing/2014/main" id="{C6CD4DE6-193D-4EB8-A6F1-30C6F2565521}"/>
              </a:ext>
            </a:extLst>
          </p:cNvPr>
          <p:cNvGrpSpPr>
            <a:grpSpLocks/>
          </p:cNvGrpSpPr>
          <p:nvPr/>
        </p:nvGrpSpPr>
        <p:grpSpPr bwMode="auto">
          <a:xfrm>
            <a:off x="414338" y="1767632"/>
            <a:ext cx="846138" cy="614457"/>
            <a:chOff x="384" y="1350"/>
            <a:chExt cx="1342" cy="1200"/>
          </a:xfrm>
        </p:grpSpPr>
        <p:sp>
          <p:nvSpPr>
            <p:cNvPr id="36888" name="Freeform 11">
              <a:extLst>
                <a:ext uri="{FF2B5EF4-FFF2-40B4-BE49-F238E27FC236}">
                  <a16:creationId xmlns:a16="http://schemas.microsoft.com/office/drawing/2014/main" id="{AAEED982-51D3-4150-A05D-264152771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350"/>
              <a:ext cx="670" cy="735"/>
            </a:xfrm>
            <a:custGeom>
              <a:avLst/>
              <a:gdLst>
                <a:gd name="T0" fmla="*/ 0 w 670"/>
                <a:gd name="T1" fmla="*/ 0 h 735"/>
                <a:gd name="T2" fmla="*/ 669 w 670"/>
                <a:gd name="T3" fmla="*/ 586 h 735"/>
                <a:gd name="T4" fmla="*/ 608 w 670"/>
                <a:gd name="T5" fmla="*/ 592 h 735"/>
                <a:gd name="T6" fmla="*/ 607 w 670"/>
                <a:gd name="T7" fmla="*/ 605 h 735"/>
                <a:gd name="T8" fmla="*/ 610 w 670"/>
                <a:gd name="T9" fmla="*/ 621 h 735"/>
                <a:gd name="T10" fmla="*/ 614 w 670"/>
                <a:gd name="T11" fmla="*/ 640 h 735"/>
                <a:gd name="T12" fmla="*/ 617 w 670"/>
                <a:gd name="T13" fmla="*/ 659 h 735"/>
                <a:gd name="T14" fmla="*/ 616 w 670"/>
                <a:gd name="T15" fmla="*/ 677 h 735"/>
                <a:gd name="T16" fmla="*/ 611 w 670"/>
                <a:gd name="T17" fmla="*/ 695 h 735"/>
                <a:gd name="T18" fmla="*/ 600 w 670"/>
                <a:gd name="T19" fmla="*/ 709 h 735"/>
                <a:gd name="T20" fmla="*/ 588 w 670"/>
                <a:gd name="T21" fmla="*/ 721 h 735"/>
                <a:gd name="T22" fmla="*/ 573 w 670"/>
                <a:gd name="T23" fmla="*/ 729 h 735"/>
                <a:gd name="T24" fmla="*/ 554 w 670"/>
                <a:gd name="T25" fmla="*/ 733 h 735"/>
                <a:gd name="T26" fmla="*/ 537 w 670"/>
                <a:gd name="T27" fmla="*/ 734 h 735"/>
                <a:gd name="T28" fmla="*/ 523 w 670"/>
                <a:gd name="T29" fmla="*/ 732 h 735"/>
                <a:gd name="T30" fmla="*/ 507 w 670"/>
                <a:gd name="T31" fmla="*/ 727 h 735"/>
                <a:gd name="T32" fmla="*/ 495 w 670"/>
                <a:gd name="T33" fmla="*/ 718 h 735"/>
                <a:gd name="T34" fmla="*/ 484 w 670"/>
                <a:gd name="T35" fmla="*/ 704 h 735"/>
                <a:gd name="T36" fmla="*/ 474 w 670"/>
                <a:gd name="T37" fmla="*/ 689 h 735"/>
                <a:gd name="T38" fmla="*/ 469 w 670"/>
                <a:gd name="T39" fmla="*/ 668 h 735"/>
                <a:gd name="T40" fmla="*/ 471 w 670"/>
                <a:gd name="T41" fmla="*/ 647 h 735"/>
                <a:gd name="T42" fmla="*/ 476 w 670"/>
                <a:gd name="T43" fmla="*/ 626 h 735"/>
                <a:gd name="T44" fmla="*/ 480 w 670"/>
                <a:gd name="T45" fmla="*/ 605 h 735"/>
                <a:gd name="T46" fmla="*/ 480 w 670"/>
                <a:gd name="T47" fmla="*/ 596 h 735"/>
                <a:gd name="T48" fmla="*/ 366 w 670"/>
                <a:gd name="T49" fmla="*/ 590 h 735"/>
                <a:gd name="T50" fmla="*/ 368 w 670"/>
                <a:gd name="T51" fmla="*/ 556 h 735"/>
                <a:gd name="T52" fmla="*/ 365 w 670"/>
                <a:gd name="T53" fmla="*/ 532 h 735"/>
                <a:gd name="T54" fmla="*/ 361 w 670"/>
                <a:gd name="T55" fmla="*/ 519 h 735"/>
                <a:gd name="T56" fmla="*/ 351 w 670"/>
                <a:gd name="T57" fmla="*/ 508 h 735"/>
                <a:gd name="T58" fmla="*/ 339 w 670"/>
                <a:gd name="T59" fmla="*/ 500 h 735"/>
                <a:gd name="T60" fmla="*/ 323 w 670"/>
                <a:gd name="T61" fmla="*/ 499 h 735"/>
                <a:gd name="T62" fmla="*/ 300 w 670"/>
                <a:gd name="T63" fmla="*/ 500 h 735"/>
                <a:gd name="T64" fmla="*/ 279 w 670"/>
                <a:gd name="T65" fmla="*/ 502 h 735"/>
                <a:gd name="T66" fmla="*/ 257 w 670"/>
                <a:gd name="T67" fmla="*/ 502 h 735"/>
                <a:gd name="T68" fmla="*/ 235 w 670"/>
                <a:gd name="T69" fmla="*/ 497 h 735"/>
                <a:gd name="T70" fmla="*/ 218 w 670"/>
                <a:gd name="T71" fmla="*/ 486 h 735"/>
                <a:gd name="T72" fmla="*/ 208 w 670"/>
                <a:gd name="T73" fmla="*/ 471 h 735"/>
                <a:gd name="T74" fmla="*/ 204 w 670"/>
                <a:gd name="T75" fmla="*/ 451 h 735"/>
                <a:gd name="T76" fmla="*/ 205 w 670"/>
                <a:gd name="T77" fmla="*/ 428 h 735"/>
                <a:gd name="T78" fmla="*/ 202 w 670"/>
                <a:gd name="T79" fmla="*/ 407 h 735"/>
                <a:gd name="T80" fmla="*/ 197 w 670"/>
                <a:gd name="T81" fmla="*/ 394 h 735"/>
                <a:gd name="T82" fmla="*/ 190 w 670"/>
                <a:gd name="T83" fmla="*/ 385 h 735"/>
                <a:gd name="T84" fmla="*/ 174 w 670"/>
                <a:gd name="T85" fmla="*/ 377 h 735"/>
                <a:gd name="T86" fmla="*/ 152 w 670"/>
                <a:gd name="T87" fmla="*/ 370 h 735"/>
                <a:gd name="T88" fmla="*/ 129 w 670"/>
                <a:gd name="T89" fmla="*/ 366 h 735"/>
                <a:gd name="T90" fmla="*/ 111 w 670"/>
                <a:gd name="T91" fmla="*/ 359 h 735"/>
                <a:gd name="T92" fmla="*/ 95 w 670"/>
                <a:gd name="T93" fmla="*/ 349 h 735"/>
                <a:gd name="T94" fmla="*/ 82 w 670"/>
                <a:gd name="T95" fmla="*/ 335 h 735"/>
                <a:gd name="T96" fmla="*/ 74 w 670"/>
                <a:gd name="T97" fmla="*/ 318 h 735"/>
                <a:gd name="T98" fmla="*/ 73 w 670"/>
                <a:gd name="T99" fmla="*/ 300 h 735"/>
                <a:gd name="T100" fmla="*/ 77 w 670"/>
                <a:gd name="T101" fmla="*/ 279 h 735"/>
                <a:gd name="T102" fmla="*/ 82 w 670"/>
                <a:gd name="T103" fmla="*/ 255 h 735"/>
                <a:gd name="T104" fmla="*/ 85 w 670"/>
                <a:gd name="T105" fmla="*/ 233 h 735"/>
                <a:gd name="T106" fmla="*/ 82 w 670"/>
                <a:gd name="T107" fmla="*/ 211 h 735"/>
                <a:gd name="T108" fmla="*/ 73 w 670"/>
                <a:gd name="T109" fmla="*/ 190 h 735"/>
                <a:gd name="T110" fmla="*/ 65 w 670"/>
                <a:gd name="T111" fmla="*/ 178 h 735"/>
                <a:gd name="T112" fmla="*/ 55 w 670"/>
                <a:gd name="T113" fmla="*/ 167 h 735"/>
                <a:gd name="T114" fmla="*/ 43 w 670"/>
                <a:gd name="T115" fmla="*/ 159 h 735"/>
                <a:gd name="T116" fmla="*/ 27 w 670"/>
                <a:gd name="T117" fmla="*/ 154 h 735"/>
                <a:gd name="T118" fmla="*/ 8 w 670"/>
                <a:gd name="T119" fmla="*/ 153 h 73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70" h="735">
                  <a:moveTo>
                    <a:pt x="0" y="153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669" y="586"/>
                  </a:lnTo>
                  <a:lnTo>
                    <a:pt x="611" y="586"/>
                  </a:lnTo>
                  <a:lnTo>
                    <a:pt x="608" y="592"/>
                  </a:lnTo>
                  <a:lnTo>
                    <a:pt x="607" y="598"/>
                  </a:lnTo>
                  <a:lnTo>
                    <a:pt x="607" y="605"/>
                  </a:lnTo>
                  <a:lnTo>
                    <a:pt x="607" y="611"/>
                  </a:lnTo>
                  <a:lnTo>
                    <a:pt x="610" y="621"/>
                  </a:lnTo>
                  <a:lnTo>
                    <a:pt x="612" y="633"/>
                  </a:lnTo>
                  <a:lnTo>
                    <a:pt x="614" y="640"/>
                  </a:lnTo>
                  <a:lnTo>
                    <a:pt x="616" y="650"/>
                  </a:lnTo>
                  <a:lnTo>
                    <a:pt x="617" y="659"/>
                  </a:lnTo>
                  <a:lnTo>
                    <a:pt x="617" y="669"/>
                  </a:lnTo>
                  <a:lnTo>
                    <a:pt x="616" y="677"/>
                  </a:lnTo>
                  <a:lnTo>
                    <a:pt x="614" y="687"/>
                  </a:lnTo>
                  <a:lnTo>
                    <a:pt x="611" y="695"/>
                  </a:lnTo>
                  <a:lnTo>
                    <a:pt x="607" y="701"/>
                  </a:lnTo>
                  <a:lnTo>
                    <a:pt x="600" y="709"/>
                  </a:lnTo>
                  <a:lnTo>
                    <a:pt x="594" y="715"/>
                  </a:lnTo>
                  <a:lnTo>
                    <a:pt x="588" y="721"/>
                  </a:lnTo>
                  <a:lnTo>
                    <a:pt x="581" y="726"/>
                  </a:lnTo>
                  <a:lnTo>
                    <a:pt x="573" y="729"/>
                  </a:lnTo>
                  <a:lnTo>
                    <a:pt x="563" y="732"/>
                  </a:lnTo>
                  <a:lnTo>
                    <a:pt x="554" y="733"/>
                  </a:lnTo>
                  <a:lnTo>
                    <a:pt x="546" y="734"/>
                  </a:lnTo>
                  <a:lnTo>
                    <a:pt x="537" y="734"/>
                  </a:lnTo>
                  <a:lnTo>
                    <a:pt x="529" y="733"/>
                  </a:lnTo>
                  <a:lnTo>
                    <a:pt x="523" y="732"/>
                  </a:lnTo>
                  <a:lnTo>
                    <a:pt x="515" y="729"/>
                  </a:lnTo>
                  <a:lnTo>
                    <a:pt x="507" y="727"/>
                  </a:lnTo>
                  <a:lnTo>
                    <a:pt x="502" y="723"/>
                  </a:lnTo>
                  <a:lnTo>
                    <a:pt x="495" y="718"/>
                  </a:lnTo>
                  <a:lnTo>
                    <a:pt x="489" y="711"/>
                  </a:lnTo>
                  <a:lnTo>
                    <a:pt x="484" y="704"/>
                  </a:lnTo>
                  <a:lnTo>
                    <a:pt x="478" y="697"/>
                  </a:lnTo>
                  <a:lnTo>
                    <a:pt x="474" y="689"/>
                  </a:lnTo>
                  <a:lnTo>
                    <a:pt x="471" y="679"/>
                  </a:lnTo>
                  <a:lnTo>
                    <a:pt x="469" y="668"/>
                  </a:lnTo>
                  <a:lnTo>
                    <a:pt x="469" y="658"/>
                  </a:lnTo>
                  <a:lnTo>
                    <a:pt x="471" y="647"/>
                  </a:lnTo>
                  <a:lnTo>
                    <a:pt x="474" y="637"/>
                  </a:lnTo>
                  <a:lnTo>
                    <a:pt x="476" y="626"/>
                  </a:lnTo>
                  <a:lnTo>
                    <a:pt x="479" y="614"/>
                  </a:lnTo>
                  <a:lnTo>
                    <a:pt x="480" y="605"/>
                  </a:lnTo>
                  <a:lnTo>
                    <a:pt x="480" y="600"/>
                  </a:lnTo>
                  <a:lnTo>
                    <a:pt x="480" y="596"/>
                  </a:lnTo>
                  <a:lnTo>
                    <a:pt x="478" y="590"/>
                  </a:lnTo>
                  <a:lnTo>
                    <a:pt x="366" y="590"/>
                  </a:lnTo>
                  <a:lnTo>
                    <a:pt x="368" y="568"/>
                  </a:lnTo>
                  <a:lnTo>
                    <a:pt x="368" y="556"/>
                  </a:lnTo>
                  <a:lnTo>
                    <a:pt x="366" y="544"/>
                  </a:lnTo>
                  <a:lnTo>
                    <a:pt x="365" y="532"/>
                  </a:lnTo>
                  <a:lnTo>
                    <a:pt x="364" y="525"/>
                  </a:lnTo>
                  <a:lnTo>
                    <a:pt x="361" y="519"/>
                  </a:lnTo>
                  <a:lnTo>
                    <a:pt x="357" y="513"/>
                  </a:lnTo>
                  <a:lnTo>
                    <a:pt x="351" y="508"/>
                  </a:lnTo>
                  <a:lnTo>
                    <a:pt x="345" y="503"/>
                  </a:lnTo>
                  <a:lnTo>
                    <a:pt x="339" y="500"/>
                  </a:lnTo>
                  <a:lnTo>
                    <a:pt x="333" y="499"/>
                  </a:lnTo>
                  <a:lnTo>
                    <a:pt x="323" y="499"/>
                  </a:lnTo>
                  <a:lnTo>
                    <a:pt x="311" y="499"/>
                  </a:lnTo>
                  <a:lnTo>
                    <a:pt x="300" y="500"/>
                  </a:lnTo>
                  <a:lnTo>
                    <a:pt x="288" y="500"/>
                  </a:lnTo>
                  <a:lnTo>
                    <a:pt x="279" y="502"/>
                  </a:lnTo>
                  <a:lnTo>
                    <a:pt x="267" y="503"/>
                  </a:lnTo>
                  <a:lnTo>
                    <a:pt x="257" y="502"/>
                  </a:lnTo>
                  <a:lnTo>
                    <a:pt x="248" y="500"/>
                  </a:lnTo>
                  <a:lnTo>
                    <a:pt x="235" y="497"/>
                  </a:lnTo>
                  <a:lnTo>
                    <a:pt x="226" y="493"/>
                  </a:lnTo>
                  <a:lnTo>
                    <a:pt x="218" y="486"/>
                  </a:lnTo>
                  <a:lnTo>
                    <a:pt x="213" y="479"/>
                  </a:lnTo>
                  <a:lnTo>
                    <a:pt x="208" y="471"/>
                  </a:lnTo>
                  <a:lnTo>
                    <a:pt x="205" y="461"/>
                  </a:lnTo>
                  <a:lnTo>
                    <a:pt x="204" y="451"/>
                  </a:lnTo>
                  <a:lnTo>
                    <a:pt x="204" y="438"/>
                  </a:lnTo>
                  <a:lnTo>
                    <a:pt x="205" y="428"/>
                  </a:lnTo>
                  <a:lnTo>
                    <a:pt x="204" y="418"/>
                  </a:lnTo>
                  <a:lnTo>
                    <a:pt x="202" y="407"/>
                  </a:lnTo>
                  <a:lnTo>
                    <a:pt x="200" y="400"/>
                  </a:lnTo>
                  <a:lnTo>
                    <a:pt x="197" y="394"/>
                  </a:lnTo>
                  <a:lnTo>
                    <a:pt x="194" y="389"/>
                  </a:lnTo>
                  <a:lnTo>
                    <a:pt x="190" y="385"/>
                  </a:lnTo>
                  <a:lnTo>
                    <a:pt x="182" y="381"/>
                  </a:lnTo>
                  <a:lnTo>
                    <a:pt x="174" y="377"/>
                  </a:lnTo>
                  <a:lnTo>
                    <a:pt x="164" y="374"/>
                  </a:lnTo>
                  <a:lnTo>
                    <a:pt x="152" y="370"/>
                  </a:lnTo>
                  <a:lnTo>
                    <a:pt x="141" y="368"/>
                  </a:lnTo>
                  <a:lnTo>
                    <a:pt x="129" y="366"/>
                  </a:lnTo>
                  <a:lnTo>
                    <a:pt x="120" y="362"/>
                  </a:lnTo>
                  <a:lnTo>
                    <a:pt x="111" y="359"/>
                  </a:lnTo>
                  <a:lnTo>
                    <a:pt x="101" y="355"/>
                  </a:lnTo>
                  <a:lnTo>
                    <a:pt x="95" y="349"/>
                  </a:lnTo>
                  <a:lnTo>
                    <a:pt x="87" y="342"/>
                  </a:lnTo>
                  <a:lnTo>
                    <a:pt x="82" y="335"/>
                  </a:lnTo>
                  <a:lnTo>
                    <a:pt x="77" y="327"/>
                  </a:lnTo>
                  <a:lnTo>
                    <a:pt x="74" y="318"/>
                  </a:lnTo>
                  <a:lnTo>
                    <a:pt x="73" y="309"/>
                  </a:lnTo>
                  <a:lnTo>
                    <a:pt x="73" y="300"/>
                  </a:lnTo>
                  <a:lnTo>
                    <a:pt x="75" y="291"/>
                  </a:lnTo>
                  <a:lnTo>
                    <a:pt x="77" y="279"/>
                  </a:lnTo>
                  <a:lnTo>
                    <a:pt x="80" y="266"/>
                  </a:lnTo>
                  <a:lnTo>
                    <a:pt x="82" y="255"/>
                  </a:lnTo>
                  <a:lnTo>
                    <a:pt x="84" y="244"/>
                  </a:lnTo>
                  <a:lnTo>
                    <a:pt x="85" y="233"/>
                  </a:lnTo>
                  <a:lnTo>
                    <a:pt x="84" y="221"/>
                  </a:lnTo>
                  <a:lnTo>
                    <a:pt x="82" y="211"/>
                  </a:lnTo>
                  <a:lnTo>
                    <a:pt x="78" y="200"/>
                  </a:lnTo>
                  <a:lnTo>
                    <a:pt x="73" y="190"/>
                  </a:lnTo>
                  <a:lnTo>
                    <a:pt x="68" y="182"/>
                  </a:lnTo>
                  <a:lnTo>
                    <a:pt x="65" y="178"/>
                  </a:lnTo>
                  <a:lnTo>
                    <a:pt x="60" y="172"/>
                  </a:lnTo>
                  <a:lnTo>
                    <a:pt x="55" y="167"/>
                  </a:lnTo>
                  <a:lnTo>
                    <a:pt x="50" y="163"/>
                  </a:lnTo>
                  <a:lnTo>
                    <a:pt x="43" y="159"/>
                  </a:lnTo>
                  <a:lnTo>
                    <a:pt x="36" y="156"/>
                  </a:lnTo>
                  <a:lnTo>
                    <a:pt x="27" y="154"/>
                  </a:lnTo>
                  <a:lnTo>
                    <a:pt x="17" y="153"/>
                  </a:lnTo>
                  <a:lnTo>
                    <a:pt x="8" y="153"/>
                  </a:lnTo>
                  <a:lnTo>
                    <a:pt x="0" y="153"/>
                  </a:lnTo>
                </a:path>
              </a:pathLst>
            </a:custGeom>
            <a:solidFill>
              <a:schemeClr val="accent1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9" name="Freeform 12">
              <a:extLst>
                <a:ext uri="{FF2B5EF4-FFF2-40B4-BE49-F238E27FC236}">
                  <a16:creationId xmlns:a16="http://schemas.microsoft.com/office/drawing/2014/main" id="{7C321CDA-1C1A-412B-BB4F-BE4A492A7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1935"/>
              <a:ext cx="673" cy="615"/>
            </a:xfrm>
            <a:custGeom>
              <a:avLst/>
              <a:gdLst>
                <a:gd name="T0" fmla="*/ 0 w 673"/>
                <a:gd name="T1" fmla="*/ 614 h 615"/>
                <a:gd name="T2" fmla="*/ 671 w 673"/>
                <a:gd name="T3" fmla="*/ 0 h 615"/>
                <a:gd name="T4" fmla="*/ 608 w 673"/>
                <a:gd name="T5" fmla="*/ 12 h 615"/>
                <a:gd name="T6" fmla="*/ 610 w 673"/>
                <a:gd name="T7" fmla="*/ 32 h 615"/>
                <a:gd name="T8" fmla="*/ 617 w 673"/>
                <a:gd name="T9" fmla="*/ 60 h 615"/>
                <a:gd name="T10" fmla="*/ 619 w 673"/>
                <a:gd name="T11" fmla="*/ 82 h 615"/>
                <a:gd name="T12" fmla="*/ 615 w 673"/>
                <a:gd name="T13" fmla="*/ 105 h 615"/>
                <a:gd name="T14" fmla="*/ 601 w 673"/>
                <a:gd name="T15" fmla="*/ 124 h 615"/>
                <a:gd name="T16" fmla="*/ 584 w 673"/>
                <a:gd name="T17" fmla="*/ 139 h 615"/>
                <a:gd name="T18" fmla="*/ 563 w 673"/>
                <a:gd name="T19" fmla="*/ 146 h 615"/>
                <a:gd name="T20" fmla="*/ 532 w 673"/>
                <a:gd name="T21" fmla="*/ 145 h 615"/>
                <a:gd name="T22" fmla="*/ 513 w 673"/>
                <a:gd name="T23" fmla="*/ 140 h 615"/>
                <a:gd name="T24" fmla="*/ 493 w 673"/>
                <a:gd name="T25" fmla="*/ 125 h 615"/>
                <a:gd name="T26" fmla="*/ 480 w 673"/>
                <a:gd name="T27" fmla="*/ 106 h 615"/>
                <a:gd name="T28" fmla="*/ 474 w 673"/>
                <a:gd name="T29" fmla="*/ 86 h 615"/>
                <a:gd name="T30" fmla="*/ 475 w 673"/>
                <a:gd name="T31" fmla="*/ 64 h 615"/>
                <a:gd name="T32" fmla="*/ 480 w 673"/>
                <a:gd name="T33" fmla="*/ 43 h 615"/>
                <a:gd name="T34" fmla="*/ 484 w 673"/>
                <a:gd name="T35" fmla="*/ 23 h 615"/>
                <a:gd name="T36" fmla="*/ 482 w 673"/>
                <a:gd name="T37" fmla="*/ 3 h 615"/>
                <a:gd name="T38" fmla="*/ 371 w 673"/>
                <a:gd name="T39" fmla="*/ 24 h 615"/>
                <a:gd name="T40" fmla="*/ 369 w 673"/>
                <a:gd name="T41" fmla="*/ 52 h 615"/>
                <a:gd name="T42" fmla="*/ 368 w 673"/>
                <a:gd name="T43" fmla="*/ 74 h 615"/>
                <a:gd name="T44" fmla="*/ 362 w 673"/>
                <a:gd name="T45" fmla="*/ 94 h 615"/>
                <a:gd name="T46" fmla="*/ 353 w 673"/>
                <a:gd name="T47" fmla="*/ 107 h 615"/>
                <a:gd name="T48" fmla="*/ 339 w 673"/>
                <a:gd name="T49" fmla="*/ 114 h 615"/>
                <a:gd name="T50" fmla="*/ 323 w 673"/>
                <a:gd name="T51" fmla="*/ 116 h 615"/>
                <a:gd name="T52" fmla="*/ 304 w 673"/>
                <a:gd name="T53" fmla="*/ 115 h 615"/>
                <a:gd name="T54" fmla="*/ 286 w 673"/>
                <a:gd name="T55" fmla="*/ 114 h 615"/>
                <a:gd name="T56" fmla="*/ 264 w 673"/>
                <a:gd name="T57" fmla="*/ 112 h 615"/>
                <a:gd name="T58" fmla="*/ 245 w 673"/>
                <a:gd name="T59" fmla="*/ 115 h 615"/>
                <a:gd name="T60" fmla="*/ 227 w 673"/>
                <a:gd name="T61" fmla="*/ 123 h 615"/>
                <a:gd name="T62" fmla="*/ 213 w 673"/>
                <a:gd name="T63" fmla="*/ 136 h 615"/>
                <a:gd name="T64" fmla="*/ 206 w 673"/>
                <a:gd name="T65" fmla="*/ 154 h 615"/>
                <a:gd name="T66" fmla="*/ 206 w 673"/>
                <a:gd name="T67" fmla="*/ 173 h 615"/>
                <a:gd name="T68" fmla="*/ 206 w 673"/>
                <a:gd name="T69" fmla="*/ 195 h 615"/>
                <a:gd name="T70" fmla="*/ 202 w 673"/>
                <a:gd name="T71" fmla="*/ 212 h 615"/>
                <a:gd name="T72" fmla="*/ 194 w 673"/>
                <a:gd name="T73" fmla="*/ 226 h 615"/>
                <a:gd name="T74" fmla="*/ 177 w 673"/>
                <a:gd name="T75" fmla="*/ 237 h 615"/>
                <a:gd name="T76" fmla="*/ 159 w 673"/>
                <a:gd name="T77" fmla="*/ 242 h 615"/>
                <a:gd name="T78" fmla="*/ 137 w 673"/>
                <a:gd name="T79" fmla="*/ 247 h 615"/>
                <a:gd name="T80" fmla="*/ 118 w 673"/>
                <a:gd name="T81" fmla="*/ 253 h 615"/>
                <a:gd name="T82" fmla="*/ 102 w 673"/>
                <a:gd name="T83" fmla="*/ 260 h 615"/>
                <a:gd name="T84" fmla="*/ 90 w 673"/>
                <a:gd name="T85" fmla="*/ 270 h 615"/>
                <a:gd name="T86" fmla="*/ 79 w 673"/>
                <a:gd name="T87" fmla="*/ 287 h 615"/>
                <a:gd name="T88" fmla="*/ 74 w 673"/>
                <a:gd name="T89" fmla="*/ 307 h 615"/>
                <a:gd name="T90" fmla="*/ 76 w 673"/>
                <a:gd name="T91" fmla="*/ 328 h 615"/>
                <a:gd name="T92" fmla="*/ 82 w 673"/>
                <a:gd name="T93" fmla="*/ 354 h 615"/>
                <a:gd name="T94" fmla="*/ 86 w 673"/>
                <a:gd name="T95" fmla="*/ 376 h 615"/>
                <a:gd name="T96" fmla="*/ 85 w 673"/>
                <a:gd name="T97" fmla="*/ 398 h 615"/>
                <a:gd name="T98" fmla="*/ 79 w 673"/>
                <a:gd name="T99" fmla="*/ 417 h 615"/>
                <a:gd name="T100" fmla="*/ 71 w 673"/>
                <a:gd name="T101" fmla="*/ 437 h 615"/>
                <a:gd name="T102" fmla="*/ 58 w 673"/>
                <a:gd name="T103" fmla="*/ 459 h 615"/>
                <a:gd name="T104" fmla="*/ 44 w 673"/>
                <a:gd name="T105" fmla="*/ 472 h 615"/>
                <a:gd name="T106" fmla="*/ 31 w 673"/>
                <a:gd name="T107" fmla="*/ 480 h 615"/>
                <a:gd name="T108" fmla="*/ 10 w 673"/>
                <a:gd name="T109" fmla="*/ 485 h 61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73" h="615">
                  <a:moveTo>
                    <a:pt x="0" y="485"/>
                  </a:moveTo>
                  <a:lnTo>
                    <a:pt x="0" y="614"/>
                  </a:lnTo>
                  <a:lnTo>
                    <a:pt x="672" y="614"/>
                  </a:lnTo>
                  <a:lnTo>
                    <a:pt x="671" y="0"/>
                  </a:lnTo>
                  <a:lnTo>
                    <a:pt x="611" y="0"/>
                  </a:lnTo>
                  <a:lnTo>
                    <a:pt x="608" y="12"/>
                  </a:lnTo>
                  <a:lnTo>
                    <a:pt x="608" y="20"/>
                  </a:lnTo>
                  <a:lnTo>
                    <a:pt x="610" y="32"/>
                  </a:lnTo>
                  <a:lnTo>
                    <a:pt x="614" y="45"/>
                  </a:lnTo>
                  <a:lnTo>
                    <a:pt x="617" y="60"/>
                  </a:lnTo>
                  <a:lnTo>
                    <a:pt x="619" y="71"/>
                  </a:lnTo>
                  <a:lnTo>
                    <a:pt x="619" y="82"/>
                  </a:lnTo>
                  <a:lnTo>
                    <a:pt x="618" y="94"/>
                  </a:lnTo>
                  <a:lnTo>
                    <a:pt x="615" y="105"/>
                  </a:lnTo>
                  <a:lnTo>
                    <a:pt x="608" y="115"/>
                  </a:lnTo>
                  <a:lnTo>
                    <a:pt x="601" y="124"/>
                  </a:lnTo>
                  <a:lnTo>
                    <a:pt x="593" y="132"/>
                  </a:lnTo>
                  <a:lnTo>
                    <a:pt x="584" y="139"/>
                  </a:lnTo>
                  <a:lnTo>
                    <a:pt x="573" y="143"/>
                  </a:lnTo>
                  <a:lnTo>
                    <a:pt x="563" y="146"/>
                  </a:lnTo>
                  <a:lnTo>
                    <a:pt x="549" y="146"/>
                  </a:lnTo>
                  <a:lnTo>
                    <a:pt x="532" y="145"/>
                  </a:lnTo>
                  <a:lnTo>
                    <a:pt x="522" y="143"/>
                  </a:lnTo>
                  <a:lnTo>
                    <a:pt x="513" y="140"/>
                  </a:lnTo>
                  <a:lnTo>
                    <a:pt x="504" y="135"/>
                  </a:lnTo>
                  <a:lnTo>
                    <a:pt x="493" y="125"/>
                  </a:lnTo>
                  <a:lnTo>
                    <a:pt x="486" y="115"/>
                  </a:lnTo>
                  <a:lnTo>
                    <a:pt x="480" y="106"/>
                  </a:lnTo>
                  <a:lnTo>
                    <a:pt x="476" y="95"/>
                  </a:lnTo>
                  <a:lnTo>
                    <a:pt x="474" y="86"/>
                  </a:lnTo>
                  <a:lnTo>
                    <a:pt x="474" y="74"/>
                  </a:lnTo>
                  <a:lnTo>
                    <a:pt x="475" y="64"/>
                  </a:lnTo>
                  <a:lnTo>
                    <a:pt x="477" y="53"/>
                  </a:lnTo>
                  <a:lnTo>
                    <a:pt x="480" y="43"/>
                  </a:lnTo>
                  <a:lnTo>
                    <a:pt x="483" y="33"/>
                  </a:lnTo>
                  <a:lnTo>
                    <a:pt x="484" y="23"/>
                  </a:lnTo>
                  <a:lnTo>
                    <a:pt x="484" y="13"/>
                  </a:lnTo>
                  <a:lnTo>
                    <a:pt x="482" y="3"/>
                  </a:lnTo>
                  <a:lnTo>
                    <a:pt x="369" y="3"/>
                  </a:lnTo>
                  <a:lnTo>
                    <a:pt x="371" y="24"/>
                  </a:lnTo>
                  <a:lnTo>
                    <a:pt x="369" y="39"/>
                  </a:lnTo>
                  <a:lnTo>
                    <a:pt x="369" y="52"/>
                  </a:lnTo>
                  <a:lnTo>
                    <a:pt x="369" y="63"/>
                  </a:lnTo>
                  <a:lnTo>
                    <a:pt x="368" y="74"/>
                  </a:lnTo>
                  <a:lnTo>
                    <a:pt x="365" y="86"/>
                  </a:lnTo>
                  <a:lnTo>
                    <a:pt x="362" y="94"/>
                  </a:lnTo>
                  <a:lnTo>
                    <a:pt x="358" y="101"/>
                  </a:lnTo>
                  <a:lnTo>
                    <a:pt x="353" y="107"/>
                  </a:lnTo>
                  <a:lnTo>
                    <a:pt x="346" y="112"/>
                  </a:lnTo>
                  <a:lnTo>
                    <a:pt x="339" y="114"/>
                  </a:lnTo>
                  <a:lnTo>
                    <a:pt x="331" y="115"/>
                  </a:lnTo>
                  <a:lnTo>
                    <a:pt x="323" y="116"/>
                  </a:lnTo>
                  <a:lnTo>
                    <a:pt x="313" y="116"/>
                  </a:lnTo>
                  <a:lnTo>
                    <a:pt x="304" y="115"/>
                  </a:lnTo>
                  <a:lnTo>
                    <a:pt x="296" y="114"/>
                  </a:lnTo>
                  <a:lnTo>
                    <a:pt x="286" y="114"/>
                  </a:lnTo>
                  <a:lnTo>
                    <a:pt x="276" y="112"/>
                  </a:lnTo>
                  <a:lnTo>
                    <a:pt x="264" y="112"/>
                  </a:lnTo>
                  <a:lnTo>
                    <a:pt x="255" y="114"/>
                  </a:lnTo>
                  <a:lnTo>
                    <a:pt x="245" y="115"/>
                  </a:lnTo>
                  <a:lnTo>
                    <a:pt x="234" y="118"/>
                  </a:lnTo>
                  <a:lnTo>
                    <a:pt x="227" y="123"/>
                  </a:lnTo>
                  <a:lnTo>
                    <a:pt x="219" y="128"/>
                  </a:lnTo>
                  <a:lnTo>
                    <a:pt x="213" y="136"/>
                  </a:lnTo>
                  <a:lnTo>
                    <a:pt x="208" y="145"/>
                  </a:lnTo>
                  <a:lnTo>
                    <a:pt x="206" y="154"/>
                  </a:lnTo>
                  <a:lnTo>
                    <a:pt x="205" y="163"/>
                  </a:lnTo>
                  <a:lnTo>
                    <a:pt x="206" y="173"/>
                  </a:lnTo>
                  <a:lnTo>
                    <a:pt x="206" y="184"/>
                  </a:lnTo>
                  <a:lnTo>
                    <a:pt x="206" y="195"/>
                  </a:lnTo>
                  <a:lnTo>
                    <a:pt x="204" y="203"/>
                  </a:lnTo>
                  <a:lnTo>
                    <a:pt x="202" y="212"/>
                  </a:lnTo>
                  <a:lnTo>
                    <a:pt x="198" y="221"/>
                  </a:lnTo>
                  <a:lnTo>
                    <a:pt x="194" y="226"/>
                  </a:lnTo>
                  <a:lnTo>
                    <a:pt x="186" y="233"/>
                  </a:lnTo>
                  <a:lnTo>
                    <a:pt x="177" y="237"/>
                  </a:lnTo>
                  <a:lnTo>
                    <a:pt x="168" y="240"/>
                  </a:lnTo>
                  <a:lnTo>
                    <a:pt x="159" y="242"/>
                  </a:lnTo>
                  <a:lnTo>
                    <a:pt x="150" y="245"/>
                  </a:lnTo>
                  <a:lnTo>
                    <a:pt x="137" y="247"/>
                  </a:lnTo>
                  <a:lnTo>
                    <a:pt x="128" y="250"/>
                  </a:lnTo>
                  <a:lnTo>
                    <a:pt x="118" y="253"/>
                  </a:lnTo>
                  <a:lnTo>
                    <a:pt x="110" y="256"/>
                  </a:lnTo>
                  <a:lnTo>
                    <a:pt x="102" y="260"/>
                  </a:lnTo>
                  <a:lnTo>
                    <a:pt x="96" y="265"/>
                  </a:lnTo>
                  <a:lnTo>
                    <a:pt x="90" y="270"/>
                  </a:lnTo>
                  <a:lnTo>
                    <a:pt x="83" y="279"/>
                  </a:lnTo>
                  <a:lnTo>
                    <a:pt x="79" y="287"/>
                  </a:lnTo>
                  <a:lnTo>
                    <a:pt x="76" y="296"/>
                  </a:lnTo>
                  <a:lnTo>
                    <a:pt x="74" y="307"/>
                  </a:lnTo>
                  <a:lnTo>
                    <a:pt x="75" y="317"/>
                  </a:lnTo>
                  <a:lnTo>
                    <a:pt x="76" y="328"/>
                  </a:lnTo>
                  <a:lnTo>
                    <a:pt x="79" y="340"/>
                  </a:lnTo>
                  <a:lnTo>
                    <a:pt x="82" y="354"/>
                  </a:lnTo>
                  <a:lnTo>
                    <a:pt x="85" y="366"/>
                  </a:lnTo>
                  <a:lnTo>
                    <a:pt x="86" y="376"/>
                  </a:lnTo>
                  <a:lnTo>
                    <a:pt x="86" y="385"/>
                  </a:lnTo>
                  <a:lnTo>
                    <a:pt x="85" y="398"/>
                  </a:lnTo>
                  <a:lnTo>
                    <a:pt x="82" y="408"/>
                  </a:lnTo>
                  <a:lnTo>
                    <a:pt x="79" y="417"/>
                  </a:lnTo>
                  <a:lnTo>
                    <a:pt x="76" y="426"/>
                  </a:lnTo>
                  <a:lnTo>
                    <a:pt x="71" y="437"/>
                  </a:lnTo>
                  <a:lnTo>
                    <a:pt x="65" y="450"/>
                  </a:lnTo>
                  <a:lnTo>
                    <a:pt x="58" y="459"/>
                  </a:lnTo>
                  <a:lnTo>
                    <a:pt x="51" y="466"/>
                  </a:lnTo>
                  <a:lnTo>
                    <a:pt x="44" y="472"/>
                  </a:lnTo>
                  <a:lnTo>
                    <a:pt x="38" y="477"/>
                  </a:lnTo>
                  <a:lnTo>
                    <a:pt x="31" y="480"/>
                  </a:lnTo>
                  <a:lnTo>
                    <a:pt x="21" y="483"/>
                  </a:lnTo>
                  <a:lnTo>
                    <a:pt x="10" y="485"/>
                  </a:lnTo>
                  <a:lnTo>
                    <a:pt x="0" y="485"/>
                  </a:lnTo>
                </a:path>
              </a:pathLst>
            </a:custGeom>
            <a:solidFill>
              <a:schemeClr val="bg2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90" name="Freeform 13">
              <a:extLst>
                <a:ext uri="{FF2B5EF4-FFF2-40B4-BE49-F238E27FC236}">
                  <a16:creationId xmlns:a16="http://schemas.microsoft.com/office/drawing/2014/main" id="{A0186E88-CD7B-4B76-B459-5133A2AC8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1817"/>
              <a:ext cx="670" cy="733"/>
            </a:xfrm>
            <a:custGeom>
              <a:avLst/>
              <a:gdLst>
                <a:gd name="T0" fmla="*/ 669 w 670"/>
                <a:gd name="T1" fmla="*/ 732 h 733"/>
                <a:gd name="T2" fmla="*/ 0 w 670"/>
                <a:gd name="T3" fmla="*/ 147 h 733"/>
                <a:gd name="T4" fmla="*/ 60 w 670"/>
                <a:gd name="T5" fmla="*/ 142 h 733"/>
                <a:gd name="T6" fmla="*/ 62 w 670"/>
                <a:gd name="T7" fmla="*/ 129 h 733"/>
                <a:gd name="T8" fmla="*/ 59 w 670"/>
                <a:gd name="T9" fmla="*/ 113 h 733"/>
                <a:gd name="T10" fmla="*/ 54 w 670"/>
                <a:gd name="T11" fmla="*/ 93 h 733"/>
                <a:gd name="T12" fmla="*/ 51 w 670"/>
                <a:gd name="T13" fmla="*/ 74 h 733"/>
                <a:gd name="T14" fmla="*/ 52 w 670"/>
                <a:gd name="T15" fmla="*/ 57 h 733"/>
                <a:gd name="T16" fmla="*/ 57 w 670"/>
                <a:gd name="T17" fmla="*/ 39 h 733"/>
                <a:gd name="T18" fmla="*/ 68 w 670"/>
                <a:gd name="T19" fmla="*/ 25 h 733"/>
                <a:gd name="T20" fmla="*/ 80 w 670"/>
                <a:gd name="T21" fmla="*/ 13 h 733"/>
                <a:gd name="T22" fmla="*/ 96 w 670"/>
                <a:gd name="T23" fmla="*/ 5 h 733"/>
                <a:gd name="T24" fmla="*/ 115 w 670"/>
                <a:gd name="T25" fmla="*/ 1 h 733"/>
                <a:gd name="T26" fmla="*/ 132 w 670"/>
                <a:gd name="T27" fmla="*/ 0 h 733"/>
                <a:gd name="T28" fmla="*/ 146 w 670"/>
                <a:gd name="T29" fmla="*/ 2 h 733"/>
                <a:gd name="T30" fmla="*/ 161 w 670"/>
                <a:gd name="T31" fmla="*/ 7 h 733"/>
                <a:gd name="T32" fmla="*/ 173 w 670"/>
                <a:gd name="T33" fmla="*/ 16 h 733"/>
                <a:gd name="T34" fmla="*/ 185 w 670"/>
                <a:gd name="T35" fmla="*/ 30 h 733"/>
                <a:gd name="T36" fmla="*/ 194 w 670"/>
                <a:gd name="T37" fmla="*/ 45 h 733"/>
                <a:gd name="T38" fmla="*/ 199 w 670"/>
                <a:gd name="T39" fmla="*/ 66 h 733"/>
                <a:gd name="T40" fmla="*/ 197 w 670"/>
                <a:gd name="T41" fmla="*/ 87 h 733"/>
                <a:gd name="T42" fmla="*/ 192 w 670"/>
                <a:gd name="T43" fmla="*/ 107 h 733"/>
                <a:gd name="T44" fmla="*/ 188 w 670"/>
                <a:gd name="T45" fmla="*/ 129 h 733"/>
                <a:gd name="T46" fmla="*/ 189 w 670"/>
                <a:gd name="T47" fmla="*/ 138 h 733"/>
                <a:gd name="T48" fmla="*/ 302 w 670"/>
                <a:gd name="T49" fmla="*/ 143 h 733"/>
                <a:gd name="T50" fmla="*/ 299 w 670"/>
                <a:gd name="T51" fmla="*/ 182 h 733"/>
                <a:gd name="T52" fmla="*/ 300 w 670"/>
                <a:gd name="T53" fmla="*/ 205 h 733"/>
                <a:gd name="T54" fmla="*/ 303 w 670"/>
                <a:gd name="T55" fmla="*/ 228 h 733"/>
                <a:gd name="T56" fmla="*/ 310 w 670"/>
                <a:gd name="T57" fmla="*/ 242 h 733"/>
                <a:gd name="T58" fmla="*/ 322 w 670"/>
                <a:gd name="T59" fmla="*/ 253 h 733"/>
                <a:gd name="T60" fmla="*/ 338 w 670"/>
                <a:gd name="T61" fmla="*/ 258 h 733"/>
                <a:gd name="T62" fmla="*/ 355 w 670"/>
                <a:gd name="T63" fmla="*/ 258 h 733"/>
                <a:gd name="T64" fmla="*/ 372 w 670"/>
                <a:gd name="T65" fmla="*/ 257 h 733"/>
                <a:gd name="T66" fmla="*/ 393 w 670"/>
                <a:gd name="T67" fmla="*/ 254 h 733"/>
                <a:gd name="T68" fmla="*/ 414 w 670"/>
                <a:gd name="T69" fmla="*/ 255 h 733"/>
                <a:gd name="T70" fmla="*/ 434 w 670"/>
                <a:gd name="T71" fmla="*/ 261 h 733"/>
                <a:gd name="T72" fmla="*/ 450 w 670"/>
                <a:gd name="T73" fmla="*/ 271 h 733"/>
                <a:gd name="T74" fmla="*/ 460 w 670"/>
                <a:gd name="T75" fmla="*/ 287 h 733"/>
                <a:gd name="T76" fmla="*/ 464 w 670"/>
                <a:gd name="T77" fmla="*/ 306 h 733"/>
                <a:gd name="T78" fmla="*/ 462 w 670"/>
                <a:gd name="T79" fmla="*/ 326 h 733"/>
                <a:gd name="T80" fmla="*/ 464 w 670"/>
                <a:gd name="T81" fmla="*/ 345 h 733"/>
                <a:gd name="T82" fmla="*/ 470 w 670"/>
                <a:gd name="T83" fmla="*/ 363 h 733"/>
                <a:gd name="T84" fmla="*/ 482 w 670"/>
                <a:gd name="T85" fmla="*/ 374 h 733"/>
                <a:gd name="T86" fmla="*/ 501 w 670"/>
                <a:gd name="T87" fmla="*/ 381 h 733"/>
                <a:gd name="T88" fmla="*/ 519 w 670"/>
                <a:gd name="T89" fmla="*/ 387 h 733"/>
                <a:gd name="T90" fmla="*/ 541 w 670"/>
                <a:gd name="T91" fmla="*/ 392 h 733"/>
                <a:gd name="T92" fmla="*/ 559 w 670"/>
                <a:gd name="T93" fmla="*/ 398 h 733"/>
                <a:gd name="T94" fmla="*/ 573 w 670"/>
                <a:gd name="T95" fmla="*/ 407 h 733"/>
                <a:gd name="T96" fmla="*/ 585 w 670"/>
                <a:gd name="T97" fmla="*/ 421 h 733"/>
                <a:gd name="T98" fmla="*/ 593 w 670"/>
                <a:gd name="T99" fmla="*/ 437 h 733"/>
                <a:gd name="T100" fmla="*/ 593 w 670"/>
                <a:gd name="T101" fmla="*/ 460 h 733"/>
                <a:gd name="T102" fmla="*/ 589 w 670"/>
                <a:gd name="T103" fmla="*/ 482 h 733"/>
                <a:gd name="T104" fmla="*/ 584 w 670"/>
                <a:gd name="T105" fmla="*/ 508 h 733"/>
                <a:gd name="T106" fmla="*/ 582 w 670"/>
                <a:gd name="T107" fmla="*/ 527 h 733"/>
                <a:gd name="T108" fmla="*/ 586 w 670"/>
                <a:gd name="T109" fmla="*/ 550 h 733"/>
                <a:gd name="T110" fmla="*/ 594 w 670"/>
                <a:gd name="T111" fmla="*/ 565 h 733"/>
                <a:gd name="T112" fmla="*/ 606 w 670"/>
                <a:gd name="T113" fmla="*/ 582 h 733"/>
                <a:gd name="T114" fmla="*/ 622 w 670"/>
                <a:gd name="T115" fmla="*/ 595 h 733"/>
                <a:gd name="T116" fmla="*/ 639 w 670"/>
                <a:gd name="T117" fmla="*/ 601 h 733"/>
                <a:gd name="T118" fmla="*/ 658 w 670"/>
                <a:gd name="T119" fmla="*/ 603 h 73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70" h="733">
                  <a:moveTo>
                    <a:pt x="669" y="603"/>
                  </a:moveTo>
                  <a:lnTo>
                    <a:pt x="669" y="732"/>
                  </a:lnTo>
                  <a:lnTo>
                    <a:pt x="0" y="732"/>
                  </a:lnTo>
                  <a:lnTo>
                    <a:pt x="0" y="147"/>
                  </a:lnTo>
                  <a:lnTo>
                    <a:pt x="58" y="147"/>
                  </a:lnTo>
                  <a:lnTo>
                    <a:pt x="60" y="142"/>
                  </a:lnTo>
                  <a:lnTo>
                    <a:pt x="62" y="135"/>
                  </a:lnTo>
                  <a:lnTo>
                    <a:pt x="62" y="129"/>
                  </a:lnTo>
                  <a:lnTo>
                    <a:pt x="61" y="122"/>
                  </a:lnTo>
                  <a:lnTo>
                    <a:pt x="59" y="113"/>
                  </a:lnTo>
                  <a:lnTo>
                    <a:pt x="57" y="101"/>
                  </a:lnTo>
                  <a:lnTo>
                    <a:pt x="54" y="93"/>
                  </a:lnTo>
                  <a:lnTo>
                    <a:pt x="52" y="84"/>
                  </a:lnTo>
                  <a:lnTo>
                    <a:pt x="51" y="74"/>
                  </a:lnTo>
                  <a:lnTo>
                    <a:pt x="51" y="65"/>
                  </a:lnTo>
                  <a:lnTo>
                    <a:pt x="52" y="57"/>
                  </a:lnTo>
                  <a:lnTo>
                    <a:pt x="54" y="48"/>
                  </a:lnTo>
                  <a:lnTo>
                    <a:pt x="57" y="39"/>
                  </a:lnTo>
                  <a:lnTo>
                    <a:pt x="62" y="33"/>
                  </a:lnTo>
                  <a:lnTo>
                    <a:pt x="68" y="25"/>
                  </a:lnTo>
                  <a:lnTo>
                    <a:pt x="74" y="19"/>
                  </a:lnTo>
                  <a:lnTo>
                    <a:pt x="80" y="13"/>
                  </a:lnTo>
                  <a:lnTo>
                    <a:pt x="87" y="8"/>
                  </a:lnTo>
                  <a:lnTo>
                    <a:pt x="96" y="5"/>
                  </a:lnTo>
                  <a:lnTo>
                    <a:pt x="105" y="2"/>
                  </a:lnTo>
                  <a:lnTo>
                    <a:pt x="115" y="1"/>
                  </a:lnTo>
                  <a:lnTo>
                    <a:pt x="123" y="0"/>
                  </a:lnTo>
                  <a:lnTo>
                    <a:pt x="132" y="0"/>
                  </a:lnTo>
                  <a:lnTo>
                    <a:pt x="140" y="1"/>
                  </a:lnTo>
                  <a:lnTo>
                    <a:pt x="146" y="2"/>
                  </a:lnTo>
                  <a:lnTo>
                    <a:pt x="154" y="5"/>
                  </a:lnTo>
                  <a:lnTo>
                    <a:pt x="161" y="7"/>
                  </a:lnTo>
                  <a:lnTo>
                    <a:pt x="167" y="11"/>
                  </a:lnTo>
                  <a:lnTo>
                    <a:pt x="173" y="16"/>
                  </a:lnTo>
                  <a:lnTo>
                    <a:pt x="179" y="23"/>
                  </a:lnTo>
                  <a:lnTo>
                    <a:pt x="185" y="30"/>
                  </a:lnTo>
                  <a:lnTo>
                    <a:pt x="190" y="37"/>
                  </a:lnTo>
                  <a:lnTo>
                    <a:pt x="194" y="45"/>
                  </a:lnTo>
                  <a:lnTo>
                    <a:pt x="197" y="55"/>
                  </a:lnTo>
                  <a:lnTo>
                    <a:pt x="199" y="66"/>
                  </a:lnTo>
                  <a:lnTo>
                    <a:pt x="199" y="77"/>
                  </a:lnTo>
                  <a:lnTo>
                    <a:pt x="197" y="87"/>
                  </a:lnTo>
                  <a:lnTo>
                    <a:pt x="195" y="97"/>
                  </a:lnTo>
                  <a:lnTo>
                    <a:pt x="192" y="107"/>
                  </a:lnTo>
                  <a:lnTo>
                    <a:pt x="190" y="119"/>
                  </a:lnTo>
                  <a:lnTo>
                    <a:pt x="188" y="129"/>
                  </a:lnTo>
                  <a:lnTo>
                    <a:pt x="188" y="134"/>
                  </a:lnTo>
                  <a:lnTo>
                    <a:pt x="189" y="138"/>
                  </a:lnTo>
                  <a:lnTo>
                    <a:pt x="191" y="143"/>
                  </a:lnTo>
                  <a:lnTo>
                    <a:pt x="302" y="143"/>
                  </a:lnTo>
                  <a:lnTo>
                    <a:pt x="299" y="168"/>
                  </a:lnTo>
                  <a:lnTo>
                    <a:pt x="299" y="182"/>
                  </a:lnTo>
                  <a:lnTo>
                    <a:pt x="299" y="194"/>
                  </a:lnTo>
                  <a:lnTo>
                    <a:pt x="300" y="205"/>
                  </a:lnTo>
                  <a:lnTo>
                    <a:pt x="301" y="217"/>
                  </a:lnTo>
                  <a:lnTo>
                    <a:pt x="303" y="228"/>
                  </a:lnTo>
                  <a:lnTo>
                    <a:pt x="306" y="236"/>
                  </a:lnTo>
                  <a:lnTo>
                    <a:pt x="310" y="242"/>
                  </a:lnTo>
                  <a:lnTo>
                    <a:pt x="315" y="249"/>
                  </a:lnTo>
                  <a:lnTo>
                    <a:pt x="322" y="253"/>
                  </a:lnTo>
                  <a:lnTo>
                    <a:pt x="330" y="257"/>
                  </a:lnTo>
                  <a:lnTo>
                    <a:pt x="338" y="258"/>
                  </a:lnTo>
                  <a:lnTo>
                    <a:pt x="346" y="258"/>
                  </a:lnTo>
                  <a:lnTo>
                    <a:pt x="355" y="258"/>
                  </a:lnTo>
                  <a:lnTo>
                    <a:pt x="365" y="257"/>
                  </a:lnTo>
                  <a:lnTo>
                    <a:pt x="372" y="257"/>
                  </a:lnTo>
                  <a:lnTo>
                    <a:pt x="382" y="255"/>
                  </a:lnTo>
                  <a:lnTo>
                    <a:pt x="393" y="254"/>
                  </a:lnTo>
                  <a:lnTo>
                    <a:pt x="404" y="254"/>
                  </a:lnTo>
                  <a:lnTo>
                    <a:pt x="414" y="255"/>
                  </a:lnTo>
                  <a:lnTo>
                    <a:pt x="424" y="257"/>
                  </a:lnTo>
                  <a:lnTo>
                    <a:pt x="434" y="261"/>
                  </a:lnTo>
                  <a:lnTo>
                    <a:pt x="442" y="265"/>
                  </a:lnTo>
                  <a:lnTo>
                    <a:pt x="450" y="271"/>
                  </a:lnTo>
                  <a:lnTo>
                    <a:pt x="455" y="279"/>
                  </a:lnTo>
                  <a:lnTo>
                    <a:pt x="460" y="287"/>
                  </a:lnTo>
                  <a:lnTo>
                    <a:pt x="463" y="296"/>
                  </a:lnTo>
                  <a:lnTo>
                    <a:pt x="464" y="306"/>
                  </a:lnTo>
                  <a:lnTo>
                    <a:pt x="463" y="316"/>
                  </a:lnTo>
                  <a:lnTo>
                    <a:pt x="462" y="326"/>
                  </a:lnTo>
                  <a:lnTo>
                    <a:pt x="463" y="336"/>
                  </a:lnTo>
                  <a:lnTo>
                    <a:pt x="464" y="345"/>
                  </a:lnTo>
                  <a:lnTo>
                    <a:pt x="467" y="354"/>
                  </a:lnTo>
                  <a:lnTo>
                    <a:pt x="470" y="363"/>
                  </a:lnTo>
                  <a:lnTo>
                    <a:pt x="475" y="369"/>
                  </a:lnTo>
                  <a:lnTo>
                    <a:pt x="482" y="374"/>
                  </a:lnTo>
                  <a:lnTo>
                    <a:pt x="491" y="378"/>
                  </a:lnTo>
                  <a:lnTo>
                    <a:pt x="501" y="381"/>
                  </a:lnTo>
                  <a:lnTo>
                    <a:pt x="509" y="384"/>
                  </a:lnTo>
                  <a:lnTo>
                    <a:pt x="519" y="387"/>
                  </a:lnTo>
                  <a:lnTo>
                    <a:pt x="531" y="389"/>
                  </a:lnTo>
                  <a:lnTo>
                    <a:pt x="541" y="392"/>
                  </a:lnTo>
                  <a:lnTo>
                    <a:pt x="550" y="394"/>
                  </a:lnTo>
                  <a:lnTo>
                    <a:pt x="559" y="398"/>
                  </a:lnTo>
                  <a:lnTo>
                    <a:pt x="567" y="402"/>
                  </a:lnTo>
                  <a:lnTo>
                    <a:pt x="573" y="407"/>
                  </a:lnTo>
                  <a:lnTo>
                    <a:pt x="578" y="412"/>
                  </a:lnTo>
                  <a:lnTo>
                    <a:pt x="585" y="421"/>
                  </a:lnTo>
                  <a:lnTo>
                    <a:pt x="589" y="429"/>
                  </a:lnTo>
                  <a:lnTo>
                    <a:pt x="593" y="437"/>
                  </a:lnTo>
                  <a:lnTo>
                    <a:pt x="595" y="449"/>
                  </a:lnTo>
                  <a:lnTo>
                    <a:pt x="593" y="460"/>
                  </a:lnTo>
                  <a:lnTo>
                    <a:pt x="592" y="470"/>
                  </a:lnTo>
                  <a:lnTo>
                    <a:pt x="589" y="482"/>
                  </a:lnTo>
                  <a:lnTo>
                    <a:pt x="586" y="496"/>
                  </a:lnTo>
                  <a:lnTo>
                    <a:pt x="584" y="508"/>
                  </a:lnTo>
                  <a:lnTo>
                    <a:pt x="582" y="519"/>
                  </a:lnTo>
                  <a:lnTo>
                    <a:pt x="582" y="527"/>
                  </a:lnTo>
                  <a:lnTo>
                    <a:pt x="584" y="540"/>
                  </a:lnTo>
                  <a:lnTo>
                    <a:pt x="586" y="550"/>
                  </a:lnTo>
                  <a:lnTo>
                    <a:pt x="590" y="558"/>
                  </a:lnTo>
                  <a:lnTo>
                    <a:pt x="594" y="565"/>
                  </a:lnTo>
                  <a:lnTo>
                    <a:pt x="600" y="574"/>
                  </a:lnTo>
                  <a:lnTo>
                    <a:pt x="606" y="582"/>
                  </a:lnTo>
                  <a:lnTo>
                    <a:pt x="614" y="590"/>
                  </a:lnTo>
                  <a:lnTo>
                    <a:pt x="622" y="595"/>
                  </a:lnTo>
                  <a:lnTo>
                    <a:pt x="631" y="599"/>
                  </a:lnTo>
                  <a:lnTo>
                    <a:pt x="639" y="601"/>
                  </a:lnTo>
                  <a:lnTo>
                    <a:pt x="648" y="603"/>
                  </a:lnTo>
                  <a:lnTo>
                    <a:pt x="658" y="603"/>
                  </a:lnTo>
                  <a:lnTo>
                    <a:pt x="669" y="603"/>
                  </a:lnTo>
                </a:path>
              </a:pathLst>
            </a:custGeom>
            <a:solidFill>
              <a:schemeClr val="hlink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91" name="Freeform 14">
              <a:extLst>
                <a:ext uri="{FF2B5EF4-FFF2-40B4-BE49-F238E27FC236}">
                  <a16:creationId xmlns:a16="http://schemas.microsoft.com/office/drawing/2014/main" id="{60373E4C-ECAE-4686-A89A-4B7BB2C5A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1350"/>
              <a:ext cx="673" cy="615"/>
            </a:xfrm>
            <a:custGeom>
              <a:avLst/>
              <a:gdLst>
                <a:gd name="T0" fmla="*/ 672 w 673"/>
                <a:gd name="T1" fmla="*/ 0 h 615"/>
                <a:gd name="T2" fmla="*/ 0 w 673"/>
                <a:gd name="T3" fmla="*/ 614 h 615"/>
                <a:gd name="T4" fmla="*/ 63 w 673"/>
                <a:gd name="T5" fmla="*/ 602 h 615"/>
                <a:gd name="T6" fmla="*/ 61 w 673"/>
                <a:gd name="T7" fmla="*/ 582 h 615"/>
                <a:gd name="T8" fmla="*/ 54 w 673"/>
                <a:gd name="T9" fmla="*/ 555 h 615"/>
                <a:gd name="T10" fmla="*/ 52 w 673"/>
                <a:gd name="T11" fmla="*/ 532 h 615"/>
                <a:gd name="T12" fmla="*/ 57 w 673"/>
                <a:gd name="T13" fmla="*/ 510 h 615"/>
                <a:gd name="T14" fmla="*/ 71 w 673"/>
                <a:gd name="T15" fmla="*/ 490 h 615"/>
                <a:gd name="T16" fmla="*/ 88 w 673"/>
                <a:gd name="T17" fmla="*/ 476 h 615"/>
                <a:gd name="T18" fmla="*/ 109 w 673"/>
                <a:gd name="T19" fmla="*/ 469 h 615"/>
                <a:gd name="T20" fmla="*/ 139 w 673"/>
                <a:gd name="T21" fmla="*/ 469 h 615"/>
                <a:gd name="T22" fmla="*/ 159 w 673"/>
                <a:gd name="T23" fmla="*/ 474 h 615"/>
                <a:gd name="T24" fmla="*/ 179 w 673"/>
                <a:gd name="T25" fmla="*/ 489 h 615"/>
                <a:gd name="T26" fmla="*/ 192 w 673"/>
                <a:gd name="T27" fmla="*/ 509 h 615"/>
                <a:gd name="T28" fmla="*/ 198 w 673"/>
                <a:gd name="T29" fmla="*/ 528 h 615"/>
                <a:gd name="T30" fmla="*/ 197 w 673"/>
                <a:gd name="T31" fmla="*/ 551 h 615"/>
                <a:gd name="T32" fmla="*/ 192 w 673"/>
                <a:gd name="T33" fmla="*/ 571 h 615"/>
                <a:gd name="T34" fmla="*/ 187 w 673"/>
                <a:gd name="T35" fmla="*/ 592 h 615"/>
                <a:gd name="T36" fmla="*/ 190 w 673"/>
                <a:gd name="T37" fmla="*/ 612 h 615"/>
                <a:gd name="T38" fmla="*/ 301 w 673"/>
                <a:gd name="T39" fmla="*/ 590 h 615"/>
                <a:gd name="T40" fmla="*/ 302 w 673"/>
                <a:gd name="T41" fmla="*/ 563 h 615"/>
                <a:gd name="T42" fmla="*/ 304 w 673"/>
                <a:gd name="T43" fmla="*/ 540 h 615"/>
                <a:gd name="T44" fmla="*/ 309 w 673"/>
                <a:gd name="T45" fmla="*/ 520 h 615"/>
                <a:gd name="T46" fmla="*/ 319 w 673"/>
                <a:gd name="T47" fmla="*/ 507 h 615"/>
                <a:gd name="T48" fmla="*/ 333 w 673"/>
                <a:gd name="T49" fmla="*/ 500 h 615"/>
                <a:gd name="T50" fmla="*/ 349 w 673"/>
                <a:gd name="T51" fmla="*/ 498 h 615"/>
                <a:gd name="T52" fmla="*/ 368 w 673"/>
                <a:gd name="T53" fmla="*/ 498 h 615"/>
                <a:gd name="T54" fmla="*/ 385 w 673"/>
                <a:gd name="T55" fmla="*/ 501 h 615"/>
                <a:gd name="T56" fmla="*/ 407 w 673"/>
                <a:gd name="T57" fmla="*/ 502 h 615"/>
                <a:gd name="T58" fmla="*/ 427 w 673"/>
                <a:gd name="T59" fmla="*/ 498 h 615"/>
                <a:gd name="T60" fmla="*/ 445 w 673"/>
                <a:gd name="T61" fmla="*/ 491 h 615"/>
                <a:gd name="T62" fmla="*/ 458 w 673"/>
                <a:gd name="T63" fmla="*/ 478 h 615"/>
                <a:gd name="T64" fmla="*/ 466 w 673"/>
                <a:gd name="T65" fmla="*/ 461 h 615"/>
                <a:gd name="T66" fmla="*/ 466 w 673"/>
                <a:gd name="T67" fmla="*/ 441 h 615"/>
                <a:gd name="T68" fmla="*/ 466 w 673"/>
                <a:gd name="T69" fmla="*/ 419 h 615"/>
                <a:gd name="T70" fmla="*/ 470 w 673"/>
                <a:gd name="T71" fmla="*/ 402 h 615"/>
                <a:gd name="T72" fmla="*/ 478 w 673"/>
                <a:gd name="T73" fmla="*/ 387 h 615"/>
                <a:gd name="T74" fmla="*/ 495 w 673"/>
                <a:gd name="T75" fmla="*/ 378 h 615"/>
                <a:gd name="T76" fmla="*/ 513 w 673"/>
                <a:gd name="T77" fmla="*/ 372 h 615"/>
                <a:gd name="T78" fmla="*/ 534 w 673"/>
                <a:gd name="T79" fmla="*/ 366 h 615"/>
                <a:gd name="T80" fmla="*/ 553 w 673"/>
                <a:gd name="T81" fmla="*/ 361 h 615"/>
                <a:gd name="T82" fmla="*/ 570 w 673"/>
                <a:gd name="T83" fmla="*/ 354 h 615"/>
                <a:gd name="T84" fmla="*/ 582 w 673"/>
                <a:gd name="T85" fmla="*/ 343 h 615"/>
                <a:gd name="T86" fmla="*/ 592 w 673"/>
                <a:gd name="T87" fmla="*/ 327 h 615"/>
                <a:gd name="T88" fmla="*/ 597 w 673"/>
                <a:gd name="T89" fmla="*/ 306 h 615"/>
                <a:gd name="T90" fmla="*/ 595 w 673"/>
                <a:gd name="T91" fmla="*/ 286 h 615"/>
                <a:gd name="T92" fmla="*/ 589 w 673"/>
                <a:gd name="T93" fmla="*/ 260 h 615"/>
                <a:gd name="T94" fmla="*/ 586 w 673"/>
                <a:gd name="T95" fmla="*/ 238 h 615"/>
                <a:gd name="T96" fmla="*/ 587 w 673"/>
                <a:gd name="T97" fmla="*/ 216 h 615"/>
                <a:gd name="T98" fmla="*/ 593 w 673"/>
                <a:gd name="T99" fmla="*/ 198 h 615"/>
                <a:gd name="T100" fmla="*/ 603 w 673"/>
                <a:gd name="T101" fmla="*/ 182 h 615"/>
                <a:gd name="T102" fmla="*/ 617 w 673"/>
                <a:gd name="T103" fmla="*/ 166 h 615"/>
                <a:gd name="T104" fmla="*/ 634 w 673"/>
                <a:gd name="T105" fmla="*/ 157 h 615"/>
                <a:gd name="T106" fmla="*/ 651 w 673"/>
                <a:gd name="T107" fmla="*/ 153 h 615"/>
                <a:gd name="T108" fmla="*/ 672 w 673"/>
                <a:gd name="T109" fmla="*/ 153 h 61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73" h="615">
                  <a:moveTo>
                    <a:pt x="672" y="153"/>
                  </a:moveTo>
                  <a:lnTo>
                    <a:pt x="672" y="0"/>
                  </a:lnTo>
                  <a:lnTo>
                    <a:pt x="0" y="0"/>
                  </a:lnTo>
                  <a:lnTo>
                    <a:pt x="0" y="614"/>
                  </a:lnTo>
                  <a:lnTo>
                    <a:pt x="60" y="614"/>
                  </a:lnTo>
                  <a:lnTo>
                    <a:pt x="63" y="602"/>
                  </a:lnTo>
                  <a:lnTo>
                    <a:pt x="63" y="594"/>
                  </a:lnTo>
                  <a:lnTo>
                    <a:pt x="61" y="582"/>
                  </a:lnTo>
                  <a:lnTo>
                    <a:pt x="58" y="569"/>
                  </a:lnTo>
                  <a:lnTo>
                    <a:pt x="54" y="555"/>
                  </a:lnTo>
                  <a:lnTo>
                    <a:pt x="53" y="543"/>
                  </a:lnTo>
                  <a:lnTo>
                    <a:pt x="52" y="532"/>
                  </a:lnTo>
                  <a:lnTo>
                    <a:pt x="54" y="521"/>
                  </a:lnTo>
                  <a:lnTo>
                    <a:pt x="57" y="510"/>
                  </a:lnTo>
                  <a:lnTo>
                    <a:pt x="63" y="498"/>
                  </a:lnTo>
                  <a:lnTo>
                    <a:pt x="71" y="490"/>
                  </a:lnTo>
                  <a:lnTo>
                    <a:pt x="79" y="482"/>
                  </a:lnTo>
                  <a:lnTo>
                    <a:pt x="88" y="476"/>
                  </a:lnTo>
                  <a:lnTo>
                    <a:pt x="99" y="470"/>
                  </a:lnTo>
                  <a:lnTo>
                    <a:pt x="109" y="469"/>
                  </a:lnTo>
                  <a:lnTo>
                    <a:pt x="123" y="468"/>
                  </a:lnTo>
                  <a:lnTo>
                    <a:pt x="139" y="469"/>
                  </a:lnTo>
                  <a:lnTo>
                    <a:pt x="150" y="470"/>
                  </a:lnTo>
                  <a:lnTo>
                    <a:pt x="159" y="474"/>
                  </a:lnTo>
                  <a:lnTo>
                    <a:pt x="167" y="480"/>
                  </a:lnTo>
                  <a:lnTo>
                    <a:pt x="179" y="489"/>
                  </a:lnTo>
                  <a:lnTo>
                    <a:pt x="185" y="498"/>
                  </a:lnTo>
                  <a:lnTo>
                    <a:pt x="192" y="509"/>
                  </a:lnTo>
                  <a:lnTo>
                    <a:pt x="195" y="519"/>
                  </a:lnTo>
                  <a:lnTo>
                    <a:pt x="198" y="528"/>
                  </a:lnTo>
                  <a:lnTo>
                    <a:pt x="198" y="540"/>
                  </a:lnTo>
                  <a:lnTo>
                    <a:pt x="197" y="551"/>
                  </a:lnTo>
                  <a:lnTo>
                    <a:pt x="194" y="561"/>
                  </a:lnTo>
                  <a:lnTo>
                    <a:pt x="192" y="571"/>
                  </a:lnTo>
                  <a:lnTo>
                    <a:pt x="189" y="581"/>
                  </a:lnTo>
                  <a:lnTo>
                    <a:pt x="187" y="592"/>
                  </a:lnTo>
                  <a:lnTo>
                    <a:pt x="187" y="601"/>
                  </a:lnTo>
                  <a:lnTo>
                    <a:pt x="190" y="612"/>
                  </a:lnTo>
                  <a:lnTo>
                    <a:pt x="302" y="612"/>
                  </a:lnTo>
                  <a:lnTo>
                    <a:pt x="301" y="590"/>
                  </a:lnTo>
                  <a:lnTo>
                    <a:pt x="302" y="575"/>
                  </a:lnTo>
                  <a:lnTo>
                    <a:pt x="302" y="563"/>
                  </a:lnTo>
                  <a:lnTo>
                    <a:pt x="303" y="551"/>
                  </a:lnTo>
                  <a:lnTo>
                    <a:pt x="304" y="540"/>
                  </a:lnTo>
                  <a:lnTo>
                    <a:pt x="306" y="528"/>
                  </a:lnTo>
                  <a:lnTo>
                    <a:pt x="309" y="520"/>
                  </a:lnTo>
                  <a:lnTo>
                    <a:pt x="313" y="513"/>
                  </a:lnTo>
                  <a:lnTo>
                    <a:pt x="319" y="507"/>
                  </a:lnTo>
                  <a:lnTo>
                    <a:pt x="325" y="502"/>
                  </a:lnTo>
                  <a:lnTo>
                    <a:pt x="333" y="500"/>
                  </a:lnTo>
                  <a:lnTo>
                    <a:pt x="341" y="498"/>
                  </a:lnTo>
                  <a:lnTo>
                    <a:pt x="349" y="498"/>
                  </a:lnTo>
                  <a:lnTo>
                    <a:pt x="358" y="498"/>
                  </a:lnTo>
                  <a:lnTo>
                    <a:pt x="368" y="498"/>
                  </a:lnTo>
                  <a:lnTo>
                    <a:pt x="375" y="500"/>
                  </a:lnTo>
                  <a:lnTo>
                    <a:pt x="385" y="501"/>
                  </a:lnTo>
                  <a:lnTo>
                    <a:pt x="396" y="502"/>
                  </a:lnTo>
                  <a:lnTo>
                    <a:pt x="407" y="502"/>
                  </a:lnTo>
                  <a:lnTo>
                    <a:pt x="417" y="501"/>
                  </a:lnTo>
                  <a:lnTo>
                    <a:pt x="427" y="498"/>
                  </a:lnTo>
                  <a:lnTo>
                    <a:pt x="437" y="496"/>
                  </a:lnTo>
                  <a:lnTo>
                    <a:pt x="445" y="491"/>
                  </a:lnTo>
                  <a:lnTo>
                    <a:pt x="453" y="485"/>
                  </a:lnTo>
                  <a:lnTo>
                    <a:pt x="458" y="478"/>
                  </a:lnTo>
                  <a:lnTo>
                    <a:pt x="463" y="469"/>
                  </a:lnTo>
                  <a:lnTo>
                    <a:pt x="466" y="461"/>
                  </a:lnTo>
                  <a:lnTo>
                    <a:pt x="467" y="451"/>
                  </a:lnTo>
                  <a:lnTo>
                    <a:pt x="466" y="441"/>
                  </a:lnTo>
                  <a:lnTo>
                    <a:pt x="465" y="431"/>
                  </a:lnTo>
                  <a:lnTo>
                    <a:pt x="466" y="419"/>
                  </a:lnTo>
                  <a:lnTo>
                    <a:pt x="467" y="411"/>
                  </a:lnTo>
                  <a:lnTo>
                    <a:pt x="470" y="402"/>
                  </a:lnTo>
                  <a:lnTo>
                    <a:pt x="473" y="394"/>
                  </a:lnTo>
                  <a:lnTo>
                    <a:pt x="478" y="387"/>
                  </a:lnTo>
                  <a:lnTo>
                    <a:pt x="485" y="382"/>
                  </a:lnTo>
                  <a:lnTo>
                    <a:pt x="495" y="378"/>
                  </a:lnTo>
                  <a:lnTo>
                    <a:pt x="504" y="374"/>
                  </a:lnTo>
                  <a:lnTo>
                    <a:pt x="513" y="372"/>
                  </a:lnTo>
                  <a:lnTo>
                    <a:pt x="522" y="369"/>
                  </a:lnTo>
                  <a:lnTo>
                    <a:pt x="534" y="366"/>
                  </a:lnTo>
                  <a:lnTo>
                    <a:pt x="543" y="365"/>
                  </a:lnTo>
                  <a:lnTo>
                    <a:pt x="553" y="361"/>
                  </a:lnTo>
                  <a:lnTo>
                    <a:pt x="561" y="358"/>
                  </a:lnTo>
                  <a:lnTo>
                    <a:pt x="570" y="354"/>
                  </a:lnTo>
                  <a:lnTo>
                    <a:pt x="576" y="349"/>
                  </a:lnTo>
                  <a:lnTo>
                    <a:pt x="582" y="343"/>
                  </a:lnTo>
                  <a:lnTo>
                    <a:pt x="588" y="335"/>
                  </a:lnTo>
                  <a:lnTo>
                    <a:pt x="592" y="327"/>
                  </a:lnTo>
                  <a:lnTo>
                    <a:pt x="596" y="318"/>
                  </a:lnTo>
                  <a:lnTo>
                    <a:pt x="597" y="306"/>
                  </a:lnTo>
                  <a:lnTo>
                    <a:pt x="596" y="297"/>
                  </a:lnTo>
                  <a:lnTo>
                    <a:pt x="595" y="286"/>
                  </a:lnTo>
                  <a:lnTo>
                    <a:pt x="592" y="273"/>
                  </a:lnTo>
                  <a:lnTo>
                    <a:pt x="589" y="260"/>
                  </a:lnTo>
                  <a:lnTo>
                    <a:pt x="586" y="248"/>
                  </a:lnTo>
                  <a:lnTo>
                    <a:pt x="586" y="238"/>
                  </a:lnTo>
                  <a:lnTo>
                    <a:pt x="586" y="228"/>
                  </a:lnTo>
                  <a:lnTo>
                    <a:pt x="587" y="216"/>
                  </a:lnTo>
                  <a:lnTo>
                    <a:pt x="590" y="206"/>
                  </a:lnTo>
                  <a:lnTo>
                    <a:pt x="593" y="198"/>
                  </a:lnTo>
                  <a:lnTo>
                    <a:pt x="597" y="190"/>
                  </a:lnTo>
                  <a:lnTo>
                    <a:pt x="603" y="182"/>
                  </a:lnTo>
                  <a:lnTo>
                    <a:pt x="609" y="173"/>
                  </a:lnTo>
                  <a:lnTo>
                    <a:pt x="617" y="166"/>
                  </a:lnTo>
                  <a:lnTo>
                    <a:pt x="626" y="160"/>
                  </a:lnTo>
                  <a:lnTo>
                    <a:pt x="634" y="157"/>
                  </a:lnTo>
                  <a:lnTo>
                    <a:pt x="642" y="154"/>
                  </a:lnTo>
                  <a:lnTo>
                    <a:pt x="651" y="153"/>
                  </a:lnTo>
                  <a:lnTo>
                    <a:pt x="661" y="153"/>
                  </a:lnTo>
                  <a:lnTo>
                    <a:pt x="672" y="153"/>
                  </a:lnTo>
                </a:path>
              </a:pathLst>
            </a:custGeom>
            <a:solidFill>
              <a:schemeClr val="tx1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92" name="Freeform 15">
              <a:extLst>
                <a:ext uri="{FF2B5EF4-FFF2-40B4-BE49-F238E27FC236}">
                  <a16:creationId xmlns:a16="http://schemas.microsoft.com/office/drawing/2014/main" id="{3DD396BE-2F63-4EC8-9C78-4AFBA7B34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502"/>
              <a:ext cx="746" cy="920"/>
            </a:xfrm>
            <a:custGeom>
              <a:avLst/>
              <a:gdLst>
                <a:gd name="T0" fmla="*/ 299 w 746"/>
                <a:gd name="T1" fmla="*/ 146 h 920"/>
                <a:gd name="T2" fmla="*/ 289 w 746"/>
                <a:gd name="T3" fmla="*/ 70 h 920"/>
                <a:gd name="T4" fmla="*/ 325 w 746"/>
                <a:gd name="T5" fmla="*/ 8 h 920"/>
                <a:gd name="T6" fmla="*/ 409 w 746"/>
                <a:gd name="T7" fmla="*/ 2 h 920"/>
                <a:gd name="T8" fmla="*/ 450 w 746"/>
                <a:gd name="T9" fmla="*/ 38 h 920"/>
                <a:gd name="T10" fmla="*/ 459 w 746"/>
                <a:gd name="T11" fmla="*/ 100 h 920"/>
                <a:gd name="T12" fmla="*/ 451 w 746"/>
                <a:gd name="T13" fmla="*/ 168 h 920"/>
                <a:gd name="T14" fmla="*/ 492 w 746"/>
                <a:gd name="T15" fmla="*/ 207 h 920"/>
                <a:gd name="T16" fmla="*/ 553 w 746"/>
                <a:gd name="T17" fmla="*/ 224 h 920"/>
                <a:gd name="T18" fmla="*/ 579 w 746"/>
                <a:gd name="T19" fmla="*/ 256 h 920"/>
                <a:gd name="T20" fmla="*/ 580 w 746"/>
                <a:gd name="T21" fmla="*/ 301 h 920"/>
                <a:gd name="T22" fmla="*/ 604 w 746"/>
                <a:gd name="T23" fmla="*/ 341 h 920"/>
                <a:gd name="T24" fmla="*/ 653 w 746"/>
                <a:gd name="T25" fmla="*/ 348 h 920"/>
                <a:gd name="T26" fmla="*/ 705 w 746"/>
                <a:gd name="T27" fmla="*/ 345 h 920"/>
                <a:gd name="T28" fmla="*/ 737 w 746"/>
                <a:gd name="T29" fmla="*/ 364 h 920"/>
                <a:gd name="T30" fmla="*/ 744 w 746"/>
                <a:gd name="T31" fmla="*/ 434 h 920"/>
                <a:gd name="T32" fmla="*/ 737 w 746"/>
                <a:gd name="T33" fmla="*/ 528 h 920"/>
                <a:gd name="T34" fmla="*/ 705 w 746"/>
                <a:gd name="T35" fmla="*/ 550 h 920"/>
                <a:gd name="T36" fmla="*/ 647 w 746"/>
                <a:gd name="T37" fmla="*/ 547 h 920"/>
                <a:gd name="T38" fmla="*/ 605 w 746"/>
                <a:gd name="T39" fmla="*/ 554 h 920"/>
                <a:gd name="T40" fmla="*/ 581 w 746"/>
                <a:gd name="T41" fmla="*/ 581 h 920"/>
                <a:gd name="T42" fmla="*/ 579 w 746"/>
                <a:gd name="T43" fmla="*/ 634 h 920"/>
                <a:gd name="T44" fmla="*/ 552 w 746"/>
                <a:gd name="T45" fmla="*/ 671 h 920"/>
                <a:gd name="T46" fmla="*/ 502 w 746"/>
                <a:gd name="T47" fmla="*/ 683 h 920"/>
                <a:gd name="T48" fmla="*/ 459 w 746"/>
                <a:gd name="T49" fmla="*/ 709 h 920"/>
                <a:gd name="T50" fmla="*/ 450 w 746"/>
                <a:gd name="T51" fmla="*/ 761 h 920"/>
                <a:gd name="T52" fmla="*/ 459 w 746"/>
                <a:gd name="T53" fmla="*/ 824 h 920"/>
                <a:gd name="T54" fmla="*/ 439 w 746"/>
                <a:gd name="T55" fmla="*/ 884 h 920"/>
                <a:gd name="T56" fmla="*/ 403 w 746"/>
                <a:gd name="T57" fmla="*/ 916 h 920"/>
                <a:gd name="T58" fmla="*/ 347 w 746"/>
                <a:gd name="T59" fmla="*/ 918 h 920"/>
                <a:gd name="T60" fmla="*/ 306 w 746"/>
                <a:gd name="T61" fmla="*/ 895 h 920"/>
                <a:gd name="T62" fmla="*/ 286 w 746"/>
                <a:gd name="T63" fmla="*/ 850 h 920"/>
                <a:gd name="T64" fmla="*/ 291 w 746"/>
                <a:gd name="T65" fmla="*/ 797 h 920"/>
                <a:gd name="T66" fmla="*/ 294 w 746"/>
                <a:gd name="T67" fmla="*/ 749 h 920"/>
                <a:gd name="T68" fmla="*/ 266 w 746"/>
                <a:gd name="T69" fmla="*/ 715 h 920"/>
                <a:gd name="T70" fmla="*/ 220 w 746"/>
                <a:gd name="T71" fmla="*/ 702 h 920"/>
                <a:gd name="T72" fmla="*/ 176 w 746"/>
                <a:gd name="T73" fmla="*/ 683 h 920"/>
                <a:gd name="T74" fmla="*/ 165 w 746"/>
                <a:gd name="T75" fmla="*/ 630 h 920"/>
                <a:gd name="T76" fmla="*/ 151 w 746"/>
                <a:gd name="T77" fmla="*/ 586 h 920"/>
                <a:gd name="T78" fmla="*/ 107 w 746"/>
                <a:gd name="T79" fmla="*/ 569 h 920"/>
                <a:gd name="T80" fmla="*/ 62 w 746"/>
                <a:gd name="T81" fmla="*/ 574 h 920"/>
                <a:gd name="T82" fmla="*/ 14 w 746"/>
                <a:gd name="T83" fmla="*/ 560 h 920"/>
                <a:gd name="T84" fmla="*/ 0 w 746"/>
                <a:gd name="T85" fmla="*/ 499 h 920"/>
                <a:gd name="T86" fmla="*/ 3 w 746"/>
                <a:gd name="T87" fmla="*/ 411 h 920"/>
                <a:gd name="T88" fmla="*/ 18 w 746"/>
                <a:gd name="T89" fmla="*/ 358 h 920"/>
                <a:gd name="T90" fmla="*/ 55 w 746"/>
                <a:gd name="T91" fmla="*/ 344 h 920"/>
                <a:gd name="T92" fmla="*/ 110 w 746"/>
                <a:gd name="T93" fmla="*/ 349 h 920"/>
                <a:gd name="T94" fmla="*/ 159 w 746"/>
                <a:gd name="T95" fmla="*/ 328 h 920"/>
                <a:gd name="T96" fmla="*/ 167 w 746"/>
                <a:gd name="T97" fmla="*/ 279 h 920"/>
                <a:gd name="T98" fmla="*/ 185 w 746"/>
                <a:gd name="T99" fmla="*/ 231 h 920"/>
                <a:gd name="T100" fmla="*/ 237 w 746"/>
                <a:gd name="T101" fmla="*/ 214 h 9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46" h="920">
                  <a:moveTo>
                    <a:pt x="284" y="192"/>
                  </a:moveTo>
                  <a:lnTo>
                    <a:pt x="291" y="182"/>
                  </a:lnTo>
                  <a:lnTo>
                    <a:pt x="296" y="171"/>
                  </a:lnTo>
                  <a:lnTo>
                    <a:pt x="299" y="161"/>
                  </a:lnTo>
                  <a:lnTo>
                    <a:pt x="299" y="146"/>
                  </a:lnTo>
                  <a:lnTo>
                    <a:pt x="296" y="130"/>
                  </a:lnTo>
                  <a:lnTo>
                    <a:pt x="293" y="116"/>
                  </a:lnTo>
                  <a:lnTo>
                    <a:pt x="289" y="99"/>
                  </a:lnTo>
                  <a:lnTo>
                    <a:pt x="287" y="81"/>
                  </a:lnTo>
                  <a:lnTo>
                    <a:pt x="289" y="70"/>
                  </a:lnTo>
                  <a:lnTo>
                    <a:pt x="292" y="56"/>
                  </a:lnTo>
                  <a:lnTo>
                    <a:pt x="297" y="42"/>
                  </a:lnTo>
                  <a:lnTo>
                    <a:pt x="306" y="28"/>
                  </a:lnTo>
                  <a:lnTo>
                    <a:pt x="316" y="17"/>
                  </a:lnTo>
                  <a:lnTo>
                    <a:pt x="325" y="8"/>
                  </a:lnTo>
                  <a:lnTo>
                    <a:pt x="338" y="3"/>
                  </a:lnTo>
                  <a:lnTo>
                    <a:pt x="353" y="1"/>
                  </a:lnTo>
                  <a:lnTo>
                    <a:pt x="369" y="0"/>
                  </a:lnTo>
                  <a:lnTo>
                    <a:pt x="391" y="0"/>
                  </a:lnTo>
                  <a:lnTo>
                    <a:pt x="409" y="2"/>
                  </a:lnTo>
                  <a:lnTo>
                    <a:pt x="419" y="6"/>
                  </a:lnTo>
                  <a:lnTo>
                    <a:pt x="426" y="11"/>
                  </a:lnTo>
                  <a:lnTo>
                    <a:pt x="434" y="17"/>
                  </a:lnTo>
                  <a:lnTo>
                    <a:pt x="443" y="26"/>
                  </a:lnTo>
                  <a:lnTo>
                    <a:pt x="450" y="38"/>
                  </a:lnTo>
                  <a:lnTo>
                    <a:pt x="456" y="48"/>
                  </a:lnTo>
                  <a:lnTo>
                    <a:pt x="459" y="58"/>
                  </a:lnTo>
                  <a:lnTo>
                    <a:pt x="461" y="73"/>
                  </a:lnTo>
                  <a:lnTo>
                    <a:pt x="461" y="87"/>
                  </a:lnTo>
                  <a:lnTo>
                    <a:pt x="459" y="100"/>
                  </a:lnTo>
                  <a:lnTo>
                    <a:pt x="457" y="111"/>
                  </a:lnTo>
                  <a:lnTo>
                    <a:pt x="454" y="128"/>
                  </a:lnTo>
                  <a:lnTo>
                    <a:pt x="450" y="145"/>
                  </a:lnTo>
                  <a:lnTo>
                    <a:pt x="448" y="157"/>
                  </a:lnTo>
                  <a:lnTo>
                    <a:pt x="451" y="168"/>
                  </a:lnTo>
                  <a:lnTo>
                    <a:pt x="455" y="175"/>
                  </a:lnTo>
                  <a:lnTo>
                    <a:pt x="461" y="186"/>
                  </a:lnTo>
                  <a:lnTo>
                    <a:pt x="470" y="195"/>
                  </a:lnTo>
                  <a:lnTo>
                    <a:pt x="479" y="202"/>
                  </a:lnTo>
                  <a:lnTo>
                    <a:pt x="492" y="207"/>
                  </a:lnTo>
                  <a:lnTo>
                    <a:pt x="505" y="211"/>
                  </a:lnTo>
                  <a:lnTo>
                    <a:pt x="517" y="215"/>
                  </a:lnTo>
                  <a:lnTo>
                    <a:pt x="530" y="217"/>
                  </a:lnTo>
                  <a:lnTo>
                    <a:pt x="543" y="220"/>
                  </a:lnTo>
                  <a:lnTo>
                    <a:pt x="553" y="224"/>
                  </a:lnTo>
                  <a:lnTo>
                    <a:pt x="561" y="229"/>
                  </a:lnTo>
                  <a:lnTo>
                    <a:pt x="568" y="235"/>
                  </a:lnTo>
                  <a:lnTo>
                    <a:pt x="572" y="240"/>
                  </a:lnTo>
                  <a:lnTo>
                    <a:pt x="576" y="248"/>
                  </a:lnTo>
                  <a:lnTo>
                    <a:pt x="579" y="256"/>
                  </a:lnTo>
                  <a:lnTo>
                    <a:pt x="580" y="264"/>
                  </a:lnTo>
                  <a:lnTo>
                    <a:pt x="581" y="271"/>
                  </a:lnTo>
                  <a:lnTo>
                    <a:pt x="581" y="281"/>
                  </a:lnTo>
                  <a:lnTo>
                    <a:pt x="580" y="292"/>
                  </a:lnTo>
                  <a:lnTo>
                    <a:pt x="580" y="301"/>
                  </a:lnTo>
                  <a:lnTo>
                    <a:pt x="582" y="311"/>
                  </a:lnTo>
                  <a:lnTo>
                    <a:pt x="586" y="320"/>
                  </a:lnTo>
                  <a:lnTo>
                    <a:pt x="590" y="328"/>
                  </a:lnTo>
                  <a:lnTo>
                    <a:pt x="596" y="334"/>
                  </a:lnTo>
                  <a:lnTo>
                    <a:pt x="604" y="341"/>
                  </a:lnTo>
                  <a:lnTo>
                    <a:pt x="611" y="344"/>
                  </a:lnTo>
                  <a:lnTo>
                    <a:pt x="623" y="347"/>
                  </a:lnTo>
                  <a:lnTo>
                    <a:pt x="633" y="348"/>
                  </a:lnTo>
                  <a:lnTo>
                    <a:pt x="642" y="349"/>
                  </a:lnTo>
                  <a:lnTo>
                    <a:pt x="653" y="348"/>
                  </a:lnTo>
                  <a:lnTo>
                    <a:pt x="665" y="347"/>
                  </a:lnTo>
                  <a:lnTo>
                    <a:pt x="675" y="346"/>
                  </a:lnTo>
                  <a:lnTo>
                    <a:pt x="685" y="345"/>
                  </a:lnTo>
                  <a:lnTo>
                    <a:pt x="694" y="344"/>
                  </a:lnTo>
                  <a:lnTo>
                    <a:pt x="705" y="345"/>
                  </a:lnTo>
                  <a:lnTo>
                    <a:pt x="711" y="346"/>
                  </a:lnTo>
                  <a:lnTo>
                    <a:pt x="718" y="348"/>
                  </a:lnTo>
                  <a:lnTo>
                    <a:pt x="725" y="352"/>
                  </a:lnTo>
                  <a:lnTo>
                    <a:pt x="731" y="358"/>
                  </a:lnTo>
                  <a:lnTo>
                    <a:pt x="737" y="364"/>
                  </a:lnTo>
                  <a:lnTo>
                    <a:pt x="741" y="374"/>
                  </a:lnTo>
                  <a:lnTo>
                    <a:pt x="743" y="383"/>
                  </a:lnTo>
                  <a:lnTo>
                    <a:pt x="744" y="393"/>
                  </a:lnTo>
                  <a:lnTo>
                    <a:pt x="745" y="412"/>
                  </a:lnTo>
                  <a:lnTo>
                    <a:pt x="744" y="434"/>
                  </a:lnTo>
                  <a:lnTo>
                    <a:pt x="745" y="458"/>
                  </a:lnTo>
                  <a:lnTo>
                    <a:pt x="743" y="485"/>
                  </a:lnTo>
                  <a:lnTo>
                    <a:pt x="741" y="504"/>
                  </a:lnTo>
                  <a:lnTo>
                    <a:pt x="740" y="519"/>
                  </a:lnTo>
                  <a:lnTo>
                    <a:pt x="737" y="528"/>
                  </a:lnTo>
                  <a:lnTo>
                    <a:pt x="732" y="536"/>
                  </a:lnTo>
                  <a:lnTo>
                    <a:pt x="727" y="541"/>
                  </a:lnTo>
                  <a:lnTo>
                    <a:pt x="720" y="545"/>
                  </a:lnTo>
                  <a:lnTo>
                    <a:pt x="712" y="548"/>
                  </a:lnTo>
                  <a:lnTo>
                    <a:pt x="705" y="550"/>
                  </a:lnTo>
                  <a:lnTo>
                    <a:pt x="690" y="551"/>
                  </a:lnTo>
                  <a:lnTo>
                    <a:pt x="678" y="550"/>
                  </a:lnTo>
                  <a:lnTo>
                    <a:pt x="667" y="548"/>
                  </a:lnTo>
                  <a:lnTo>
                    <a:pt x="658" y="547"/>
                  </a:lnTo>
                  <a:lnTo>
                    <a:pt x="647" y="547"/>
                  </a:lnTo>
                  <a:lnTo>
                    <a:pt x="638" y="547"/>
                  </a:lnTo>
                  <a:lnTo>
                    <a:pt x="630" y="547"/>
                  </a:lnTo>
                  <a:lnTo>
                    <a:pt x="621" y="548"/>
                  </a:lnTo>
                  <a:lnTo>
                    <a:pt x="611" y="551"/>
                  </a:lnTo>
                  <a:lnTo>
                    <a:pt x="605" y="554"/>
                  </a:lnTo>
                  <a:lnTo>
                    <a:pt x="600" y="556"/>
                  </a:lnTo>
                  <a:lnTo>
                    <a:pt x="593" y="562"/>
                  </a:lnTo>
                  <a:lnTo>
                    <a:pt x="588" y="568"/>
                  </a:lnTo>
                  <a:lnTo>
                    <a:pt x="585" y="574"/>
                  </a:lnTo>
                  <a:lnTo>
                    <a:pt x="581" y="581"/>
                  </a:lnTo>
                  <a:lnTo>
                    <a:pt x="579" y="589"/>
                  </a:lnTo>
                  <a:lnTo>
                    <a:pt x="579" y="597"/>
                  </a:lnTo>
                  <a:lnTo>
                    <a:pt x="579" y="605"/>
                  </a:lnTo>
                  <a:lnTo>
                    <a:pt x="579" y="619"/>
                  </a:lnTo>
                  <a:lnTo>
                    <a:pt x="579" y="634"/>
                  </a:lnTo>
                  <a:lnTo>
                    <a:pt x="575" y="646"/>
                  </a:lnTo>
                  <a:lnTo>
                    <a:pt x="572" y="655"/>
                  </a:lnTo>
                  <a:lnTo>
                    <a:pt x="567" y="661"/>
                  </a:lnTo>
                  <a:lnTo>
                    <a:pt x="559" y="666"/>
                  </a:lnTo>
                  <a:lnTo>
                    <a:pt x="552" y="671"/>
                  </a:lnTo>
                  <a:lnTo>
                    <a:pt x="543" y="674"/>
                  </a:lnTo>
                  <a:lnTo>
                    <a:pt x="532" y="676"/>
                  </a:lnTo>
                  <a:lnTo>
                    <a:pt x="523" y="679"/>
                  </a:lnTo>
                  <a:lnTo>
                    <a:pt x="512" y="682"/>
                  </a:lnTo>
                  <a:lnTo>
                    <a:pt x="502" y="683"/>
                  </a:lnTo>
                  <a:lnTo>
                    <a:pt x="492" y="686"/>
                  </a:lnTo>
                  <a:lnTo>
                    <a:pt x="484" y="691"/>
                  </a:lnTo>
                  <a:lnTo>
                    <a:pt x="474" y="695"/>
                  </a:lnTo>
                  <a:lnTo>
                    <a:pt x="466" y="701"/>
                  </a:lnTo>
                  <a:lnTo>
                    <a:pt x="459" y="709"/>
                  </a:lnTo>
                  <a:lnTo>
                    <a:pt x="454" y="718"/>
                  </a:lnTo>
                  <a:lnTo>
                    <a:pt x="449" y="729"/>
                  </a:lnTo>
                  <a:lnTo>
                    <a:pt x="448" y="739"/>
                  </a:lnTo>
                  <a:lnTo>
                    <a:pt x="448" y="750"/>
                  </a:lnTo>
                  <a:lnTo>
                    <a:pt x="450" y="761"/>
                  </a:lnTo>
                  <a:lnTo>
                    <a:pt x="453" y="772"/>
                  </a:lnTo>
                  <a:lnTo>
                    <a:pt x="455" y="784"/>
                  </a:lnTo>
                  <a:lnTo>
                    <a:pt x="457" y="795"/>
                  </a:lnTo>
                  <a:lnTo>
                    <a:pt x="459" y="810"/>
                  </a:lnTo>
                  <a:lnTo>
                    <a:pt x="459" y="824"/>
                  </a:lnTo>
                  <a:lnTo>
                    <a:pt x="456" y="838"/>
                  </a:lnTo>
                  <a:lnTo>
                    <a:pt x="454" y="849"/>
                  </a:lnTo>
                  <a:lnTo>
                    <a:pt x="450" y="860"/>
                  </a:lnTo>
                  <a:lnTo>
                    <a:pt x="445" y="871"/>
                  </a:lnTo>
                  <a:lnTo>
                    <a:pt x="439" y="884"/>
                  </a:lnTo>
                  <a:lnTo>
                    <a:pt x="432" y="893"/>
                  </a:lnTo>
                  <a:lnTo>
                    <a:pt x="426" y="898"/>
                  </a:lnTo>
                  <a:lnTo>
                    <a:pt x="419" y="905"/>
                  </a:lnTo>
                  <a:lnTo>
                    <a:pt x="411" y="912"/>
                  </a:lnTo>
                  <a:lnTo>
                    <a:pt x="403" y="916"/>
                  </a:lnTo>
                  <a:lnTo>
                    <a:pt x="396" y="917"/>
                  </a:lnTo>
                  <a:lnTo>
                    <a:pt x="385" y="918"/>
                  </a:lnTo>
                  <a:lnTo>
                    <a:pt x="371" y="919"/>
                  </a:lnTo>
                  <a:lnTo>
                    <a:pt x="355" y="918"/>
                  </a:lnTo>
                  <a:lnTo>
                    <a:pt x="347" y="918"/>
                  </a:lnTo>
                  <a:lnTo>
                    <a:pt x="338" y="917"/>
                  </a:lnTo>
                  <a:lnTo>
                    <a:pt x="327" y="913"/>
                  </a:lnTo>
                  <a:lnTo>
                    <a:pt x="318" y="908"/>
                  </a:lnTo>
                  <a:lnTo>
                    <a:pt x="312" y="902"/>
                  </a:lnTo>
                  <a:lnTo>
                    <a:pt x="306" y="895"/>
                  </a:lnTo>
                  <a:lnTo>
                    <a:pt x="300" y="889"/>
                  </a:lnTo>
                  <a:lnTo>
                    <a:pt x="295" y="880"/>
                  </a:lnTo>
                  <a:lnTo>
                    <a:pt x="291" y="872"/>
                  </a:lnTo>
                  <a:lnTo>
                    <a:pt x="288" y="861"/>
                  </a:lnTo>
                  <a:lnTo>
                    <a:pt x="286" y="850"/>
                  </a:lnTo>
                  <a:lnTo>
                    <a:pt x="285" y="842"/>
                  </a:lnTo>
                  <a:lnTo>
                    <a:pt x="285" y="830"/>
                  </a:lnTo>
                  <a:lnTo>
                    <a:pt x="286" y="820"/>
                  </a:lnTo>
                  <a:lnTo>
                    <a:pt x="289" y="810"/>
                  </a:lnTo>
                  <a:lnTo>
                    <a:pt x="291" y="797"/>
                  </a:lnTo>
                  <a:lnTo>
                    <a:pt x="294" y="785"/>
                  </a:lnTo>
                  <a:lnTo>
                    <a:pt x="296" y="775"/>
                  </a:lnTo>
                  <a:lnTo>
                    <a:pt x="296" y="765"/>
                  </a:lnTo>
                  <a:lnTo>
                    <a:pt x="296" y="757"/>
                  </a:lnTo>
                  <a:lnTo>
                    <a:pt x="294" y="749"/>
                  </a:lnTo>
                  <a:lnTo>
                    <a:pt x="289" y="740"/>
                  </a:lnTo>
                  <a:lnTo>
                    <a:pt x="285" y="733"/>
                  </a:lnTo>
                  <a:lnTo>
                    <a:pt x="279" y="726"/>
                  </a:lnTo>
                  <a:lnTo>
                    <a:pt x="273" y="721"/>
                  </a:lnTo>
                  <a:lnTo>
                    <a:pt x="266" y="715"/>
                  </a:lnTo>
                  <a:lnTo>
                    <a:pt x="257" y="712"/>
                  </a:lnTo>
                  <a:lnTo>
                    <a:pt x="249" y="709"/>
                  </a:lnTo>
                  <a:lnTo>
                    <a:pt x="238" y="706"/>
                  </a:lnTo>
                  <a:lnTo>
                    <a:pt x="229" y="705"/>
                  </a:lnTo>
                  <a:lnTo>
                    <a:pt x="220" y="702"/>
                  </a:lnTo>
                  <a:lnTo>
                    <a:pt x="210" y="700"/>
                  </a:lnTo>
                  <a:lnTo>
                    <a:pt x="201" y="696"/>
                  </a:lnTo>
                  <a:lnTo>
                    <a:pt x="191" y="692"/>
                  </a:lnTo>
                  <a:lnTo>
                    <a:pt x="183" y="688"/>
                  </a:lnTo>
                  <a:lnTo>
                    <a:pt x="176" y="683"/>
                  </a:lnTo>
                  <a:lnTo>
                    <a:pt x="171" y="675"/>
                  </a:lnTo>
                  <a:lnTo>
                    <a:pt x="167" y="665"/>
                  </a:lnTo>
                  <a:lnTo>
                    <a:pt x="165" y="652"/>
                  </a:lnTo>
                  <a:lnTo>
                    <a:pt x="164" y="642"/>
                  </a:lnTo>
                  <a:lnTo>
                    <a:pt x="165" y="630"/>
                  </a:lnTo>
                  <a:lnTo>
                    <a:pt x="166" y="621"/>
                  </a:lnTo>
                  <a:lnTo>
                    <a:pt x="165" y="609"/>
                  </a:lnTo>
                  <a:lnTo>
                    <a:pt x="162" y="601"/>
                  </a:lnTo>
                  <a:lnTo>
                    <a:pt x="156" y="592"/>
                  </a:lnTo>
                  <a:lnTo>
                    <a:pt x="151" y="586"/>
                  </a:lnTo>
                  <a:lnTo>
                    <a:pt x="145" y="580"/>
                  </a:lnTo>
                  <a:lnTo>
                    <a:pt x="136" y="576"/>
                  </a:lnTo>
                  <a:lnTo>
                    <a:pt x="126" y="572"/>
                  </a:lnTo>
                  <a:lnTo>
                    <a:pt x="116" y="571"/>
                  </a:lnTo>
                  <a:lnTo>
                    <a:pt x="107" y="569"/>
                  </a:lnTo>
                  <a:lnTo>
                    <a:pt x="97" y="569"/>
                  </a:lnTo>
                  <a:lnTo>
                    <a:pt x="89" y="571"/>
                  </a:lnTo>
                  <a:lnTo>
                    <a:pt x="80" y="572"/>
                  </a:lnTo>
                  <a:lnTo>
                    <a:pt x="71" y="573"/>
                  </a:lnTo>
                  <a:lnTo>
                    <a:pt x="62" y="574"/>
                  </a:lnTo>
                  <a:lnTo>
                    <a:pt x="48" y="574"/>
                  </a:lnTo>
                  <a:lnTo>
                    <a:pt x="39" y="573"/>
                  </a:lnTo>
                  <a:lnTo>
                    <a:pt x="29" y="571"/>
                  </a:lnTo>
                  <a:lnTo>
                    <a:pt x="22" y="567"/>
                  </a:lnTo>
                  <a:lnTo>
                    <a:pt x="14" y="560"/>
                  </a:lnTo>
                  <a:lnTo>
                    <a:pt x="9" y="553"/>
                  </a:lnTo>
                  <a:lnTo>
                    <a:pt x="6" y="545"/>
                  </a:lnTo>
                  <a:lnTo>
                    <a:pt x="2" y="531"/>
                  </a:lnTo>
                  <a:lnTo>
                    <a:pt x="1" y="515"/>
                  </a:lnTo>
                  <a:lnTo>
                    <a:pt x="0" y="499"/>
                  </a:lnTo>
                  <a:lnTo>
                    <a:pt x="0" y="479"/>
                  </a:lnTo>
                  <a:lnTo>
                    <a:pt x="1" y="462"/>
                  </a:lnTo>
                  <a:lnTo>
                    <a:pt x="2" y="444"/>
                  </a:lnTo>
                  <a:lnTo>
                    <a:pt x="2" y="428"/>
                  </a:lnTo>
                  <a:lnTo>
                    <a:pt x="3" y="411"/>
                  </a:lnTo>
                  <a:lnTo>
                    <a:pt x="5" y="398"/>
                  </a:lnTo>
                  <a:lnTo>
                    <a:pt x="7" y="383"/>
                  </a:lnTo>
                  <a:lnTo>
                    <a:pt x="9" y="372"/>
                  </a:lnTo>
                  <a:lnTo>
                    <a:pt x="13" y="365"/>
                  </a:lnTo>
                  <a:lnTo>
                    <a:pt x="18" y="358"/>
                  </a:lnTo>
                  <a:lnTo>
                    <a:pt x="23" y="354"/>
                  </a:lnTo>
                  <a:lnTo>
                    <a:pt x="30" y="348"/>
                  </a:lnTo>
                  <a:lnTo>
                    <a:pt x="36" y="347"/>
                  </a:lnTo>
                  <a:lnTo>
                    <a:pt x="44" y="345"/>
                  </a:lnTo>
                  <a:lnTo>
                    <a:pt x="55" y="344"/>
                  </a:lnTo>
                  <a:lnTo>
                    <a:pt x="64" y="345"/>
                  </a:lnTo>
                  <a:lnTo>
                    <a:pt x="77" y="347"/>
                  </a:lnTo>
                  <a:lnTo>
                    <a:pt x="88" y="347"/>
                  </a:lnTo>
                  <a:lnTo>
                    <a:pt x="97" y="348"/>
                  </a:lnTo>
                  <a:lnTo>
                    <a:pt x="110" y="349"/>
                  </a:lnTo>
                  <a:lnTo>
                    <a:pt x="123" y="347"/>
                  </a:lnTo>
                  <a:lnTo>
                    <a:pt x="134" y="344"/>
                  </a:lnTo>
                  <a:lnTo>
                    <a:pt x="145" y="339"/>
                  </a:lnTo>
                  <a:lnTo>
                    <a:pt x="152" y="335"/>
                  </a:lnTo>
                  <a:lnTo>
                    <a:pt x="159" y="328"/>
                  </a:lnTo>
                  <a:lnTo>
                    <a:pt x="164" y="319"/>
                  </a:lnTo>
                  <a:lnTo>
                    <a:pt x="167" y="310"/>
                  </a:lnTo>
                  <a:lnTo>
                    <a:pt x="169" y="300"/>
                  </a:lnTo>
                  <a:lnTo>
                    <a:pt x="168" y="293"/>
                  </a:lnTo>
                  <a:lnTo>
                    <a:pt x="167" y="279"/>
                  </a:lnTo>
                  <a:lnTo>
                    <a:pt x="168" y="265"/>
                  </a:lnTo>
                  <a:lnTo>
                    <a:pt x="170" y="255"/>
                  </a:lnTo>
                  <a:lnTo>
                    <a:pt x="173" y="245"/>
                  </a:lnTo>
                  <a:lnTo>
                    <a:pt x="177" y="238"/>
                  </a:lnTo>
                  <a:lnTo>
                    <a:pt x="185" y="231"/>
                  </a:lnTo>
                  <a:lnTo>
                    <a:pt x="194" y="226"/>
                  </a:lnTo>
                  <a:lnTo>
                    <a:pt x="205" y="222"/>
                  </a:lnTo>
                  <a:lnTo>
                    <a:pt x="216" y="218"/>
                  </a:lnTo>
                  <a:lnTo>
                    <a:pt x="226" y="215"/>
                  </a:lnTo>
                  <a:lnTo>
                    <a:pt x="237" y="214"/>
                  </a:lnTo>
                  <a:lnTo>
                    <a:pt x="248" y="211"/>
                  </a:lnTo>
                  <a:lnTo>
                    <a:pt x="261" y="207"/>
                  </a:lnTo>
                  <a:lnTo>
                    <a:pt x="273" y="201"/>
                  </a:lnTo>
                  <a:lnTo>
                    <a:pt x="284" y="192"/>
                  </a:lnTo>
                </a:path>
              </a:pathLst>
            </a:custGeom>
            <a:solidFill>
              <a:schemeClr val="accent2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6876" name="Group 16">
            <a:extLst>
              <a:ext uri="{FF2B5EF4-FFF2-40B4-BE49-F238E27FC236}">
                <a16:creationId xmlns:a16="http://schemas.microsoft.com/office/drawing/2014/main" id="{F241C164-5858-447C-93A8-A166E66556AC}"/>
              </a:ext>
            </a:extLst>
          </p:cNvPr>
          <p:cNvGrpSpPr>
            <a:grpSpLocks/>
          </p:cNvGrpSpPr>
          <p:nvPr/>
        </p:nvGrpSpPr>
        <p:grpSpPr bwMode="auto">
          <a:xfrm>
            <a:off x="428625" y="3621216"/>
            <a:ext cx="1047750" cy="650201"/>
            <a:chOff x="2969" y="2160"/>
            <a:chExt cx="660" cy="382"/>
          </a:xfrm>
        </p:grpSpPr>
        <p:sp>
          <p:nvSpPr>
            <p:cNvPr id="36883" name="Freeform 17">
              <a:extLst>
                <a:ext uri="{FF2B5EF4-FFF2-40B4-BE49-F238E27FC236}">
                  <a16:creationId xmlns:a16="http://schemas.microsoft.com/office/drawing/2014/main" id="{78C33E49-FE38-4F54-AF68-9F97550C4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2173"/>
              <a:ext cx="218" cy="253"/>
            </a:xfrm>
            <a:custGeom>
              <a:avLst/>
              <a:gdLst>
                <a:gd name="T0" fmla="*/ 18 w 549"/>
                <a:gd name="T1" fmla="*/ 0 h 843"/>
                <a:gd name="T2" fmla="*/ 40 w 549"/>
                <a:gd name="T3" fmla="*/ 73 h 843"/>
                <a:gd name="T4" fmla="*/ 34 w 549"/>
                <a:gd name="T5" fmla="*/ 69 h 843"/>
                <a:gd name="T6" fmla="*/ 33 w 549"/>
                <a:gd name="T7" fmla="*/ 70 h 843"/>
                <a:gd name="T8" fmla="*/ 31 w 549"/>
                <a:gd name="T9" fmla="*/ 71 h 843"/>
                <a:gd name="T10" fmla="*/ 30 w 549"/>
                <a:gd name="T11" fmla="*/ 73 h 843"/>
                <a:gd name="T12" fmla="*/ 29 w 549"/>
                <a:gd name="T13" fmla="*/ 74 h 843"/>
                <a:gd name="T14" fmla="*/ 27 w 549"/>
                <a:gd name="T15" fmla="*/ 75 h 843"/>
                <a:gd name="T16" fmla="*/ 26 w 549"/>
                <a:gd name="T17" fmla="*/ 76 h 843"/>
                <a:gd name="T18" fmla="*/ 23 w 549"/>
                <a:gd name="T19" fmla="*/ 76 h 843"/>
                <a:gd name="T20" fmla="*/ 21 w 549"/>
                <a:gd name="T21" fmla="*/ 76 h 843"/>
                <a:gd name="T22" fmla="*/ 19 w 549"/>
                <a:gd name="T23" fmla="*/ 75 h 843"/>
                <a:gd name="T24" fmla="*/ 17 w 549"/>
                <a:gd name="T25" fmla="*/ 74 h 843"/>
                <a:gd name="T26" fmla="*/ 15 w 549"/>
                <a:gd name="T27" fmla="*/ 74 h 843"/>
                <a:gd name="T28" fmla="*/ 14 w 549"/>
                <a:gd name="T29" fmla="*/ 73 h 843"/>
                <a:gd name="T30" fmla="*/ 13 w 549"/>
                <a:gd name="T31" fmla="*/ 72 h 843"/>
                <a:gd name="T32" fmla="*/ 12 w 549"/>
                <a:gd name="T33" fmla="*/ 70 h 843"/>
                <a:gd name="T34" fmla="*/ 12 w 549"/>
                <a:gd name="T35" fmla="*/ 69 h 843"/>
                <a:gd name="T36" fmla="*/ 12 w 549"/>
                <a:gd name="T37" fmla="*/ 68 h 843"/>
                <a:gd name="T38" fmla="*/ 14 w 549"/>
                <a:gd name="T39" fmla="*/ 66 h 843"/>
                <a:gd name="T40" fmla="*/ 15 w 549"/>
                <a:gd name="T41" fmla="*/ 65 h 843"/>
                <a:gd name="T42" fmla="*/ 17 w 549"/>
                <a:gd name="T43" fmla="*/ 64 h 843"/>
                <a:gd name="T44" fmla="*/ 19 w 549"/>
                <a:gd name="T45" fmla="*/ 63 h 843"/>
                <a:gd name="T46" fmla="*/ 20 w 549"/>
                <a:gd name="T47" fmla="*/ 62 h 843"/>
                <a:gd name="T48" fmla="*/ 9 w 549"/>
                <a:gd name="T49" fmla="*/ 56 h 843"/>
                <a:gd name="T50" fmla="*/ 12 w 549"/>
                <a:gd name="T51" fmla="*/ 53 h 843"/>
                <a:gd name="T52" fmla="*/ 14 w 549"/>
                <a:gd name="T53" fmla="*/ 52 h 843"/>
                <a:gd name="T54" fmla="*/ 14 w 549"/>
                <a:gd name="T55" fmla="*/ 51 h 843"/>
                <a:gd name="T56" fmla="*/ 14 w 549"/>
                <a:gd name="T57" fmla="*/ 50 h 843"/>
                <a:gd name="T58" fmla="*/ 13 w 549"/>
                <a:gd name="T59" fmla="*/ 49 h 843"/>
                <a:gd name="T60" fmla="*/ 12 w 549"/>
                <a:gd name="T61" fmla="*/ 48 h 843"/>
                <a:gd name="T62" fmla="*/ 9 w 549"/>
                <a:gd name="T63" fmla="*/ 47 h 843"/>
                <a:gd name="T64" fmla="*/ 7 w 549"/>
                <a:gd name="T65" fmla="*/ 45 h 843"/>
                <a:gd name="T66" fmla="*/ 5 w 549"/>
                <a:gd name="T67" fmla="*/ 44 h 843"/>
                <a:gd name="T68" fmla="*/ 3 w 549"/>
                <a:gd name="T69" fmla="*/ 43 h 843"/>
                <a:gd name="T70" fmla="*/ 2 w 549"/>
                <a:gd name="T71" fmla="*/ 41 h 843"/>
                <a:gd name="T72" fmla="*/ 2 w 549"/>
                <a:gd name="T73" fmla="*/ 40 h 843"/>
                <a:gd name="T74" fmla="*/ 3 w 549"/>
                <a:gd name="T75" fmla="*/ 38 h 843"/>
                <a:gd name="T76" fmla="*/ 5 w 549"/>
                <a:gd name="T77" fmla="*/ 37 h 843"/>
                <a:gd name="T78" fmla="*/ 7 w 549"/>
                <a:gd name="T79" fmla="*/ 35 h 843"/>
                <a:gd name="T80" fmla="*/ 7 w 549"/>
                <a:gd name="T81" fmla="*/ 34 h 843"/>
                <a:gd name="T82" fmla="*/ 7 w 549"/>
                <a:gd name="T83" fmla="*/ 33 h 843"/>
                <a:gd name="T84" fmla="*/ 6 w 549"/>
                <a:gd name="T85" fmla="*/ 32 h 843"/>
                <a:gd name="T86" fmla="*/ 4 w 549"/>
                <a:gd name="T87" fmla="*/ 30 h 843"/>
                <a:gd name="T88" fmla="*/ 2 w 549"/>
                <a:gd name="T89" fmla="*/ 29 h 843"/>
                <a:gd name="T90" fmla="*/ 1 w 549"/>
                <a:gd name="T91" fmla="*/ 27 h 843"/>
                <a:gd name="T92" fmla="*/ 0 w 549"/>
                <a:gd name="T93" fmla="*/ 26 h 843"/>
                <a:gd name="T94" fmla="*/ 0 w 549"/>
                <a:gd name="T95" fmla="*/ 24 h 843"/>
                <a:gd name="T96" fmla="*/ 0 w 549"/>
                <a:gd name="T97" fmla="*/ 23 h 843"/>
                <a:gd name="T98" fmla="*/ 2 w 549"/>
                <a:gd name="T99" fmla="*/ 22 h 843"/>
                <a:gd name="T100" fmla="*/ 4 w 549"/>
                <a:gd name="T101" fmla="*/ 21 h 843"/>
                <a:gd name="T102" fmla="*/ 6 w 549"/>
                <a:gd name="T103" fmla="*/ 20 h 843"/>
                <a:gd name="T104" fmla="*/ 8 w 549"/>
                <a:gd name="T105" fmla="*/ 19 h 843"/>
                <a:gd name="T106" fmla="*/ 10 w 549"/>
                <a:gd name="T107" fmla="*/ 17 h 843"/>
                <a:gd name="T108" fmla="*/ 11 w 549"/>
                <a:gd name="T109" fmla="*/ 15 h 843"/>
                <a:gd name="T110" fmla="*/ 11 w 549"/>
                <a:gd name="T111" fmla="*/ 14 h 843"/>
                <a:gd name="T112" fmla="*/ 11 w 549"/>
                <a:gd name="T113" fmla="*/ 13 h 843"/>
                <a:gd name="T114" fmla="*/ 10 w 549"/>
                <a:gd name="T115" fmla="*/ 12 h 843"/>
                <a:gd name="T116" fmla="*/ 9 w 549"/>
                <a:gd name="T117" fmla="*/ 11 h 843"/>
                <a:gd name="T118" fmla="*/ 7 w 549"/>
                <a:gd name="T119" fmla="*/ 10 h 84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49" h="843">
                  <a:moveTo>
                    <a:pt x="38" y="99"/>
                  </a:moveTo>
                  <a:lnTo>
                    <a:pt x="114" y="0"/>
                  </a:lnTo>
                  <a:lnTo>
                    <a:pt x="548" y="426"/>
                  </a:lnTo>
                  <a:lnTo>
                    <a:pt x="255" y="806"/>
                  </a:lnTo>
                  <a:lnTo>
                    <a:pt x="217" y="769"/>
                  </a:lnTo>
                  <a:lnTo>
                    <a:pt x="213" y="771"/>
                  </a:lnTo>
                  <a:lnTo>
                    <a:pt x="209" y="774"/>
                  </a:lnTo>
                  <a:lnTo>
                    <a:pt x="206" y="778"/>
                  </a:lnTo>
                  <a:lnTo>
                    <a:pt x="202" y="783"/>
                  </a:lnTo>
                  <a:lnTo>
                    <a:pt x="199" y="791"/>
                  </a:lnTo>
                  <a:lnTo>
                    <a:pt x="195" y="800"/>
                  </a:lnTo>
                  <a:lnTo>
                    <a:pt x="192" y="806"/>
                  </a:lnTo>
                  <a:lnTo>
                    <a:pt x="189" y="814"/>
                  </a:lnTo>
                  <a:lnTo>
                    <a:pt x="185" y="821"/>
                  </a:lnTo>
                  <a:lnTo>
                    <a:pt x="180" y="827"/>
                  </a:lnTo>
                  <a:lnTo>
                    <a:pt x="175" y="831"/>
                  </a:lnTo>
                  <a:lnTo>
                    <a:pt x="170" y="836"/>
                  </a:lnTo>
                  <a:lnTo>
                    <a:pt x="163" y="840"/>
                  </a:lnTo>
                  <a:lnTo>
                    <a:pt x="157" y="841"/>
                  </a:lnTo>
                  <a:lnTo>
                    <a:pt x="149" y="842"/>
                  </a:lnTo>
                  <a:lnTo>
                    <a:pt x="142" y="842"/>
                  </a:lnTo>
                  <a:lnTo>
                    <a:pt x="135" y="842"/>
                  </a:lnTo>
                  <a:lnTo>
                    <a:pt x="129" y="840"/>
                  </a:lnTo>
                  <a:lnTo>
                    <a:pt x="122" y="837"/>
                  </a:lnTo>
                  <a:lnTo>
                    <a:pt x="114" y="834"/>
                  </a:lnTo>
                  <a:lnTo>
                    <a:pt x="107" y="828"/>
                  </a:lnTo>
                  <a:lnTo>
                    <a:pt x="102" y="824"/>
                  </a:lnTo>
                  <a:lnTo>
                    <a:pt x="96" y="818"/>
                  </a:lnTo>
                  <a:lnTo>
                    <a:pt x="91" y="813"/>
                  </a:lnTo>
                  <a:lnTo>
                    <a:pt x="88" y="808"/>
                  </a:lnTo>
                  <a:lnTo>
                    <a:pt x="84" y="801"/>
                  </a:lnTo>
                  <a:lnTo>
                    <a:pt x="80" y="795"/>
                  </a:lnTo>
                  <a:lnTo>
                    <a:pt x="79" y="788"/>
                  </a:lnTo>
                  <a:lnTo>
                    <a:pt x="77" y="781"/>
                  </a:lnTo>
                  <a:lnTo>
                    <a:pt x="77" y="773"/>
                  </a:lnTo>
                  <a:lnTo>
                    <a:pt x="76" y="765"/>
                  </a:lnTo>
                  <a:lnTo>
                    <a:pt x="76" y="757"/>
                  </a:lnTo>
                  <a:lnTo>
                    <a:pt x="78" y="750"/>
                  </a:lnTo>
                  <a:lnTo>
                    <a:pt x="81" y="741"/>
                  </a:lnTo>
                  <a:lnTo>
                    <a:pt x="85" y="733"/>
                  </a:lnTo>
                  <a:lnTo>
                    <a:pt x="90" y="726"/>
                  </a:lnTo>
                  <a:lnTo>
                    <a:pt x="97" y="720"/>
                  </a:lnTo>
                  <a:lnTo>
                    <a:pt x="103" y="715"/>
                  </a:lnTo>
                  <a:lnTo>
                    <a:pt x="110" y="709"/>
                  </a:lnTo>
                  <a:lnTo>
                    <a:pt x="118" y="704"/>
                  </a:lnTo>
                  <a:lnTo>
                    <a:pt x="123" y="699"/>
                  </a:lnTo>
                  <a:lnTo>
                    <a:pt x="126" y="695"/>
                  </a:lnTo>
                  <a:lnTo>
                    <a:pt x="128" y="692"/>
                  </a:lnTo>
                  <a:lnTo>
                    <a:pt x="129" y="687"/>
                  </a:lnTo>
                  <a:lnTo>
                    <a:pt x="57" y="616"/>
                  </a:lnTo>
                  <a:lnTo>
                    <a:pt x="69" y="603"/>
                  </a:lnTo>
                  <a:lnTo>
                    <a:pt x="75" y="594"/>
                  </a:lnTo>
                  <a:lnTo>
                    <a:pt x="80" y="586"/>
                  </a:lnTo>
                  <a:lnTo>
                    <a:pt x="85" y="578"/>
                  </a:lnTo>
                  <a:lnTo>
                    <a:pt x="88" y="572"/>
                  </a:lnTo>
                  <a:lnTo>
                    <a:pt x="89" y="566"/>
                  </a:lnTo>
                  <a:lnTo>
                    <a:pt x="90" y="560"/>
                  </a:lnTo>
                  <a:lnTo>
                    <a:pt x="88" y="553"/>
                  </a:lnTo>
                  <a:lnTo>
                    <a:pt x="87" y="546"/>
                  </a:lnTo>
                  <a:lnTo>
                    <a:pt x="84" y="541"/>
                  </a:lnTo>
                  <a:lnTo>
                    <a:pt x="81" y="536"/>
                  </a:lnTo>
                  <a:lnTo>
                    <a:pt x="75" y="530"/>
                  </a:lnTo>
                  <a:lnTo>
                    <a:pt x="67" y="522"/>
                  </a:lnTo>
                  <a:lnTo>
                    <a:pt x="59" y="516"/>
                  </a:lnTo>
                  <a:lnTo>
                    <a:pt x="51" y="509"/>
                  </a:lnTo>
                  <a:lnTo>
                    <a:pt x="45" y="503"/>
                  </a:lnTo>
                  <a:lnTo>
                    <a:pt x="36" y="496"/>
                  </a:lnTo>
                  <a:lnTo>
                    <a:pt x="30" y="489"/>
                  </a:lnTo>
                  <a:lnTo>
                    <a:pt x="25" y="483"/>
                  </a:lnTo>
                  <a:lnTo>
                    <a:pt x="17" y="473"/>
                  </a:lnTo>
                  <a:lnTo>
                    <a:pt x="14" y="464"/>
                  </a:lnTo>
                  <a:lnTo>
                    <a:pt x="12" y="455"/>
                  </a:lnTo>
                  <a:lnTo>
                    <a:pt x="12" y="447"/>
                  </a:lnTo>
                  <a:lnTo>
                    <a:pt x="13" y="439"/>
                  </a:lnTo>
                  <a:lnTo>
                    <a:pt x="16" y="430"/>
                  </a:lnTo>
                  <a:lnTo>
                    <a:pt x="21" y="423"/>
                  </a:lnTo>
                  <a:lnTo>
                    <a:pt x="28" y="415"/>
                  </a:lnTo>
                  <a:lnTo>
                    <a:pt x="33" y="408"/>
                  </a:lnTo>
                  <a:lnTo>
                    <a:pt x="38" y="402"/>
                  </a:lnTo>
                  <a:lnTo>
                    <a:pt x="42" y="393"/>
                  </a:lnTo>
                  <a:lnTo>
                    <a:pt x="44" y="387"/>
                  </a:lnTo>
                  <a:lnTo>
                    <a:pt x="45" y="381"/>
                  </a:lnTo>
                  <a:lnTo>
                    <a:pt x="45" y="376"/>
                  </a:lnTo>
                  <a:lnTo>
                    <a:pt x="45" y="371"/>
                  </a:lnTo>
                  <a:lnTo>
                    <a:pt x="42" y="364"/>
                  </a:lnTo>
                  <a:lnTo>
                    <a:pt x="39" y="355"/>
                  </a:lnTo>
                  <a:lnTo>
                    <a:pt x="34" y="346"/>
                  </a:lnTo>
                  <a:lnTo>
                    <a:pt x="28" y="337"/>
                  </a:lnTo>
                  <a:lnTo>
                    <a:pt x="21" y="328"/>
                  </a:lnTo>
                  <a:lnTo>
                    <a:pt x="14" y="319"/>
                  </a:lnTo>
                  <a:lnTo>
                    <a:pt x="10" y="311"/>
                  </a:lnTo>
                  <a:lnTo>
                    <a:pt x="6" y="303"/>
                  </a:lnTo>
                  <a:lnTo>
                    <a:pt x="2" y="295"/>
                  </a:lnTo>
                  <a:lnTo>
                    <a:pt x="1" y="287"/>
                  </a:lnTo>
                  <a:lnTo>
                    <a:pt x="0" y="277"/>
                  </a:lnTo>
                  <a:lnTo>
                    <a:pt x="0" y="270"/>
                  </a:lnTo>
                  <a:lnTo>
                    <a:pt x="1" y="262"/>
                  </a:lnTo>
                  <a:lnTo>
                    <a:pt x="3" y="254"/>
                  </a:lnTo>
                  <a:lnTo>
                    <a:pt x="7" y="246"/>
                  </a:lnTo>
                  <a:lnTo>
                    <a:pt x="12" y="241"/>
                  </a:lnTo>
                  <a:lnTo>
                    <a:pt x="17" y="237"/>
                  </a:lnTo>
                  <a:lnTo>
                    <a:pt x="25" y="231"/>
                  </a:lnTo>
                  <a:lnTo>
                    <a:pt x="33" y="224"/>
                  </a:lnTo>
                  <a:lnTo>
                    <a:pt x="40" y="218"/>
                  </a:lnTo>
                  <a:lnTo>
                    <a:pt x="47" y="212"/>
                  </a:lnTo>
                  <a:lnTo>
                    <a:pt x="53" y="205"/>
                  </a:lnTo>
                  <a:lnTo>
                    <a:pt x="58" y="197"/>
                  </a:lnTo>
                  <a:lnTo>
                    <a:pt x="62" y="189"/>
                  </a:lnTo>
                  <a:lnTo>
                    <a:pt x="65" y="180"/>
                  </a:lnTo>
                  <a:lnTo>
                    <a:pt x="67" y="170"/>
                  </a:lnTo>
                  <a:lnTo>
                    <a:pt x="67" y="162"/>
                  </a:lnTo>
                  <a:lnTo>
                    <a:pt x="68" y="157"/>
                  </a:lnTo>
                  <a:lnTo>
                    <a:pt x="67" y="150"/>
                  </a:lnTo>
                  <a:lnTo>
                    <a:pt x="67" y="143"/>
                  </a:lnTo>
                  <a:lnTo>
                    <a:pt x="65" y="137"/>
                  </a:lnTo>
                  <a:lnTo>
                    <a:pt x="63" y="130"/>
                  </a:lnTo>
                  <a:lnTo>
                    <a:pt x="59" y="124"/>
                  </a:lnTo>
                  <a:lnTo>
                    <a:pt x="55" y="117"/>
                  </a:lnTo>
                  <a:lnTo>
                    <a:pt x="49" y="110"/>
                  </a:lnTo>
                  <a:lnTo>
                    <a:pt x="43" y="105"/>
                  </a:lnTo>
                  <a:lnTo>
                    <a:pt x="38" y="99"/>
                  </a:lnTo>
                </a:path>
              </a:pathLst>
            </a:custGeom>
            <a:solidFill>
              <a:schemeClr val="hlink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4" name="Freeform 18">
              <a:extLst>
                <a:ext uri="{FF2B5EF4-FFF2-40B4-BE49-F238E27FC236}">
                  <a16:creationId xmlns:a16="http://schemas.microsoft.com/office/drawing/2014/main" id="{2DF89DB2-81DF-4198-ABD9-F5EF3787B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2359"/>
              <a:ext cx="232" cy="176"/>
            </a:xfrm>
            <a:custGeom>
              <a:avLst/>
              <a:gdLst>
                <a:gd name="T0" fmla="*/ 1 w 585"/>
                <a:gd name="T1" fmla="*/ 53 h 584"/>
                <a:gd name="T2" fmla="*/ 85 w 585"/>
                <a:gd name="T3" fmla="*/ 0 h 584"/>
                <a:gd name="T4" fmla="*/ 77 w 585"/>
                <a:gd name="T5" fmla="*/ 2 h 584"/>
                <a:gd name="T6" fmla="*/ 77 w 585"/>
                <a:gd name="T7" fmla="*/ 3 h 584"/>
                <a:gd name="T8" fmla="*/ 79 w 585"/>
                <a:gd name="T9" fmla="*/ 5 h 584"/>
                <a:gd name="T10" fmla="*/ 79 w 585"/>
                <a:gd name="T11" fmla="*/ 7 h 584"/>
                <a:gd name="T12" fmla="*/ 79 w 585"/>
                <a:gd name="T13" fmla="*/ 9 h 584"/>
                <a:gd name="T14" fmla="*/ 77 w 585"/>
                <a:gd name="T15" fmla="*/ 10 h 584"/>
                <a:gd name="T16" fmla="*/ 75 w 585"/>
                <a:gd name="T17" fmla="*/ 11 h 584"/>
                <a:gd name="T18" fmla="*/ 72 w 585"/>
                <a:gd name="T19" fmla="*/ 12 h 584"/>
                <a:gd name="T20" fmla="*/ 68 w 585"/>
                <a:gd name="T21" fmla="*/ 12 h 584"/>
                <a:gd name="T22" fmla="*/ 65 w 585"/>
                <a:gd name="T23" fmla="*/ 12 h 584"/>
                <a:gd name="T24" fmla="*/ 63 w 585"/>
                <a:gd name="T25" fmla="*/ 11 h 584"/>
                <a:gd name="T26" fmla="*/ 61 w 585"/>
                <a:gd name="T27" fmla="*/ 10 h 584"/>
                <a:gd name="T28" fmla="*/ 59 w 585"/>
                <a:gd name="T29" fmla="*/ 8 h 584"/>
                <a:gd name="T30" fmla="*/ 59 w 585"/>
                <a:gd name="T31" fmla="*/ 6 h 584"/>
                <a:gd name="T32" fmla="*/ 60 w 585"/>
                <a:gd name="T33" fmla="*/ 5 h 584"/>
                <a:gd name="T34" fmla="*/ 60 w 585"/>
                <a:gd name="T35" fmla="*/ 3 h 584"/>
                <a:gd name="T36" fmla="*/ 60 w 585"/>
                <a:gd name="T37" fmla="*/ 2 h 584"/>
                <a:gd name="T38" fmla="*/ 45 w 585"/>
                <a:gd name="T39" fmla="*/ 4 h 584"/>
                <a:gd name="T40" fmla="*/ 45 w 585"/>
                <a:gd name="T41" fmla="*/ 6 h 584"/>
                <a:gd name="T42" fmla="*/ 45 w 585"/>
                <a:gd name="T43" fmla="*/ 8 h 584"/>
                <a:gd name="T44" fmla="*/ 45 w 585"/>
                <a:gd name="T45" fmla="*/ 10 h 584"/>
                <a:gd name="T46" fmla="*/ 44 w 585"/>
                <a:gd name="T47" fmla="*/ 11 h 584"/>
                <a:gd name="T48" fmla="*/ 42 w 585"/>
                <a:gd name="T49" fmla="*/ 11 h 584"/>
                <a:gd name="T50" fmla="*/ 40 w 585"/>
                <a:gd name="T51" fmla="*/ 12 h 584"/>
                <a:gd name="T52" fmla="*/ 37 w 585"/>
                <a:gd name="T53" fmla="*/ 12 h 584"/>
                <a:gd name="T54" fmla="*/ 35 w 585"/>
                <a:gd name="T55" fmla="*/ 12 h 584"/>
                <a:gd name="T56" fmla="*/ 32 w 585"/>
                <a:gd name="T57" fmla="*/ 12 h 584"/>
                <a:gd name="T58" fmla="*/ 29 w 585"/>
                <a:gd name="T59" fmla="*/ 12 h 584"/>
                <a:gd name="T60" fmla="*/ 27 w 585"/>
                <a:gd name="T61" fmla="*/ 13 h 584"/>
                <a:gd name="T62" fmla="*/ 25 w 585"/>
                <a:gd name="T63" fmla="*/ 14 h 584"/>
                <a:gd name="T64" fmla="*/ 24 w 585"/>
                <a:gd name="T65" fmla="*/ 16 h 584"/>
                <a:gd name="T66" fmla="*/ 24 w 585"/>
                <a:gd name="T67" fmla="*/ 17 h 584"/>
                <a:gd name="T68" fmla="*/ 25 w 585"/>
                <a:gd name="T69" fmla="*/ 19 h 584"/>
                <a:gd name="T70" fmla="*/ 24 w 585"/>
                <a:gd name="T71" fmla="*/ 20 h 584"/>
                <a:gd name="T72" fmla="*/ 23 w 585"/>
                <a:gd name="T73" fmla="*/ 21 h 584"/>
                <a:gd name="T74" fmla="*/ 21 w 585"/>
                <a:gd name="T75" fmla="*/ 22 h 584"/>
                <a:gd name="T76" fmla="*/ 19 w 585"/>
                <a:gd name="T77" fmla="*/ 23 h 584"/>
                <a:gd name="T78" fmla="*/ 16 w 585"/>
                <a:gd name="T79" fmla="*/ 23 h 584"/>
                <a:gd name="T80" fmla="*/ 13 w 585"/>
                <a:gd name="T81" fmla="*/ 24 h 584"/>
                <a:gd name="T82" fmla="*/ 12 w 585"/>
                <a:gd name="T83" fmla="*/ 25 h 584"/>
                <a:gd name="T84" fmla="*/ 10 w 585"/>
                <a:gd name="T85" fmla="*/ 26 h 584"/>
                <a:gd name="T86" fmla="*/ 9 w 585"/>
                <a:gd name="T87" fmla="*/ 27 h 584"/>
                <a:gd name="T88" fmla="*/ 8 w 585"/>
                <a:gd name="T89" fmla="*/ 29 h 584"/>
                <a:gd name="T90" fmla="*/ 9 w 585"/>
                <a:gd name="T91" fmla="*/ 30 h 584"/>
                <a:gd name="T92" fmla="*/ 10 w 585"/>
                <a:gd name="T93" fmla="*/ 32 h 584"/>
                <a:gd name="T94" fmla="*/ 10 w 585"/>
                <a:gd name="T95" fmla="*/ 34 h 584"/>
                <a:gd name="T96" fmla="*/ 11 w 585"/>
                <a:gd name="T97" fmla="*/ 36 h 584"/>
                <a:gd name="T98" fmla="*/ 10 w 585"/>
                <a:gd name="T99" fmla="*/ 37 h 584"/>
                <a:gd name="T100" fmla="*/ 9 w 585"/>
                <a:gd name="T101" fmla="*/ 39 h 584"/>
                <a:gd name="T102" fmla="*/ 8 w 585"/>
                <a:gd name="T103" fmla="*/ 40 h 584"/>
                <a:gd name="T104" fmla="*/ 6 w 585"/>
                <a:gd name="T105" fmla="*/ 42 h 584"/>
                <a:gd name="T106" fmla="*/ 4 w 585"/>
                <a:gd name="T107" fmla="*/ 42 h 584"/>
                <a:gd name="T108" fmla="*/ 1 w 585"/>
                <a:gd name="T109" fmla="*/ 43 h 58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85" h="584">
                  <a:moveTo>
                    <a:pt x="0" y="473"/>
                  </a:moveTo>
                  <a:lnTo>
                    <a:pt x="8" y="583"/>
                  </a:lnTo>
                  <a:lnTo>
                    <a:pt x="584" y="526"/>
                  </a:lnTo>
                  <a:lnTo>
                    <a:pt x="542" y="0"/>
                  </a:lnTo>
                  <a:lnTo>
                    <a:pt x="491" y="5"/>
                  </a:lnTo>
                  <a:lnTo>
                    <a:pt x="489" y="15"/>
                  </a:lnTo>
                  <a:lnTo>
                    <a:pt x="490" y="23"/>
                  </a:lnTo>
                  <a:lnTo>
                    <a:pt x="492" y="33"/>
                  </a:lnTo>
                  <a:lnTo>
                    <a:pt x="496" y="43"/>
                  </a:lnTo>
                  <a:lnTo>
                    <a:pt x="500" y="56"/>
                  </a:lnTo>
                  <a:lnTo>
                    <a:pt x="502" y="66"/>
                  </a:lnTo>
                  <a:lnTo>
                    <a:pt x="503" y="75"/>
                  </a:lnTo>
                  <a:lnTo>
                    <a:pt x="503" y="84"/>
                  </a:lnTo>
                  <a:lnTo>
                    <a:pt x="501" y="95"/>
                  </a:lnTo>
                  <a:lnTo>
                    <a:pt x="496" y="104"/>
                  </a:lnTo>
                  <a:lnTo>
                    <a:pt x="490" y="112"/>
                  </a:lnTo>
                  <a:lnTo>
                    <a:pt x="484" y="120"/>
                  </a:lnTo>
                  <a:lnTo>
                    <a:pt x="476" y="126"/>
                  </a:lnTo>
                  <a:lnTo>
                    <a:pt x="467" y="131"/>
                  </a:lnTo>
                  <a:lnTo>
                    <a:pt x="459" y="133"/>
                  </a:lnTo>
                  <a:lnTo>
                    <a:pt x="448" y="135"/>
                  </a:lnTo>
                  <a:lnTo>
                    <a:pt x="433" y="136"/>
                  </a:lnTo>
                  <a:lnTo>
                    <a:pt x="424" y="135"/>
                  </a:lnTo>
                  <a:lnTo>
                    <a:pt x="416" y="133"/>
                  </a:lnTo>
                  <a:lnTo>
                    <a:pt x="408" y="129"/>
                  </a:lnTo>
                  <a:lnTo>
                    <a:pt x="398" y="122"/>
                  </a:lnTo>
                  <a:lnTo>
                    <a:pt x="392" y="115"/>
                  </a:lnTo>
                  <a:lnTo>
                    <a:pt x="385" y="106"/>
                  </a:lnTo>
                  <a:lnTo>
                    <a:pt x="382" y="99"/>
                  </a:lnTo>
                  <a:lnTo>
                    <a:pt x="379" y="90"/>
                  </a:lnTo>
                  <a:lnTo>
                    <a:pt x="378" y="81"/>
                  </a:lnTo>
                  <a:lnTo>
                    <a:pt x="379" y="71"/>
                  </a:lnTo>
                  <a:lnTo>
                    <a:pt x="380" y="62"/>
                  </a:lnTo>
                  <a:lnTo>
                    <a:pt x="381" y="53"/>
                  </a:lnTo>
                  <a:lnTo>
                    <a:pt x="383" y="44"/>
                  </a:lnTo>
                  <a:lnTo>
                    <a:pt x="384" y="35"/>
                  </a:lnTo>
                  <a:lnTo>
                    <a:pt x="383" y="27"/>
                  </a:lnTo>
                  <a:lnTo>
                    <a:pt x="381" y="18"/>
                  </a:lnTo>
                  <a:lnTo>
                    <a:pt x="284" y="28"/>
                  </a:lnTo>
                  <a:lnTo>
                    <a:pt x="287" y="46"/>
                  </a:lnTo>
                  <a:lnTo>
                    <a:pt x="287" y="59"/>
                  </a:lnTo>
                  <a:lnTo>
                    <a:pt x="287" y="70"/>
                  </a:lnTo>
                  <a:lnTo>
                    <a:pt x="288" y="79"/>
                  </a:lnTo>
                  <a:lnTo>
                    <a:pt x="288" y="90"/>
                  </a:lnTo>
                  <a:lnTo>
                    <a:pt x="286" y="100"/>
                  </a:lnTo>
                  <a:lnTo>
                    <a:pt x="285" y="106"/>
                  </a:lnTo>
                  <a:lnTo>
                    <a:pt x="282" y="113"/>
                  </a:lnTo>
                  <a:lnTo>
                    <a:pt x="277" y="119"/>
                  </a:lnTo>
                  <a:lnTo>
                    <a:pt x="272" y="123"/>
                  </a:lnTo>
                  <a:lnTo>
                    <a:pt x="266" y="126"/>
                  </a:lnTo>
                  <a:lnTo>
                    <a:pt x="259" y="128"/>
                  </a:lnTo>
                  <a:lnTo>
                    <a:pt x="253" y="129"/>
                  </a:lnTo>
                  <a:lnTo>
                    <a:pt x="244" y="130"/>
                  </a:lnTo>
                  <a:lnTo>
                    <a:pt x="236" y="130"/>
                  </a:lnTo>
                  <a:lnTo>
                    <a:pt x="230" y="130"/>
                  </a:lnTo>
                  <a:lnTo>
                    <a:pt x="221" y="130"/>
                  </a:lnTo>
                  <a:lnTo>
                    <a:pt x="212" y="130"/>
                  </a:lnTo>
                  <a:lnTo>
                    <a:pt x="202" y="131"/>
                  </a:lnTo>
                  <a:lnTo>
                    <a:pt x="194" y="132"/>
                  </a:lnTo>
                  <a:lnTo>
                    <a:pt x="185" y="135"/>
                  </a:lnTo>
                  <a:lnTo>
                    <a:pt x="176" y="139"/>
                  </a:lnTo>
                  <a:lnTo>
                    <a:pt x="170" y="143"/>
                  </a:lnTo>
                  <a:lnTo>
                    <a:pt x="163" y="148"/>
                  </a:lnTo>
                  <a:lnTo>
                    <a:pt x="159" y="155"/>
                  </a:lnTo>
                  <a:lnTo>
                    <a:pt x="155" y="163"/>
                  </a:lnTo>
                  <a:lnTo>
                    <a:pt x="154" y="171"/>
                  </a:lnTo>
                  <a:lnTo>
                    <a:pt x="154" y="179"/>
                  </a:lnTo>
                  <a:lnTo>
                    <a:pt x="155" y="187"/>
                  </a:lnTo>
                  <a:lnTo>
                    <a:pt x="157" y="197"/>
                  </a:lnTo>
                  <a:lnTo>
                    <a:pt x="157" y="206"/>
                  </a:lnTo>
                  <a:lnTo>
                    <a:pt x="156" y="213"/>
                  </a:lnTo>
                  <a:lnTo>
                    <a:pt x="154" y="221"/>
                  </a:lnTo>
                  <a:lnTo>
                    <a:pt x="152" y="229"/>
                  </a:lnTo>
                  <a:lnTo>
                    <a:pt x="148" y="234"/>
                  </a:lnTo>
                  <a:lnTo>
                    <a:pt x="142" y="240"/>
                  </a:lnTo>
                  <a:lnTo>
                    <a:pt x="135" y="244"/>
                  </a:lnTo>
                  <a:lnTo>
                    <a:pt x="127" y="248"/>
                  </a:lnTo>
                  <a:lnTo>
                    <a:pt x="119" y="251"/>
                  </a:lnTo>
                  <a:lnTo>
                    <a:pt x="112" y="255"/>
                  </a:lnTo>
                  <a:lnTo>
                    <a:pt x="102" y="257"/>
                  </a:lnTo>
                  <a:lnTo>
                    <a:pt x="93" y="260"/>
                  </a:lnTo>
                  <a:lnTo>
                    <a:pt x="86" y="264"/>
                  </a:lnTo>
                  <a:lnTo>
                    <a:pt x="79" y="268"/>
                  </a:lnTo>
                  <a:lnTo>
                    <a:pt x="73" y="271"/>
                  </a:lnTo>
                  <a:lnTo>
                    <a:pt x="67" y="276"/>
                  </a:lnTo>
                  <a:lnTo>
                    <a:pt x="63" y="281"/>
                  </a:lnTo>
                  <a:lnTo>
                    <a:pt x="58" y="289"/>
                  </a:lnTo>
                  <a:lnTo>
                    <a:pt x="55" y="296"/>
                  </a:lnTo>
                  <a:lnTo>
                    <a:pt x="52" y="304"/>
                  </a:lnTo>
                  <a:lnTo>
                    <a:pt x="52" y="314"/>
                  </a:lnTo>
                  <a:lnTo>
                    <a:pt x="53" y="323"/>
                  </a:lnTo>
                  <a:lnTo>
                    <a:pt x="55" y="331"/>
                  </a:lnTo>
                  <a:lnTo>
                    <a:pt x="58" y="341"/>
                  </a:lnTo>
                  <a:lnTo>
                    <a:pt x="62" y="353"/>
                  </a:lnTo>
                  <a:lnTo>
                    <a:pt x="64" y="364"/>
                  </a:lnTo>
                  <a:lnTo>
                    <a:pt x="66" y="372"/>
                  </a:lnTo>
                  <a:lnTo>
                    <a:pt x="67" y="380"/>
                  </a:lnTo>
                  <a:lnTo>
                    <a:pt x="67" y="390"/>
                  </a:lnTo>
                  <a:lnTo>
                    <a:pt x="65" y="400"/>
                  </a:lnTo>
                  <a:lnTo>
                    <a:pt x="63" y="408"/>
                  </a:lnTo>
                  <a:lnTo>
                    <a:pt x="61" y="416"/>
                  </a:lnTo>
                  <a:lnTo>
                    <a:pt x="58" y="426"/>
                  </a:lnTo>
                  <a:lnTo>
                    <a:pt x="53" y="437"/>
                  </a:lnTo>
                  <a:lnTo>
                    <a:pt x="48" y="445"/>
                  </a:lnTo>
                  <a:lnTo>
                    <a:pt x="43" y="452"/>
                  </a:lnTo>
                  <a:lnTo>
                    <a:pt x="37" y="458"/>
                  </a:lnTo>
                  <a:lnTo>
                    <a:pt x="32" y="463"/>
                  </a:lnTo>
                  <a:lnTo>
                    <a:pt x="26" y="466"/>
                  </a:lnTo>
                  <a:lnTo>
                    <a:pt x="18" y="470"/>
                  </a:lnTo>
                  <a:lnTo>
                    <a:pt x="8" y="472"/>
                  </a:lnTo>
                  <a:lnTo>
                    <a:pt x="0" y="473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5" name="Freeform 19">
              <a:extLst>
                <a:ext uri="{FF2B5EF4-FFF2-40B4-BE49-F238E27FC236}">
                  <a16:creationId xmlns:a16="http://schemas.microsoft.com/office/drawing/2014/main" id="{4EF586C1-40AD-4EC0-BC31-E3AC7784F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160"/>
              <a:ext cx="257" cy="194"/>
            </a:xfrm>
            <a:custGeom>
              <a:avLst/>
              <a:gdLst>
                <a:gd name="T0" fmla="*/ 102 w 645"/>
                <a:gd name="T1" fmla="*/ 48 h 645"/>
                <a:gd name="T2" fmla="*/ 0 w 645"/>
                <a:gd name="T3" fmla="*/ 14 h 645"/>
                <a:gd name="T4" fmla="*/ 8 w 645"/>
                <a:gd name="T5" fmla="*/ 12 h 645"/>
                <a:gd name="T6" fmla="*/ 8 w 645"/>
                <a:gd name="T7" fmla="*/ 11 h 645"/>
                <a:gd name="T8" fmla="*/ 7 w 645"/>
                <a:gd name="T9" fmla="*/ 10 h 645"/>
                <a:gd name="T10" fmla="*/ 6 w 645"/>
                <a:gd name="T11" fmla="*/ 8 h 645"/>
                <a:gd name="T12" fmla="*/ 6 w 645"/>
                <a:gd name="T13" fmla="*/ 7 h 645"/>
                <a:gd name="T14" fmla="*/ 5 w 645"/>
                <a:gd name="T15" fmla="*/ 5 h 645"/>
                <a:gd name="T16" fmla="*/ 6 w 645"/>
                <a:gd name="T17" fmla="*/ 4 h 645"/>
                <a:gd name="T18" fmla="*/ 6 w 645"/>
                <a:gd name="T19" fmla="*/ 3 h 645"/>
                <a:gd name="T20" fmla="*/ 8 w 645"/>
                <a:gd name="T21" fmla="*/ 2 h 645"/>
                <a:gd name="T22" fmla="*/ 10 w 645"/>
                <a:gd name="T23" fmla="*/ 1 h 645"/>
                <a:gd name="T24" fmla="*/ 12 w 645"/>
                <a:gd name="T25" fmla="*/ 0 h 645"/>
                <a:gd name="T26" fmla="*/ 14 w 645"/>
                <a:gd name="T27" fmla="*/ 0 h 645"/>
                <a:gd name="T28" fmla="*/ 16 w 645"/>
                <a:gd name="T29" fmla="*/ 0 h 645"/>
                <a:gd name="T30" fmla="*/ 19 w 645"/>
                <a:gd name="T31" fmla="*/ 0 h 645"/>
                <a:gd name="T32" fmla="*/ 21 w 645"/>
                <a:gd name="T33" fmla="*/ 1 h 645"/>
                <a:gd name="T34" fmla="*/ 22 w 645"/>
                <a:gd name="T35" fmla="*/ 2 h 645"/>
                <a:gd name="T36" fmla="*/ 24 w 645"/>
                <a:gd name="T37" fmla="*/ 2 h 645"/>
                <a:gd name="T38" fmla="*/ 25 w 645"/>
                <a:gd name="T39" fmla="*/ 4 h 645"/>
                <a:gd name="T40" fmla="*/ 25 w 645"/>
                <a:gd name="T41" fmla="*/ 6 h 645"/>
                <a:gd name="T42" fmla="*/ 25 w 645"/>
                <a:gd name="T43" fmla="*/ 7 h 645"/>
                <a:gd name="T44" fmla="*/ 25 w 645"/>
                <a:gd name="T45" fmla="*/ 9 h 645"/>
                <a:gd name="T46" fmla="*/ 25 w 645"/>
                <a:gd name="T47" fmla="*/ 10 h 645"/>
                <a:gd name="T48" fmla="*/ 41 w 645"/>
                <a:gd name="T49" fmla="*/ 8 h 645"/>
                <a:gd name="T50" fmla="*/ 41 w 645"/>
                <a:gd name="T51" fmla="*/ 11 h 645"/>
                <a:gd name="T52" fmla="*/ 41 w 645"/>
                <a:gd name="T53" fmla="*/ 13 h 645"/>
                <a:gd name="T54" fmla="*/ 42 w 645"/>
                <a:gd name="T55" fmla="*/ 15 h 645"/>
                <a:gd name="T56" fmla="*/ 44 w 645"/>
                <a:gd name="T57" fmla="*/ 16 h 645"/>
                <a:gd name="T58" fmla="*/ 45 w 645"/>
                <a:gd name="T59" fmla="*/ 17 h 645"/>
                <a:gd name="T60" fmla="*/ 48 w 645"/>
                <a:gd name="T61" fmla="*/ 17 h 645"/>
                <a:gd name="T62" fmla="*/ 50 w 645"/>
                <a:gd name="T63" fmla="*/ 17 h 645"/>
                <a:gd name="T64" fmla="*/ 52 w 645"/>
                <a:gd name="T65" fmla="*/ 16 h 645"/>
                <a:gd name="T66" fmla="*/ 55 w 645"/>
                <a:gd name="T67" fmla="*/ 15 h 645"/>
                <a:gd name="T68" fmla="*/ 58 w 645"/>
                <a:gd name="T69" fmla="*/ 15 h 645"/>
                <a:gd name="T70" fmla="*/ 61 w 645"/>
                <a:gd name="T71" fmla="*/ 15 h 645"/>
                <a:gd name="T72" fmla="*/ 63 w 645"/>
                <a:gd name="T73" fmla="*/ 16 h 645"/>
                <a:gd name="T74" fmla="*/ 65 w 645"/>
                <a:gd name="T75" fmla="*/ 17 h 645"/>
                <a:gd name="T76" fmla="*/ 66 w 645"/>
                <a:gd name="T77" fmla="*/ 18 h 645"/>
                <a:gd name="T78" fmla="*/ 66 w 645"/>
                <a:gd name="T79" fmla="*/ 20 h 645"/>
                <a:gd name="T80" fmla="*/ 67 w 645"/>
                <a:gd name="T81" fmla="*/ 22 h 645"/>
                <a:gd name="T82" fmla="*/ 68 w 645"/>
                <a:gd name="T83" fmla="*/ 23 h 645"/>
                <a:gd name="T84" fmla="*/ 70 w 645"/>
                <a:gd name="T85" fmla="*/ 23 h 645"/>
                <a:gd name="T86" fmla="*/ 73 w 645"/>
                <a:gd name="T87" fmla="*/ 24 h 645"/>
                <a:gd name="T88" fmla="*/ 75 w 645"/>
                <a:gd name="T89" fmla="*/ 24 h 645"/>
                <a:gd name="T90" fmla="*/ 78 w 645"/>
                <a:gd name="T91" fmla="*/ 24 h 645"/>
                <a:gd name="T92" fmla="*/ 80 w 645"/>
                <a:gd name="T93" fmla="*/ 24 h 645"/>
                <a:gd name="T94" fmla="*/ 82 w 645"/>
                <a:gd name="T95" fmla="*/ 25 h 645"/>
                <a:gd name="T96" fmla="*/ 84 w 645"/>
                <a:gd name="T97" fmla="*/ 26 h 645"/>
                <a:gd name="T98" fmla="*/ 86 w 645"/>
                <a:gd name="T99" fmla="*/ 26 h 645"/>
                <a:gd name="T100" fmla="*/ 86 w 645"/>
                <a:gd name="T101" fmla="*/ 28 h 645"/>
                <a:gd name="T102" fmla="*/ 86 w 645"/>
                <a:gd name="T103" fmla="*/ 30 h 645"/>
                <a:gd name="T104" fmla="*/ 86 w 645"/>
                <a:gd name="T105" fmla="*/ 32 h 645"/>
                <a:gd name="T106" fmla="*/ 86 w 645"/>
                <a:gd name="T107" fmla="*/ 34 h 645"/>
                <a:gd name="T108" fmla="*/ 87 w 645"/>
                <a:gd name="T109" fmla="*/ 35 h 645"/>
                <a:gd name="T110" fmla="*/ 89 w 645"/>
                <a:gd name="T111" fmla="*/ 36 h 645"/>
                <a:gd name="T112" fmla="*/ 91 w 645"/>
                <a:gd name="T113" fmla="*/ 38 h 645"/>
                <a:gd name="T114" fmla="*/ 93 w 645"/>
                <a:gd name="T115" fmla="*/ 38 h 645"/>
                <a:gd name="T116" fmla="*/ 96 w 645"/>
                <a:gd name="T117" fmla="*/ 38 h 645"/>
                <a:gd name="T118" fmla="*/ 98 w 645"/>
                <a:gd name="T119" fmla="*/ 38 h 64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45" h="645">
                  <a:moveTo>
                    <a:pt x="627" y="422"/>
                  </a:moveTo>
                  <a:lnTo>
                    <a:pt x="644" y="532"/>
                  </a:lnTo>
                  <a:lnTo>
                    <a:pt x="78" y="644"/>
                  </a:lnTo>
                  <a:lnTo>
                    <a:pt x="0" y="148"/>
                  </a:lnTo>
                  <a:lnTo>
                    <a:pt x="49" y="138"/>
                  </a:lnTo>
                  <a:lnTo>
                    <a:pt x="50" y="133"/>
                  </a:lnTo>
                  <a:lnTo>
                    <a:pt x="51" y="127"/>
                  </a:lnTo>
                  <a:lnTo>
                    <a:pt x="50" y="122"/>
                  </a:lnTo>
                  <a:lnTo>
                    <a:pt x="48" y="116"/>
                  </a:lnTo>
                  <a:lnTo>
                    <a:pt x="45" y="108"/>
                  </a:lnTo>
                  <a:lnTo>
                    <a:pt x="42" y="99"/>
                  </a:lnTo>
                  <a:lnTo>
                    <a:pt x="39" y="92"/>
                  </a:lnTo>
                  <a:lnTo>
                    <a:pt x="35" y="85"/>
                  </a:lnTo>
                  <a:lnTo>
                    <a:pt x="34" y="77"/>
                  </a:lnTo>
                  <a:lnTo>
                    <a:pt x="33" y="69"/>
                  </a:lnTo>
                  <a:lnTo>
                    <a:pt x="32" y="61"/>
                  </a:lnTo>
                  <a:lnTo>
                    <a:pt x="33" y="54"/>
                  </a:lnTo>
                  <a:lnTo>
                    <a:pt x="34" y="46"/>
                  </a:lnTo>
                  <a:lnTo>
                    <a:pt x="37" y="40"/>
                  </a:lnTo>
                  <a:lnTo>
                    <a:pt x="41" y="32"/>
                  </a:lnTo>
                  <a:lnTo>
                    <a:pt x="46" y="27"/>
                  </a:lnTo>
                  <a:lnTo>
                    <a:pt x="50" y="20"/>
                  </a:lnTo>
                  <a:lnTo>
                    <a:pt x="56" y="15"/>
                  </a:lnTo>
                  <a:lnTo>
                    <a:pt x="62" y="11"/>
                  </a:lnTo>
                  <a:lnTo>
                    <a:pt x="69" y="7"/>
                  </a:lnTo>
                  <a:lnTo>
                    <a:pt x="77" y="4"/>
                  </a:lnTo>
                  <a:lnTo>
                    <a:pt x="84" y="2"/>
                  </a:lnTo>
                  <a:lnTo>
                    <a:pt x="91" y="1"/>
                  </a:lnTo>
                  <a:lnTo>
                    <a:pt x="98" y="0"/>
                  </a:lnTo>
                  <a:lnTo>
                    <a:pt x="104" y="0"/>
                  </a:lnTo>
                  <a:lnTo>
                    <a:pt x="111" y="1"/>
                  </a:lnTo>
                  <a:lnTo>
                    <a:pt x="118" y="2"/>
                  </a:lnTo>
                  <a:lnTo>
                    <a:pt x="123" y="4"/>
                  </a:lnTo>
                  <a:lnTo>
                    <a:pt x="130" y="7"/>
                  </a:lnTo>
                  <a:lnTo>
                    <a:pt x="135" y="12"/>
                  </a:lnTo>
                  <a:lnTo>
                    <a:pt x="141" y="17"/>
                  </a:lnTo>
                  <a:lnTo>
                    <a:pt x="146" y="22"/>
                  </a:lnTo>
                  <a:lnTo>
                    <a:pt x="151" y="28"/>
                  </a:lnTo>
                  <a:lnTo>
                    <a:pt x="155" y="36"/>
                  </a:lnTo>
                  <a:lnTo>
                    <a:pt x="158" y="45"/>
                  </a:lnTo>
                  <a:lnTo>
                    <a:pt x="160" y="54"/>
                  </a:lnTo>
                  <a:lnTo>
                    <a:pt x="159" y="63"/>
                  </a:lnTo>
                  <a:lnTo>
                    <a:pt x="158" y="72"/>
                  </a:lnTo>
                  <a:lnTo>
                    <a:pt x="158" y="81"/>
                  </a:lnTo>
                  <a:lnTo>
                    <a:pt x="157" y="92"/>
                  </a:lnTo>
                  <a:lnTo>
                    <a:pt x="157" y="100"/>
                  </a:lnTo>
                  <a:lnTo>
                    <a:pt x="157" y="104"/>
                  </a:lnTo>
                  <a:lnTo>
                    <a:pt x="159" y="108"/>
                  </a:lnTo>
                  <a:lnTo>
                    <a:pt x="161" y="112"/>
                  </a:lnTo>
                  <a:lnTo>
                    <a:pt x="255" y="94"/>
                  </a:lnTo>
                  <a:lnTo>
                    <a:pt x="256" y="114"/>
                  </a:lnTo>
                  <a:lnTo>
                    <a:pt x="258" y="127"/>
                  </a:lnTo>
                  <a:lnTo>
                    <a:pt x="260" y="136"/>
                  </a:lnTo>
                  <a:lnTo>
                    <a:pt x="262" y="146"/>
                  </a:lnTo>
                  <a:lnTo>
                    <a:pt x="264" y="156"/>
                  </a:lnTo>
                  <a:lnTo>
                    <a:pt x="267" y="166"/>
                  </a:lnTo>
                  <a:lnTo>
                    <a:pt x="271" y="171"/>
                  </a:lnTo>
                  <a:lnTo>
                    <a:pt x="276" y="176"/>
                  </a:lnTo>
                  <a:lnTo>
                    <a:pt x="281" y="180"/>
                  </a:lnTo>
                  <a:lnTo>
                    <a:pt x="287" y="183"/>
                  </a:lnTo>
                  <a:lnTo>
                    <a:pt x="294" y="184"/>
                  </a:lnTo>
                  <a:lnTo>
                    <a:pt x="300" y="184"/>
                  </a:lnTo>
                  <a:lnTo>
                    <a:pt x="307" y="183"/>
                  </a:lnTo>
                  <a:lnTo>
                    <a:pt x="315" y="182"/>
                  </a:lnTo>
                  <a:lnTo>
                    <a:pt x="323" y="179"/>
                  </a:lnTo>
                  <a:lnTo>
                    <a:pt x="329" y="177"/>
                  </a:lnTo>
                  <a:lnTo>
                    <a:pt x="338" y="174"/>
                  </a:lnTo>
                  <a:lnTo>
                    <a:pt x="347" y="171"/>
                  </a:lnTo>
                  <a:lnTo>
                    <a:pt x="356" y="170"/>
                  </a:lnTo>
                  <a:lnTo>
                    <a:pt x="365" y="169"/>
                  </a:lnTo>
                  <a:lnTo>
                    <a:pt x="374" y="169"/>
                  </a:lnTo>
                  <a:lnTo>
                    <a:pt x="382" y="171"/>
                  </a:lnTo>
                  <a:lnTo>
                    <a:pt x="390" y="173"/>
                  </a:lnTo>
                  <a:lnTo>
                    <a:pt x="398" y="177"/>
                  </a:lnTo>
                  <a:lnTo>
                    <a:pt x="403" y="182"/>
                  </a:lnTo>
                  <a:lnTo>
                    <a:pt x="408" y="188"/>
                  </a:lnTo>
                  <a:lnTo>
                    <a:pt x="412" y="196"/>
                  </a:lnTo>
                  <a:lnTo>
                    <a:pt x="414" y="204"/>
                  </a:lnTo>
                  <a:lnTo>
                    <a:pt x="414" y="213"/>
                  </a:lnTo>
                  <a:lnTo>
                    <a:pt x="415" y="222"/>
                  </a:lnTo>
                  <a:lnTo>
                    <a:pt x="417" y="231"/>
                  </a:lnTo>
                  <a:lnTo>
                    <a:pt x="419" y="239"/>
                  </a:lnTo>
                  <a:lnTo>
                    <a:pt x="423" y="245"/>
                  </a:lnTo>
                  <a:lnTo>
                    <a:pt x="427" y="252"/>
                  </a:lnTo>
                  <a:lnTo>
                    <a:pt x="432" y="256"/>
                  </a:lnTo>
                  <a:lnTo>
                    <a:pt x="438" y="260"/>
                  </a:lnTo>
                  <a:lnTo>
                    <a:pt x="447" y="262"/>
                  </a:lnTo>
                  <a:lnTo>
                    <a:pt x="456" y="263"/>
                  </a:lnTo>
                  <a:lnTo>
                    <a:pt x="463" y="263"/>
                  </a:lnTo>
                  <a:lnTo>
                    <a:pt x="472" y="264"/>
                  </a:lnTo>
                  <a:lnTo>
                    <a:pt x="482" y="264"/>
                  </a:lnTo>
                  <a:lnTo>
                    <a:pt x="491" y="264"/>
                  </a:lnTo>
                  <a:lnTo>
                    <a:pt x="500" y="266"/>
                  </a:lnTo>
                  <a:lnTo>
                    <a:pt x="507" y="267"/>
                  </a:lnTo>
                  <a:lnTo>
                    <a:pt x="514" y="269"/>
                  </a:lnTo>
                  <a:lnTo>
                    <a:pt x="520" y="272"/>
                  </a:lnTo>
                  <a:lnTo>
                    <a:pt x="525" y="276"/>
                  </a:lnTo>
                  <a:lnTo>
                    <a:pt x="532" y="282"/>
                  </a:lnTo>
                  <a:lnTo>
                    <a:pt x="537" y="288"/>
                  </a:lnTo>
                  <a:lnTo>
                    <a:pt x="541" y="294"/>
                  </a:lnTo>
                  <a:lnTo>
                    <a:pt x="544" y="303"/>
                  </a:lnTo>
                  <a:lnTo>
                    <a:pt x="544" y="314"/>
                  </a:lnTo>
                  <a:lnTo>
                    <a:pt x="544" y="322"/>
                  </a:lnTo>
                  <a:lnTo>
                    <a:pt x="544" y="333"/>
                  </a:lnTo>
                  <a:lnTo>
                    <a:pt x="543" y="345"/>
                  </a:lnTo>
                  <a:lnTo>
                    <a:pt x="542" y="356"/>
                  </a:lnTo>
                  <a:lnTo>
                    <a:pt x="543" y="365"/>
                  </a:lnTo>
                  <a:lnTo>
                    <a:pt x="544" y="372"/>
                  </a:lnTo>
                  <a:lnTo>
                    <a:pt x="547" y="382"/>
                  </a:lnTo>
                  <a:lnTo>
                    <a:pt x="550" y="391"/>
                  </a:lnTo>
                  <a:lnTo>
                    <a:pt x="554" y="397"/>
                  </a:lnTo>
                  <a:lnTo>
                    <a:pt x="559" y="403"/>
                  </a:lnTo>
                  <a:lnTo>
                    <a:pt x="565" y="409"/>
                  </a:lnTo>
                  <a:lnTo>
                    <a:pt x="571" y="416"/>
                  </a:lnTo>
                  <a:lnTo>
                    <a:pt x="579" y="420"/>
                  </a:lnTo>
                  <a:lnTo>
                    <a:pt x="587" y="424"/>
                  </a:lnTo>
                  <a:lnTo>
                    <a:pt x="594" y="425"/>
                  </a:lnTo>
                  <a:lnTo>
                    <a:pt x="602" y="426"/>
                  </a:lnTo>
                  <a:lnTo>
                    <a:pt x="610" y="426"/>
                  </a:lnTo>
                  <a:lnTo>
                    <a:pt x="619" y="425"/>
                  </a:lnTo>
                  <a:lnTo>
                    <a:pt x="627" y="422"/>
                  </a:lnTo>
                </a:path>
              </a:pathLst>
            </a:custGeom>
            <a:solidFill>
              <a:schemeClr val="bg2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6" name="Freeform 20">
              <a:extLst>
                <a:ext uri="{FF2B5EF4-FFF2-40B4-BE49-F238E27FC236}">
                  <a16:creationId xmlns:a16="http://schemas.microsoft.com/office/drawing/2014/main" id="{7E58D1A3-18F2-4C44-83F7-2A9A04BC6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2255"/>
              <a:ext cx="227" cy="229"/>
            </a:xfrm>
            <a:custGeom>
              <a:avLst/>
              <a:gdLst>
                <a:gd name="T0" fmla="*/ 82 w 571"/>
                <a:gd name="T1" fmla="*/ 0 h 762"/>
                <a:gd name="T2" fmla="*/ 33 w 571"/>
                <a:gd name="T3" fmla="*/ 69 h 762"/>
                <a:gd name="T4" fmla="*/ 40 w 571"/>
                <a:gd name="T5" fmla="*/ 66 h 762"/>
                <a:gd name="T6" fmla="*/ 39 w 571"/>
                <a:gd name="T7" fmla="*/ 64 h 762"/>
                <a:gd name="T8" fmla="*/ 36 w 571"/>
                <a:gd name="T9" fmla="*/ 63 h 762"/>
                <a:gd name="T10" fmla="*/ 35 w 571"/>
                <a:gd name="T11" fmla="*/ 61 h 762"/>
                <a:gd name="T12" fmla="*/ 34 w 571"/>
                <a:gd name="T13" fmla="*/ 59 h 762"/>
                <a:gd name="T14" fmla="*/ 35 w 571"/>
                <a:gd name="T15" fmla="*/ 57 h 762"/>
                <a:gd name="T16" fmla="*/ 36 w 571"/>
                <a:gd name="T17" fmla="*/ 56 h 762"/>
                <a:gd name="T18" fmla="*/ 38 w 571"/>
                <a:gd name="T19" fmla="*/ 54 h 762"/>
                <a:gd name="T20" fmla="*/ 42 w 571"/>
                <a:gd name="T21" fmla="*/ 53 h 762"/>
                <a:gd name="T22" fmla="*/ 45 w 571"/>
                <a:gd name="T23" fmla="*/ 53 h 762"/>
                <a:gd name="T24" fmla="*/ 48 w 571"/>
                <a:gd name="T25" fmla="*/ 53 h 762"/>
                <a:gd name="T26" fmla="*/ 50 w 571"/>
                <a:gd name="T27" fmla="*/ 54 h 762"/>
                <a:gd name="T28" fmla="*/ 52 w 571"/>
                <a:gd name="T29" fmla="*/ 55 h 762"/>
                <a:gd name="T30" fmla="*/ 53 w 571"/>
                <a:gd name="T31" fmla="*/ 57 h 762"/>
                <a:gd name="T32" fmla="*/ 54 w 571"/>
                <a:gd name="T33" fmla="*/ 58 h 762"/>
                <a:gd name="T34" fmla="*/ 54 w 571"/>
                <a:gd name="T35" fmla="*/ 60 h 762"/>
                <a:gd name="T36" fmla="*/ 56 w 571"/>
                <a:gd name="T37" fmla="*/ 61 h 762"/>
                <a:gd name="T38" fmla="*/ 68 w 571"/>
                <a:gd name="T39" fmla="*/ 56 h 762"/>
                <a:gd name="T40" fmla="*/ 67 w 571"/>
                <a:gd name="T41" fmla="*/ 53 h 762"/>
                <a:gd name="T42" fmla="*/ 66 w 571"/>
                <a:gd name="T43" fmla="*/ 52 h 762"/>
                <a:gd name="T44" fmla="*/ 65 w 571"/>
                <a:gd name="T45" fmla="*/ 50 h 762"/>
                <a:gd name="T46" fmla="*/ 66 w 571"/>
                <a:gd name="T47" fmla="*/ 49 h 762"/>
                <a:gd name="T48" fmla="*/ 67 w 571"/>
                <a:gd name="T49" fmla="*/ 48 h 762"/>
                <a:gd name="T50" fmla="*/ 69 w 571"/>
                <a:gd name="T51" fmla="*/ 47 h 762"/>
                <a:gd name="T52" fmla="*/ 71 w 571"/>
                <a:gd name="T53" fmla="*/ 47 h 762"/>
                <a:gd name="T54" fmla="*/ 74 w 571"/>
                <a:gd name="T55" fmla="*/ 46 h 762"/>
                <a:gd name="T56" fmla="*/ 76 w 571"/>
                <a:gd name="T57" fmla="*/ 45 h 762"/>
                <a:gd name="T58" fmla="*/ 79 w 571"/>
                <a:gd name="T59" fmla="*/ 44 h 762"/>
                <a:gd name="T60" fmla="*/ 80 w 571"/>
                <a:gd name="T61" fmla="*/ 43 h 762"/>
                <a:gd name="T62" fmla="*/ 81 w 571"/>
                <a:gd name="T63" fmla="*/ 41 h 762"/>
                <a:gd name="T64" fmla="*/ 81 w 571"/>
                <a:gd name="T65" fmla="*/ 40 h 762"/>
                <a:gd name="T66" fmla="*/ 80 w 571"/>
                <a:gd name="T67" fmla="*/ 39 h 762"/>
                <a:gd name="T68" fmla="*/ 79 w 571"/>
                <a:gd name="T69" fmla="*/ 37 h 762"/>
                <a:gd name="T70" fmla="*/ 79 w 571"/>
                <a:gd name="T71" fmla="*/ 36 h 762"/>
                <a:gd name="T72" fmla="*/ 79 w 571"/>
                <a:gd name="T73" fmla="*/ 35 h 762"/>
                <a:gd name="T74" fmla="*/ 80 w 571"/>
                <a:gd name="T75" fmla="*/ 33 h 762"/>
                <a:gd name="T76" fmla="*/ 82 w 571"/>
                <a:gd name="T77" fmla="*/ 32 h 762"/>
                <a:gd name="T78" fmla="*/ 85 w 571"/>
                <a:gd name="T79" fmla="*/ 31 h 762"/>
                <a:gd name="T80" fmla="*/ 87 w 571"/>
                <a:gd name="T81" fmla="*/ 30 h 762"/>
                <a:gd name="T82" fmla="*/ 88 w 571"/>
                <a:gd name="T83" fmla="*/ 29 h 762"/>
                <a:gd name="T84" fmla="*/ 89 w 571"/>
                <a:gd name="T85" fmla="*/ 27 h 762"/>
                <a:gd name="T86" fmla="*/ 89 w 571"/>
                <a:gd name="T87" fmla="*/ 26 h 762"/>
                <a:gd name="T88" fmla="*/ 89 w 571"/>
                <a:gd name="T89" fmla="*/ 24 h 762"/>
                <a:gd name="T90" fmla="*/ 88 w 571"/>
                <a:gd name="T91" fmla="*/ 23 h 762"/>
                <a:gd name="T92" fmla="*/ 86 w 571"/>
                <a:gd name="T93" fmla="*/ 21 h 762"/>
                <a:gd name="T94" fmla="*/ 84 w 571"/>
                <a:gd name="T95" fmla="*/ 20 h 762"/>
                <a:gd name="T96" fmla="*/ 83 w 571"/>
                <a:gd name="T97" fmla="*/ 18 h 762"/>
                <a:gd name="T98" fmla="*/ 83 w 571"/>
                <a:gd name="T99" fmla="*/ 17 h 762"/>
                <a:gd name="T100" fmla="*/ 83 w 571"/>
                <a:gd name="T101" fmla="*/ 15 h 762"/>
                <a:gd name="T102" fmla="*/ 84 w 571"/>
                <a:gd name="T103" fmla="*/ 14 h 762"/>
                <a:gd name="T104" fmla="*/ 86 w 571"/>
                <a:gd name="T105" fmla="*/ 12 h 762"/>
                <a:gd name="T106" fmla="*/ 87 w 571"/>
                <a:gd name="T107" fmla="*/ 11 h 762"/>
                <a:gd name="T108" fmla="*/ 90 w 571"/>
                <a:gd name="T109" fmla="*/ 11 h 76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71" h="762">
                  <a:moveTo>
                    <a:pt x="570" y="118"/>
                  </a:moveTo>
                  <a:lnTo>
                    <a:pt x="519" y="0"/>
                  </a:lnTo>
                  <a:lnTo>
                    <a:pt x="0" y="285"/>
                  </a:lnTo>
                  <a:lnTo>
                    <a:pt x="206" y="761"/>
                  </a:lnTo>
                  <a:lnTo>
                    <a:pt x="252" y="736"/>
                  </a:lnTo>
                  <a:lnTo>
                    <a:pt x="251" y="725"/>
                  </a:lnTo>
                  <a:lnTo>
                    <a:pt x="248" y="719"/>
                  </a:lnTo>
                  <a:lnTo>
                    <a:pt x="243" y="710"/>
                  </a:lnTo>
                  <a:lnTo>
                    <a:pt x="236" y="702"/>
                  </a:lnTo>
                  <a:lnTo>
                    <a:pt x="228" y="692"/>
                  </a:lnTo>
                  <a:lnTo>
                    <a:pt x="223" y="684"/>
                  </a:lnTo>
                  <a:lnTo>
                    <a:pt x="219" y="676"/>
                  </a:lnTo>
                  <a:lnTo>
                    <a:pt x="216" y="666"/>
                  </a:lnTo>
                  <a:lnTo>
                    <a:pt x="215" y="656"/>
                  </a:lnTo>
                  <a:lnTo>
                    <a:pt x="216" y="644"/>
                  </a:lnTo>
                  <a:lnTo>
                    <a:pt x="219" y="635"/>
                  </a:lnTo>
                  <a:lnTo>
                    <a:pt x="223" y="624"/>
                  </a:lnTo>
                  <a:lnTo>
                    <a:pt x="228" y="616"/>
                  </a:lnTo>
                  <a:lnTo>
                    <a:pt x="235" y="608"/>
                  </a:lnTo>
                  <a:lnTo>
                    <a:pt x="241" y="602"/>
                  </a:lnTo>
                  <a:lnTo>
                    <a:pt x="252" y="596"/>
                  </a:lnTo>
                  <a:lnTo>
                    <a:pt x="265" y="590"/>
                  </a:lnTo>
                  <a:lnTo>
                    <a:pt x="273" y="586"/>
                  </a:lnTo>
                  <a:lnTo>
                    <a:pt x="282" y="584"/>
                  </a:lnTo>
                  <a:lnTo>
                    <a:pt x="290" y="586"/>
                  </a:lnTo>
                  <a:lnTo>
                    <a:pt x="302" y="588"/>
                  </a:lnTo>
                  <a:lnTo>
                    <a:pt x="310" y="592"/>
                  </a:lnTo>
                  <a:lnTo>
                    <a:pt x="318" y="597"/>
                  </a:lnTo>
                  <a:lnTo>
                    <a:pt x="324" y="604"/>
                  </a:lnTo>
                  <a:lnTo>
                    <a:pt x="329" y="610"/>
                  </a:lnTo>
                  <a:lnTo>
                    <a:pt x="333" y="619"/>
                  </a:lnTo>
                  <a:lnTo>
                    <a:pt x="336" y="628"/>
                  </a:lnTo>
                  <a:lnTo>
                    <a:pt x="338" y="637"/>
                  </a:lnTo>
                  <a:lnTo>
                    <a:pt x="339" y="645"/>
                  </a:lnTo>
                  <a:lnTo>
                    <a:pt x="340" y="655"/>
                  </a:lnTo>
                  <a:lnTo>
                    <a:pt x="343" y="665"/>
                  </a:lnTo>
                  <a:lnTo>
                    <a:pt x="346" y="671"/>
                  </a:lnTo>
                  <a:lnTo>
                    <a:pt x="351" y="679"/>
                  </a:lnTo>
                  <a:lnTo>
                    <a:pt x="439" y="630"/>
                  </a:lnTo>
                  <a:lnTo>
                    <a:pt x="430" y="614"/>
                  </a:lnTo>
                  <a:lnTo>
                    <a:pt x="426" y="601"/>
                  </a:lnTo>
                  <a:lnTo>
                    <a:pt x="422" y="592"/>
                  </a:lnTo>
                  <a:lnTo>
                    <a:pt x="418" y="583"/>
                  </a:lnTo>
                  <a:lnTo>
                    <a:pt x="415" y="574"/>
                  </a:lnTo>
                  <a:lnTo>
                    <a:pt x="413" y="564"/>
                  </a:lnTo>
                  <a:lnTo>
                    <a:pt x="413" y="556"/>
                  </a:lnTo>
                  <a:lnTo>
                    <a:pt x="413" y="549"/>
                  </a:lnTo>
                  <a:lnTo>
                    <a:pt x="416" y="542"/>
                  </a:lnTo>
                  <a:lnTo>
                    <a:pt x="419" y="535"/>
                  </a:lnTo>
                  <a:lnTo>
                    <a:pt x="425" y="531"/>
                  </a:lnTo>
                  <a:lnTo>
                    <a:pt x="431" y="526"/>
                  </a:lnTo>
                  <a:lnTo>
                    <a:pt x="436" y="523"/>
                  </a:lnTo>
                  <a:lnTo>
                    <a:pt x="444" y="518"/>
                  </a:lnTo>
                  <a:lnTo>
                    <a:pt x="451" y="515"/>
                  </a:lnTo>
                  <a:lnTo>
                    <a:pt x="457" y="513"/>
                  </a:lnTo>
                  <a:lnTo>
                    <a:pt x="465" y="509"/>
                  </a:lnTo>
                  <a:lnTo>
                    <a:pt x="474" y="505"/>
                  </a:lnTo>
                  <a:lnTo>
                    <a:pt x="483" y="500"/>
                  </a:lnTo>
                  <a:lnTo>
                    <a:pt x="490" y="496"/>
                  </a:lnTo>
                  <a:lnTo>
                    <a:pt x="497" y="490"/>
                  </a:lnTo>
                  <a:lnTo>
                    <a:pt x="504" y="483"/>
                  </a:lnTo>
                  <a:lnTo>
                    <a:pt x="509" y="477"/>
                  </a:lnTo>
                  <a:lnTo>
                    <a:pt x="513" y="469"/>
                  </a:lnTo>
                  <a:lnTo>
                    <a:pt x="514" y="460"/>
                  </a:lnTo>
                  <a:lnTo>
                    <a:pt x="515" y="451"/>
                  </a:lnTo>
                  <a:lnTo>
                    <a:pt x="514" y="444"/>
                  </a:lnTo>
                  <a:lnTo>
                    <a:pt x="512" y="436"/>
                  </a:lnTo>
                  <a:lnTo>
                    <a:pt x="508" y="429"/>
                  </a:lnTo>
                  <a:lnTo>
                    <a:pt x="504" y="421"/>
                  </a:lnTo>
                  <a:lnTo>
                    <a:pt x="501" y="412"/>
                  </a:lnTo>
                  <a:lnTo>
                    <a:pt x="499" y="404"/>
                  </a:lnTo>
                  <a:lnTo>
                    <a:pt x="498" y="397"/>
                  </a:lnTo>
                  <a:lnTo>
                    <a:pt x="498" y="389"/>
                  </a:lnTo>
                  <a:lnTo>
                    <a:pt x="499" y="382"/>
                  </a:lnTo>
                  <a:lnTo>
                    <a:pt x="503" y="374"/>
                  </a:lnTo>
                  <a:lnTo>
                    <a:pt x="509" y="367"/>
                  </a:lnTo>
                  <a:lnTo>
                    <a:pt x="515" y="360"/>
                  </a:lnTo>
                  <a:lnTo>
                    <a:pt x="521" y="355"/>
                  </a:lnTo>
                  <a:lnTo>
                    <a:pt x="527" y="349"/>
                  </a:lnTo>
                  <a:lnTo>
                    <a:pt x="536" y="342"/>
                  </a:lnTo>
                  <a:lnTo>
                    <a:pt x="542" y="336"/>
                  </a:lnTo>
                  <a:lnTo>
                    <a:pt x="549" y="329"/>
                  </a:lnTo>
                  <a:lnTo>
                    <a:pt x="554" y="324"/>
                  </a:lnTo>
                  <a:lnTo>
                    <a:pt x="559" y="317"/>
                  </a:lnTo>
                  <a:lnTo>
                    <a:pt x="562" y="310"/>
                  </a:lnTo>
                  <a:lnTo>
                    <a:pt x="565" y="304"/>
                  </a:lnTo>
                  <a:lnTo>
                    <a:pt x="567" y="294"/>
                  </a:lnTo>
                  <a:lnTo>
                    <a:pt x="567" y="287"/>
                  </a:lnTo>
                  <a:lnTo>
                    <a:pt x="567" y="278"/>
                  </a:lnTo>
                  <a:lnTo>
                    <a:pt x="564" y="269"/>
                  </a:lnTo>
                  <a:lnTo>
                    <a:pt x="560" y="262"/>
                  </a:lnTo>
                  <a:lnTo>
                    <a:pt x="556" y="254"/>
                  </a:lnTo>
                  <a:lnTo>
                    <a:pt x="549" y="246"/>
                  </a:lnTo>
                  <a:lnTo>
                    <a:pt x="543" y="236"/>
                  </a:lnTo>
                  <a:lnTo>
                    <a:pt x="536" y="228"/>
                  </a:lnTo>
                  <a:lnTo>
                    <a:pt x="532" y="221"/>
                  </a:lnTo>
                  <a:lnTo>
                    <a:pt x="529" y="214"/>
                  </a:lnTo>
                  <a:lnTo>
                    <a:pt x="526" y="204"/>
                  </a:lnTo>
                  <a:lnTo>
                    <a:pt x="525" y="194"/>
                  </a:lnTo>
                  <a:lnTo>
                    <a:pt x="524" y="187"/>
                  </a:lnTo>
                  <a:lnTo>
                    <a:pt x="525" y="179"/>
                  </a:lnTo>
                  <a:lnTo>
                    <a:pt x="527" y="170"/>
                  </a:lnTo>
                  <a:lnTo>
                    <a:pt x="529" y="161"/>
                  </a:lnTo>
                  <a:lnTo>
                    <a:pt x="533" y="152"/>
                  </a:lnTo>
                  <a:lnTo>
                    <a:pt x="537" y="143"/>
                  </a:lnTo>
                  <a:lnTo>
                    <a:pt x="543" y="137"/>
                  </a:lnTo>
                  <a:lnTo>
                    <a:pt x="548" y="132"/>
                  </a:lnTo>
                  <a:lnTo>
                    <a:pt x="554" y="127"/>
                  </a:lnTo>
                  <a:lnTo>
                    <a:pt x="562" y="122"/>
                  </a:lnTo>
                  <a:lnTo>
                    <a:pt x="570" y="118"/>
                  </a:lnTo>
                </a:path>
              </a:pathLst>
            </a:custGeom>
            <a:solidFill>
              <a:schemeClr val="accent1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7" name="Freeform 21">
              <a:extLst>
                <a:ext uri="{FF2B5EF4-FFF2-40B4-BE49-F238E27FC236}">
                  <a16:creationId xmlns:a16="http://schemas.microsoft.com/office/drawing/2014/main" id="{FDC8091B-5A9F-4D06-BF4C-8F1BF73FC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2304"/>
              <a:ext cx="255" cy="238"/>
            </a:xfrm>
            <a:custGeom>
              <a:avLst/>
              <a:gdLst>
                <a:gd name="T0" fmla="*/ 41 w 641"/>
                <a:gd name="T1" fmla="*/ 11 h 792"/>
                <a:gd name="T2" fmla="*/ 39 w 641"/>
                <a:gd name="T3" fmla="*/ 5 h 792"/>
                <a:gd name="T4" fmla="*/ 44 w 641"/>
                <a:gd name="T5" fmla="*/ 1 h 792"/>
                <a:gd name="T6" fmla="*/ 56 w 641"/>
                <a:gd name="T7" fmla="*/ 0 h 792"/>
                <a:gd name="T8" fmla="*/ 61 w 641"/>
                <a:gd name="T9" fmla="*/ 3 h 792"/>
                <a:gd name="T10" fmla="*/ 62 w 641"/>
                <a:gd name="T11" fmla="*/ 8 h 792"/>
                <a:gd name="T12" fmla="*/ 61 w 641"/>
                <a:gd name="T13" fmla="*/ 13 h 792"/>
                <a:gd name="T14" fmla="*/ 67 w 641"/>
                <a:gd name="T15" fmla="*/ 16 h 792"/>
                <a:gd name="T16" fmla="*/ 75 w 641"/>
                <a:gd name="T17" fmla="*/ 17 h 792"/>
                <a:gd name="T18" fmla="*/ 79 w 641"/>
                <a:gd name="T19" fmla="*/ 20 h 792"/>
                <a:gd name="T20" fmla="*/ 79 w 641"/>
                <a:gd name="T21" fmla="*/ 23 h 792"/>
                <a:gd name="T22" fmla="*/ 82 w 641"/>
                <a:gd name="T23" fmla="*/ 26 h 792"/>
                <a:gd name="T24" fmla="*/ 89 w 641"/>
                <a:gd name="T25" fmla="*/ 27 h 792"/>
                <a:gd name="T26" fmla="*/ 96 w 641"/>
                <a:gd name="T27" fmla="*/ 27 h 792"/>
                <a:gd name="T28" fmla="*/ 100 w 641"/>
                <a:gd name="T29" fmla="*/ 28 h 792"/>
                <a:gd name="T30" fmla="*/ 101 w 641"/>
                <a:gd name="T31" fmla="*/ 34 h 792"/>
                <a:gd name="T32" fmla="*/ 100 w 641"/>
                <a:gd name="T33" fmla="*/ 41 h 792"/>
                <a:gd name="T34" fmla="*/ 96 w 641"/>
                <a:gd name="T35" fmla="*/ 43 h 792"/>
                <a:gd name="T36" fmla="*/ 88 w 641"/>
                <a:gd name="T37" fmla="*/ 43 h 792"/>
                <a:gd name="T38" fmla="*/ 82 w 641"/>
                <a:gd name="T39" fmla="*/ 43 h 792"/>
                <a:gd name="T40" fmla="*/ 79 w 641"/>
                <a:gd name="T41" fmla="*/ 45 h 792"/>
                <a:gd name="T42" fmla="*/ 79 w 641"/>
                <a:gd name="T43" fmla="*/ 49 h 792"/>
                <a:gd name="T44" fmla="*/ 75 w 641"/>
                <a:gd name="T45" fmla="*/ 52 h 792"/>
                <a:gd name="T46" fmla="*/ 68 w 641"/>
                <a:gd name="T47" fmla="*/ 53 h 792"/>
                <a:gd name="T48" fmla="*/ 62 w 641"/>
                <a:gd name="T49" fmla="*/ 55 h 792"/>
                <a:gd name="T50" fmla="*/ 61 w 641"/>
                <a:gd name="T51" fmla="*/ 59 h 792"/>
                <a:gd name="T52" fmla="*/ 62 w 641"/>
                <a:gd name="T53" fmla="*/ 64 h 792"/>
                <a:gd name="T54" fmla="*/ 60 w 641"/>
                <a:gd name="T55" fmla="*/ 69 h 792"/>
                <a:gd name="T56" fmla="*/ 55 w 641"/>
                <a:gd name="T57" fmla="*/ 71 h 792"/>
                <a:gd name="T58" fmla="*/ 47 w 641"/>
                <a:gd name="T59" fmla="*/ 71 h 792"/>
                <a:gd name="T60" fmla="*/ 42 w 641"/>
                <a:gd name="T61" fmla="*/ 69 h 792"/>
                <a:gd name="T62" fmla="*/ 39 w 641"/>
                <a:gd name="T63" fmla="*/ 66 h 792"/>
                <a:gd name="T64" fmla="*/ 39 w 641"/>
                <a:gd name="T65" fmla="*/ 62 h 792"/>
                <a:gd name="T66" fmla="*/ 40 w 641"/>
                <a:gd name="T67" fmla="*/ 58 h 792"/>
                <a:gd name="T68" fmla="*/ 36 w 641"/>
                <a:gd name="T69" fmla="*/ 56 h 792"/>
                <a:gd name="T70" fmla="*/ 30 w 641"/>
                <a:gd name="T71" fmla="*/ 55 h 792"/>
                <a:gd name="T72" fmla="*/ 24 w 641"/>
                <a:gd name="T73" fmla="*/ 53 h 792"/>
                <a:gd name="T74" fmla="*/ 22 w 641"/>
                <a:gd name="T75" fmla="*/ 49 h 792"/>
                <a:gd name="T76" fmla="*/ 21 w 641"/>
                <a:gd name="T77" fmla="*/ 45 h 792"/>
                <a:gd name="T78" fmla="*/ 15 w 641"/>
                <a:gd name="T79" fmla="*/ 44 h 792"/>
                <a:gd name="T80" fmla="*/ 8 w 641"/>
                <a:gd name="T81" fmla="*/ 44 h 792"/>
                <a:gd name="T82" fmla="*/ 2 w 641"/>
                <a:gd name="T83" fmla="*/ 44 h 792"/>
                <a:gd name="T84" fmla="*/ 0 w 641"/>
                <a:gd name="T85" fmla="*/ 39 h 792"/>
                <a:gd name="T86" fmla="*/ 0 w 641"/>
                <a:gd name="T87" fmla="*/ 32 h 792"/>
                <a:gd name="T88" fmla="*/ 2 w 641"/>
                <a:gd name="T89" fmla="*/ 28 h 792"/>
                <a:gd name="T90" fmla="*/ 8 w 641"/>
                <a:gd name="T91" fmla="*/ 27 h 792"/>
                <a:gd name="T92" fmla="*/ 15 w 641"/>
                <a:gd name="T93" fmla="*/ 27 h 792"/>
                <a:gd name="T94" fmla="*/ 22 w 641"/>
                <a:gd name="T95" fmla="*/ 26 h 792"/>
                <a:gd name="T96" fmla="*/ 23 w 641"/>
                <a:gd name="T97" fmla="*/ 22 h 792"/>
                <a:gd name="T98" fmla="*/ 25 w 641"/>
                <a:gd name="T99" fmla="*/ 18 h 792"/>
                <a:gd name="T100" fmla="*/ 32 w 641"/>
                <a:gd name="T101" fmla="*/ 17 h 7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41" h="792">
                  <a:moveTo>
                    <a:pt x="244" y="165"/>
                  </a:moveTo>
                  <a:lnTo>
                    <a:pt x="250" y="156"/>
                  </a:lnTo>
                  <a:lnTo>
                    <a:pt x="255" y="148"/>
                  </a:lnTo>
                  <a:lnTo>
                    <a:pt x="257" y="138"/>
                  </a:lnTo>
                  <a:lnTo>
                    <a:pt x="257" y="126"/>
                  </a:lnTo>
                  <a:lnTo>
                    <a:pt x="254" y="112"/>
                  </a:lnTo>
                  <a:lnTo>
                    <a:pt x="252" y="100"/>
                  </a:lnTo>
                  <a:lnTo>
                    <a:pt x="248" y="86"/>
                  </a:lnTo>
                  <a:lnTo>
                    <a:pt x="247" y="70"/>
                  </a:lnTo>
                  <a:lnTo>
                    <a:pt x="248" y="60"/>
                  </a:lnTo>
                  <a:lnTo>
                    <a:pt x="251" y="48"/>
                  </a:lnTo>
                  <a:lnTo>
                    <a:pt x="256" y="36"/>
                  </a:lnTo>
                  <a:lnTo>
                    <a:pt x="263" y="24"/>
                  </a:lnTo>
                  <a:lnTo>
                    <a:pt x="272" y="15"/>
                  </a:lnTo>
                  <a:lnTo>
                    <a:pt x="280" y="7"/>
                  </a:lnTo>
                  <a:lnTo>
                    <a:pt x="291" y="3"/>
                  </a:lnTo>
                  <a:lnTo>
                    <a:pt x="304" y="1"/>
                  </a:lnTo>
                  <a:lnTo>
                    <a:pt x="318" y="0"/>
                  </a:lnTo>
                  <a:lnTo>
                    <a:pt x="336" y="0"/>
                  </a:lnTo>
                  <a:lnTo>
                    <a:pt x="351" y="2"/>
                  </a:lnTo>
                  <a:lnTo>
                    <a:pt x="360" y="5"/>
                  </a:lnTo>
                  <a:lnTo>
                    <a:pt x="366" y="10"/>
                  </a:lnTo>
                  <a:lnTo>
                    <a:pt x="373" y="15"/>
                  </a:lnTo>
                  <a:lnTo>
                    <a:pt x="380" y="23"/>
                  </a:lnTo>
                  <a:lnTo>
                    <a:pt x="387" y="33"/>
                  </a:lnTo>
                  <a:lnTo>
                    <a:pt x="392" y="42"/>
                  </a:lnTo>
                  <a:lnTo>
                    <a:pt x="394" y="50"/>
                  </a:lnTo>
                  <a:lnTo>
                    <a:pt x="396" y="63"/>
                  </a:lnTo>
                  <a:lnTo>
                    <a:pt x="396" y="75"/>
                  </a:lnTo>
                  <a:lnTo>
                    <a:pt x="395" y="87"/>
                  </a:lnTo>
                  <a:lnTo>
                    <a:pt x="393" y="96"/>
                  </a:lnTo>
                  <a:lnTo>
                    <a:pt x="390" y="110"/>
                  </a:lnTo>
                  <a:lnTo>
                    <a:pt x="387" y="126"/>
                  </a:lnTo>
                  <a:lnTo>
                    <a:pt x="385" y="135"/>
                  </a:lnTo>
                  <a:lnTo>
                    <a:pt x="388" y="144"/>
                  </a:lnTo>
                  <a:lnTo>
                    <a:pt x="391" y="151"/>
                  </a:lnTo>
                  <a:lnTo>
                    <a:pt x="396" y="160"/>
                  </a:lnTo>
                  <a:lnTo>
                    <a:pt x="404" y="167"/>
                  </a:lnTo>
                  <a:lnTo>
                    <a:pt x="412" y="174"/>
                  </a:lnTo>
                  <a:lnTo>
                    <a:pt x="422" y="179"/>
                  </a:lnTo>
                  <a:lnTo>
                    <a:pt x="433" y="182"/>
                  </a:lnTo>
                  <a:lnTo>
                    <a:pt x="444" y="185"/>
                  </a:lnTo>
                  <a:lnTo>
                    <a:pt x="455" y="186"/>
                  </a:lnTo>
                  <a:lnTo>
                    <a:pt x="467" y="190"/>
                  </a:lnTo>
                  <a:lnTo>
                    <a:pt x="476" y="193"/>
                  </a:lnTo>
                  <a:lnTo>
                    <a:pt x="483" y="197"/>
                  </a:lnTo>
                  <a:lnTo>
                    <a:pt x="488" y="202"/>
                  </a:lnTo>
                  <a:lnTo>
                    <a:pt x="492" y="207"/>
                  </a:lnTo>
                  <a:lnTo>
                    <a:pt x="495" y="213"/>
                  </a:lnTo>
                  <a:lnTo>
                    <a:pt x="498" y="220"/>
                  </a:lnTo>
                  <a:lnTo>
                    <a:pt x="499" y="227"/>
                  </a:lnTo>
                  <a:lnTo>
                    <a:pt x="500" y="233"/>
                  </a:lnTo>
                  <a:lnTo>
                    <a:pt x="500" y="242"/>
                  </a:lnTo>
                  <a:lnTo>
                    <a:pt x="499" y="251"/>
                  </a:lnTo>
                  <a:lnTo>
                    <a:pt x="499" y="259"/>
                  </a:lnTo>
                  <a:lnTo>
                    <a:pt x="500" y="268"/>
                  </a:lnTo>
                  <a:lnTo>
                    <a:pt x="504" y="275"/>
                  </a:lnTo>
                  <a:lnTo>
                    <a:pt x="508" y="282"/>
                  </a:lnTo>
                  <a:lnTo>
                    <a:pt x="513" y="287"/>
                  </a:lnTo>
                  <a:lnTo>
                    <a:pt x="519" y="293"/>
                  </a:lnTo>
                  <a:lnTo>
                    <a:pt x="526" y="296"/>
                  </a:lnTo>
                  <a:lnTo>
                    <a:pt x="536" y="299"/>
                  </a:lnTo>
                  <a:lnTo>
                    <a:pt x="544" y="300"/>
                  </a:lnTo>
                  <a:lnTo>
                    <a:pt x="552" y="300"/>
                  </a:lnTo>
                  <a:lnTo>
                    <a:pt x="561" y="300"/>
                  </a:lnTo>
                  <a:lnTo>
                    <a:pt x="572" y="299"/>
                  </a:lnTo>
                  <a:lnTo>
                    <a:pt x="581" y="298"/>
                  </a:lnTo>
                  <a:lnTo>
                    <a:pt x="589" y="297"/>
                  </a:lnTo>
                  <a:lnTo>
                    <a:pt x="597" y="296"/>
                  </a:lnTo>
                  <a:lnTo>
                    <a:pt x="607" y="297"/>
                  </a:lnTo>
                  <a:lnTo>
                    <a:pt x="612" y="298"/>
                  </a:lnTo>
                  <a:lnTo>
                    <a:pt x="617" y="300"/>
                  </a:lnTo>
                  <a:lnTo>
                    <a:pt x="623" y="303"/>
                  </a:lnTo>
                  <a:lnTo>
                    <a:pt x="629" y="308"/>
                  </a:lnTo>
                  <a:lnTo>
                    <a:pt x="633" y="313"/>
                  </a:lnTo>
                  <a:lnTo>
                    <a:pt x="637" y="322"/>
                  </a:lnTo>
                  <a:lnTo>
                    <a:pt x="638" y="329"/>
                  </a:lnTo>
                  <a:lnTo>
                    <a:pt x="639" y="338"/>
                  </a:lnTo>
                  <a:lnTo>
                    <a:pt x="640" y="354"/>
                  </a:lnTo>
                  <a:lnTo>
                    <a:pt x="640" y="374"/>
                  </a:lnTo>
                  <a:lnTo>
                    <a:pt x="640" y="394"/>
                  </a:lnTo>
                  <a:lnTo>
                    <a:pt x="639" y="417"/>
                  </a:lnTo>
                  <a:lnTo>
                    <a:pt x="637" y="434"/>
                  </a:lnTo>
                  <a:lnTo>
                    <a:pt x="636" y="447"/>
                  </a:lnTo>
                  <a:lnTo>
                    <a:pt x="633" y="455"/>
                  </a:lnTo>
                  <a:lnTo>
                    <a:pt x="629" y="461"/>
                  </a:lnTo>
                  <a:lnTo>
                    <a:pt x="625" y="466"/>
                  </a:lnTo>
                  <a:lnTo>
                    <a:pt x="619" y="470"/>
                  </a:lnTo>
                  <a:lnTo>
                    <a:pt x="612" y="472"/>
                  </a:lnTo>
                  <a:lnTo>
                    <a:pt x="606" y="474"/>
                  </a:lnTo>
                  <a:lnTo>
                    <a:pt x="594" y="474"/>
                  </a:lnTo>
                  <a:lnTo>
                    <a:pt x="583" y="474"/>
                  </a:lnTo>
                  <a:lnTo>
                    <a:pt x="574" y="472"/>
                  </a:lnTo>
                  <a:lnTo>
                    <a:pt x="566" y="472"/>
                  </a:lnTo>
                  <a:lnTo>
                    <a:pt x="557" y="471"/>
                  </a:lnTo>
                  <a:lnTo>
                    <a:pt x="549" y="471"/>
                  </a:lnTo>
                  <a:lnTo>
                    <a:pt x="542" y="472"/>
                  </a:lnTo>
                  <a:lnTo>
                    <a:pt x="534" y="472"/>
                  </a:lnTo>
                  <a:lnTo>
                    <a:pt x="525" y="475"/>
                  </a:lnTo>
                  <a:lnTo>
                    <a:pt x="520" y="477"/>
                  </a:lnTo>
                  <a:lnTo>
                    <a:pt x="516" y="479"/>
                  </a:lnTo>
                  <a:lnTo>
                    <a:pt x="510" y="483"/>
                  </a:lnTo>
                  <a:lnTo>
                    <a:pt x="506" y="489"/>
                  </a:lnTo>
                  <a:lnTo>
                    <a:pt x="503" y="494"/>
                  </a:lnTo>
                  <a:lnTo>
                    <a:pt x="500" y="500"/>
                  </a:lnTo>
                  <a:lnTo>
                    <a:pt x="498" y="506"/>
                  </a:lnTo>
                  <a:lnTo>
                    <a:pt x="498" y="513"/>
                  </a:lnTo>
                  <a:lnTo>
                    <a:pt x="498" y="521"/>
                  </a:lnTo>
                  <a:lnTo>
                    <a:pt x="498" y="533"/>
                  </a:lnTo>
                  <a:lnTo>
                    <a:pt x="498" y="546"/>
                  </a:lnTo>
                  <a:lnTo>
                    <a:pt x="495" y="556"/>
                  </a:lnTo>
                  <a:lnTo>
                    <a:pt x="492" y="563"/>
                  </a:lnTo>
                  <a:lnTo>
                    <a:pt x="487" y="569"/>
                  </a:lnTo>
                  <a:lnTo>
                    <a:pt x="481" y="574"/>
                  </a:lnTo>
                  <a:lnTo>
                    <a:pt x="474" y="577"/>
                  </a:lnTo>
                  <a:lnTo>
                    <a:pt x="467" y="580"/>
                  </a:lnTo>
                  <a:lnTo>
                    <a:pt x="457" y="582"/>
                  </a:lnTo>
                  <a:lnTo>
                    <a:pt x="449" y="585"/>
                  </a:lnTo>
                  <a:lnTo>
                    <a:pt x="439" y="586"/>
                  </a:lnTo>
                  <a:lnTo>
                    <a:pt x="431" y="588"/>
                  </a:lnTo>
                  <a:lnTo>
                    <a:pt x="422" y="590"/>
                  </a:lnTo>
                  <a:lnTo>
                    <a:pt x="416" y="594"/>
                  </a:lnTo>
                  <a:lnTo>
                    <a:pt x="408" y="598"/>
                  </a:lnTo>
                  <a:lnTo>
                    <a:pt x="400" y="603"/>
                  </a:lnTo>
                  <a:lnTo>
                    <a:pt x="395" y="610"/>
                  </a:lnTo>
                  <a:lnTo>
                    <a:pt x="390" y="618"/>
                  </a:lnTo>
                  <a:lnTo>
                    <a:pt x="386" y="628"/>
                  </a:lnTo>
                  <a:lnTo>
                    <a:pt x="385" y="636"/>
                  </a:lnTo>
                  <a:lnTo>
                    <a:pt x="385" y="646"/>
                  </a:lnTo>
                  <a:lnTo>
                    <a:pt x="387" y="654"/>
                  </a:lnTo>
                  <a:lnTo>
                    <a:pt x="389" y="664"/>
                  </a:lnTo>
                  <a:lnTo>
                    <a:pt x="391" y="674"/>
                  </a:lnTo>
                  <a:lnTo>
                    <a:pt x="393" y="684"/>
                  </a:lnTo>
                  <a:lnTo>
                    <a:pt x="395" y="696"/>
                  </a:lnTo>
                  <a:lnTo>
                    <a:pt x="395" y="709"/>
                  </a:lnTo>
                  <a:lnTo>
                    <a:pt x="392" y="721"/>
                  </a:lnTo>
                  <a:lnTo>
                    <a:pt x="390" y="731"/>
                  </a:lnTo>
                  <a:lnTo>
                    <a:pt x="387" y="740"/>
                  </a:lnTo>
                  <a:lnTo>
                    <a:pt x="383" y="749"/>
                  </a:lnTo>
                  <a:lnTo>
                    <a:pt x="377" y="761"/>
                  </a:lnTo>
                  <a:lnTo>
                    <a:pt x="371" y="768"/>
                  </a:lnTo>
                  <a:lnTo>
                    <a:pt x="366" y="773"/>
                  </a:lnTo>
                  <a:lnTo>
                    <a:pt x="360" y="779"/>
                  </a:lnTo>
                  <a:lnTo>
                    <a:pt x="353" y="785"/>
                  </a:lnTo>
                  <a:lnTo>
                    <a:pt x="346" y="788"/>
                  </a:lnTo>
                  <a:lnTo>
                    <a:pt x="340" y="789"/>
                  </a:lnTo>
                  <a:lnTo>
                    <a:pt x="330" y="790"/>
                  </a:lnTo>
                  <a:lnTo>
                    <a:pt x="319" y="791"/>
                  </a:lnTo>
                  <a:lnTo>
                    <a:pt x="305" y="790"/>
                  </a:lnTo>
                  <a:lnTo>
                    <a:pt x="299" y="790"/>
                  </a:lnTo>
                  <a:lnTo>
                    <a:pt x="290" y="789"/>
                  </a:lnTo>
                  <a:lnTo>
                    <a:pt x="281" y="786"/>
                  </a:lnTo>
                  <a:lnTo>
                    <a:pt x="273" y="781"/>
                  </a:lnTo>
                  <a:lnTo>
                    <a:pt x="268" y="776"/>
                  </a:lnTo>
                  <a:lnTo>
                    <a:pt x="263" y="770"/>
                  </a:lnTo>
                  <a:lnTo>
                    <a:pt x="258" y="765"/>
                  </a:lnTo>
                  <a:lnTo>
                    <a:pt x="254" y="757"/>
                  </a:lnTo>
                  <a:lnTo>
                    <a:pt x="250" y="750"/>
                  </a:lnTo>
                  <a:lnTo>
                    <a:pt x="247" y="741"/>
                  </a:lnTo>
                  <a:lnTo>
                    <a:pt x="246" y="731"/>
                  </a:lnTo>
                  <a:lnTo>
                    <a:pt x="245" y="724"/>
                  </a:lnTo>
                  <a:lnTo>
                    <a:pt x="245" y="714"/>
                  </a:lnTo>
                  <a:lnTo>
                    <a:pt x="246" y="705"/>
                  </a:lnTo>
                  <a:lnTo>
                    <a:pt x="248" y="696"/>
                  </a:lnTo>
                  <a:lnTo>
                    <a:pt x="250" y="686"/>
                  </a:lnTo>
                  <a:lnTo>
                    <a:pt x="253" y="676"/>
                  </a:lnTo>
                  <a:lnTo>
                    <a:pt x="254" y="666"/>
                  </a:lnTo>
                  <a:lnTo>
                    <a:pt x="255" y="658"/>
                  </a:lnTo>
                  <a:lnTo>
                    <a:pt x="254" y="651"/>
                  </a:lnTo>
                  <a:lnTo>
                    <a:pt x="253" y="645"/>
                  </a:lnTo>
                  <a:lnTo>
                    <a:pt x="249" y="637"/>
                  </a:lnTo>
                  <a:lnTo>
                    <a:pt x="245" y="631"/>
                  </a:lnTo>
                  <a:lnTo>
                    <a:pt x="240" y="625"/>
                  </a:lnTo>
                  <a:lnTo>
                    <a:pt x="234" y="620"/>
                  </a:lnTo>
                  <a:lnTo>
                    <a:pt x="229" y="616"/>
                  </a:lnTo>
                  <a:lnTo>
                    <a:pt x="221" y="612"/>
                  </a:lnTo>
                  <a:lnTo>
                    <a:pt x="214" y="610"/>
                  </a:lnTo>
                  <a:lnTo>
                    <a:pt x="205" y="608"/>
                  </a:lnTo>
                  <a:lnTo>
                    <a:pt x="197" y="607"/>
                  </a:lnTo>
                  <a:lnTo>
                    <a:pt x="190" y="605"/>
                  </a:lnTo>
                  <a:lnTo>
                    <a:pt x="181" y="602"/>
                  </a:lnTo>
                  <a:lnTo>
                    <a:pt x="173" y="599"/>
                  </a:lnTo>
                  <a:lnTo>
                    <a:pt x="164" y="596"/>
                  </a:lnTo>
                  <a:lnTo>
                    <a:pt x="157" y="593"/>
                  </a:lnTo>
                  <a:lnTo>
                    <a:pt x="152" y="588"/>
                  </a:lnTo>
                  <a:lnTo>
                    <a:pt x="147" y="581"/>
                  </a:lnTo>
                  <a:lnTo>
                    <a:pt x="144" y="572"/>
                  </a:lnTo>
                  <a:lnTo>
                    <a:pt x="142" y="561"/>
                  </a:lnTo>
                  <a:lnTo>
                    <a:pt x="141" y="552"/>
                  </a:lnTo>
                  <a:lnTo>
                    <a:pt x="142" y="542"/>
                  </a:lnTo>
                  <a:lnTo>
                    <a:pt x="143" y="534"/>
                  </a:lnTo>
                  <a:lnTo>
                    <a:pt x="142" y="525"/>
                  </a:lnTo>
                  <a:lnTo>
                    <a:pt x="139" y="517"/>
                  </a:lnTo>
                  <a:lnTo>
                    <a:pt x="135" y="509"/>
                  </a:lnTo>
                  <a:lnTo>
                    <a:pt x="130" y="504"/>
                  </a:lnTo>
                  <a:lnTo>
                    <a:pt x="125" y="499"/>
                  </a:lnTo>
                  <a:lnTo>
                    <a:pt x="117" y="496"/>
                  </a:lnTo>
                  <a:lnTo>
                    <a:pt x="109" y="492"/>
                  </a:lnTo>
                  <a:lnTo>
                    <a:pt x="100" y="491"/>
                  </a:lnTo>
                  <a:lnTo>
                    <a:pt x="92" y="490"/>
                  </a:lnTo>
                  <a:lnTo>
                    <a:pt x="84" y="490"/>
                  </a:lnTo>
                  <a:lnTo>
                    <a:pt x="76" y="491"/>
                  </a:lnTo>
                  <a:lnTo>
                    <a:pt x="68" y="492"/>
                  </a:lnTo>
                  <a:lnTo>
                    <a:pt x="61" y="493"/>
                  </a:lnTo>
                  <a:lnTo>
                    <a:pt x="53" y="494"/>
                  </a:lnTo>
                  <a:lnTo>
                    <a:pt x="41" y="494"/>
                  </a:lnTo>
                  <a:lnTo>
                    <a:pt x="33" y="494"/>
                  </a:lnTo>
                  <a:lnTo>
                    <a:pt x="25" y="491"/>
                  </a:lnTo>
                  <a:lnTo>
                    <a:pt x="19" y="488"/>
                  </a:lnTo>
                  <a:lnTo>
                    <a:pt x="12" y="482"/>
                  </a:lnTo>
                  <a:lnTo>
                    <a:pt x="8" y="476"/>
                  </a:lnTo>
                  <a:lnTo>
                    <a:pt x="5" y="470"/>
                  </a:lnTo>
                  <a:lnTo>
                    <a:pt x="1" y="457"/>
                  </a:lnTo>
                  <a:lnTo>
                    <a:pt x="1" y="443"/>
                  </a:lnTo>
                  <a:lnTo>
                    <a:pt x="0" y="429"/>
                  </a:lnTo>
                  <a:lnTo>
                    <a:pt x="0" y="412"/>
                  </a:lnTo>
                  <a:lnTo>
                    <a:pt x="1" y="398"/>
                  </a:lnTo>
                  <a:lnTo>
                    <a:pt x="1" y="382"/>
                  </a:lnTo>
                  <a:lnTo>
                    <a:pt x="2" y="368"/>
                  </a:lnTo>
                  <a:lnTo>
                    <a:pt x="3" y="353"/>
                  </a:lnTo>
                  <a:lnTo>
                    <a:pt x="4" y="342"/>
                  </a:lnTo>
                  <a:lnTo>
                    <a:pt x="6" y="330"/>
                  </a:lnTo>
                  <a:lnTo>
                    <a:pt x="8" y="320"/>
                  </a:lnTo>
                  <a:lnTo>
                    <a:pt x="11" y="314"/>
                  </a:lnTo>
                  <a:lnTo>
                    <a:pt x="15" y="308"/>
                  </a:lnTo>
                  <a:lnTo>
                    <a:pt x="20" y="304"/>
                  </a:lnTo>
                  <a:lnTo>
                    <a:pt x="26" y="300"/>
                  </a:lnTo>
                  <a:lnTo>
                    <a:pt x="31" y="299"/>
                  </a:lnTo>
                  <a:lnTo>
                    <a:pt x="38" y="297"/>
                  </a:lnTo>
                  <a:lnTo>
                    <a:pt x="47" y="296"/>
                  </a:lnTo>
                  <a:lnTo>
                    <a:pt x="55" y="297"/>
                  </a:lnTo>
                  <a:lnTo>
                    <a:pt x="66" y="299"/>
                  </a:lnTo>
                  <a:lnTo>
                    <a:pt x="75" y="299"/>
                  </a:lnTo>
                  <a:lnTo>
                    <a:pt x="84" y="300"/>
                  </a:lnTo>
                  <a:lnTo>
                    <a:pt x="95" y="300"/>
                  </a:lnTo>
                  <a:lnTo>
                    <a:pt x="106" y="299"/>
                  </a:lnTo>
                  <a:lnTo>
                    <a:pt x="116" y="296"/>
                  </a:lnTo>
                  <a:lnTo>
                    <a:pt x="125" y="292"/>
                  </a:lnTo>
                  <a:lnTo>
                    <a:pt x="131" y="288"/>
                  </a:lnTo>
                  <a:lnTo>
                    <a:pt x="137" y="282"/>
                  </a:lnTo>
                  <a:lnTo>
                    <a:pt x="141" y="274"/>
                  </a:lnTo>
                  <a:lnTo>
                    <a:pt x="144" y="266"/>
                  </a:lnTo>
                  <a:lnTo>
                    <a:pt x="145" y="258"/>
                  </a:lnTo>
                  <a:lnTo>
                    <a:pt x="145" y="252"/>
                  </a:lnTo>
                  <a:lnTo>
                    <a:pt x="144" y="240"/>
                  </a:lnTo>
                  <a:lnTo>
                    <a:pt x="145" y="228"/>
                  </a:lnTo>
                  <a:lnTo>
                    <a:pt x="147" y="219"/>
                  </a:lnTo>
                  <a:lnTo>
                    <a:pt x="149" y="211"/>
                  </a:lnTo>
                  <a:lnTo>
                    <a:pt x="153" y="205"/>
                  </a:lnTo>
                  <a:lnTo>
                    <a:pt x="160" y="198"/>
                  </a:lnTo>
                  <a:lnTo>
                    <a:pt x="167" y="194"/>
                  </a:lnTo>
                  <a:lnTo>
                    <a:pt x="177" y="190"/>
                  </a:lnTo>
                  <a:lnTo>
                    <a:pt x="186" y="188"/>
                  </a:lnTo>
                  <a:lnTo>
                    <a:pt x="194" y="185"/>
                  </a:lnTo>
                  <a:lnTo>
                    <a:pt x="204" y="184"/>
                  </a:lnTo>
                  <a:lnTo>
                    <a:pt x="214" y="181"/>
                  </a:lnTo>
                  <a:lnTo>
                    <a:pt x="225" y="178"/>
                  </a:lnTo>
                  <a:lnTo>
                    <a:pt x="235" y="173"/>
                  </a:lnTo>
                  <a:lnTo>
                    <a:pt x="244" y="165"/>
                  </a:lnTo>
                </a:path>
              </a:pathLst>
            </a:custGeom>
            <a:solidFill>
              <a:schemeClr val="accent2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6877" name="Group 22">
            <a:extLst>
              <a:ext uri="{FF2B5EF4-FFF2-40B4-BE49-F238E27FC236}">
                <a16:creationId xmlns:a16="http://schemas.microsoft.com/office/drawing/2014/main" id="{E438E39F-1648-40A3-B5E4-18C951E930E4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5551393"/>
            <a:ext cx="846138" cy="614457"/>
            <a:chOff x="4024" y="1347"/>
            <a:chExt cx="1342" cy="1200"/>
          </a:xfrm>
        </p:grpSpPr>
        <p:sp>
          <p:nvSpPr>
            <p:cNvPr id="36878" name="Freeform 23">
              <a:extLst>
                <a:ext uri="{FF2B5EF4-FFF2-40B4-BE49-F238E27FC236}">
                  <a16:creationId xmlns:a16="http://schemas.microsoft.com/office/drawing/2014/main" id="{34FC573C-12C2-4F68-B475-649EC2B23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1347"/>
              <a:ext cx="670" cy="735"/>
            </a:xfrm>
            <a:custGeom>
              <a:avLst/>
              <a:gdLst>
                <a:gd name="T0" fmla="*/ 0 w 670"/>
                <a:gd name="T1" fmla="*/ 0 h 735"/>
                <a:gd name="T2" fmla="*/ 669 w 670"/>
                <a:gd name="T3" fmla="*/ 586 h 735"/>
                <a:gd name="T4" fmla="*/ 608 w 670"/>
                <a:gd name="T5" fmla="*/ 592 h 735"/>
                <a:gd name="T6" fmla="*/ 607 w 670"/>
                <a:gd name="T7" fmla="*/ 605 h 735"/>
                <a:gd name="T8" fmla="*/ 610 w 670"/>
                <a:gd name="T9" fmla="*/ 621 h 735"/>
                <a:gd name="T10" fmla="*/ 614 w 670"/>
                <a:gd name="T11" fmla="*/ 640 h 735"/>
                <a:gd name="T12" fmla="*/ 617 w 670"/>
                <a:gd name="T13" fmla="*/ 659 h 735"/>
                <a:gd name="T14" fmla="*/ 616 w 670"/>
                <a:gd name="T15" fmla="*/ 677 h 735"/>
                <a:gd name="T16" fmla="*/ 611 w 670"/>
                <a:gd name="T17" fmla="*/ 695 h 735"/>
                <a:gd name="T18" fmla="*/ 600 w 670"/>
                <a:gd name="T19" fmla="*/ 709 h 735"/>
                <a:gd name="T20" fmla="*/ 588 w 670"/>
                <a:gd name="T21" fmla="*/ 721 h 735"/>
                <a:gd name="T22" fmla="*/ 573 w 670"/>
                <a:gd name="T23" fmla="*/ 729 h 735"/>
                <a:gd name="T24" fmla="*/ 554 w 670"/>
                <a:gd name="T25" fmla="*/ 733 h 735"/>
                <a:gd name="T26" fmla="*/ 537 w 670"/>
                <a:gd name="T27" fmla="*/ 734 h 735"/>
                <a:gd name="T28" fmla="*/ 523 w 670"/>
                <a:gd name="T29" fmla="*/ 732 h 735"/>
                <a:gd name="T30" fmla="*/ 507 w 670"/>
                <a:gd name="T31" fmla="*/ 727 h 735"/>
                <a:gd name="T32" fmla="*/ 495 w 670"/>
                <a:gd name="T33" fmla="*/ 718 h 735"/>
                <a:gd name="T34" fmla="*/ 484 w 670"/>
                <a:gd name="T35" fmla="*/ 704 h 735"/>
                <a:gd name="T36" fmla="*/ 474 w 670"/>
                <a:gd name="T37" fmla="*/ 689 h 735"/>
                <a:gd name="T38" fmla="*/ 469 w 670"/>
                <a:gd name="T39" fmla="*/ 668 h 735"/>
                <a:gd name="T40" fmla="*/ 471 w 670"/>
                <a:gd name="T41" fmla="*/ 647 h 735"/>
                <a:gd name="T42" fmla="*/ 476 w 670"/>
                <a:gd name="T43" fmla="*/ 626 h 735"/>
                <a:gd name="T44" fmla="*/ 480 w 670"/>
                <a:gd name="T45" fmla="*/ 605 h 735"/>
                <a:gd name="T46" fmla="*/ 480 w 670"/>
                <a:gd name="T47" fmla="*/ 596 h 735"/>
                <a:gd name="T48" fmla="*/ 366 w 670"/>
                <a:gd name="T49" fmla="*/ 590 h 735"/>
                <a:gd name="T50" fmla="*/ 368 w 670"/>
                <a:gd name="T51" fmla="*/ 556 h 735"/>
                <a:gd name="T52" fmla="*/ 365 w 670"/>
                <a:gd name="T53" fmla="*/ 532 h 735"/>
                <a:gd name="T54" fmla="*/ 361 w 670"/>
                <a:gd name="T55" fmla="*/ 519 h 735"/>
                <a:gd name="T56" fmla="*/ 351 w 670"/>
                <a:gd name="T57" fmla="*/ 508 h 735"/>
                <a:gd name="T58" fmla="*/ 339 w 670"/>
                <a:gd name="T59" fmla="*/ 500 h 735"/>
                <a:gd name="T60" fmla="*/ 323 w 670"/>
                <a:gd name="T61" fmla="*/ 499 h 735"/>
                <a:gd name="T62" fmla="*/ 300 w 670"/>
                <a:gd name="T63" fmla="*/ 500 h 735"/>
                <a:gd name="T64" fmla="*/ 279 w 670"/>
                <a:gd name="T65" fmla="*/ 502 h 735"/>
                <a:gd name="T66" fmla="*/ 257 w 670"/>
                <a:gd name="T67" fmla="*/ 502 h 735"/>
                <a:gd name="T68" fmla="*/ 235 w 670"/>
                <a:gd name="T69" fmla="*/ 497 h 735"/>
                <a:gd name="T70" fmla="*/ 218 w 670"/>
                <a:gd name="T71" fmla="*/ 486 h 735"/>
                <a:gd name="T72" fmla="*/ 208 w 670"/>
                <a:gd name="T73" fmla="*/ 471 h 735"/>
                <a:gd name="T74" fmla="*/ 204 w 670"/>
                <a:gd name="T75" fmla="*/ 451 h 735"/>
                <a:gd name="T76" fmla="*/ 205 w 670"/>
                <a:gd name="T77" fmla="*/ 428 h 735"/>
                <a:gd name="T78" fmla="*/ 202 w 670"/>
                <a:gd name="T79" fmla="*/ 407 h 735"/>
                <a:gd name="T80" fmla="*/ 197 w 670"/>
                <a:gd name="T81" fmla="*/ 394 h 735"/>
                <a:gd name="T82" fmla="*/ 190 w 670"/>
                <a:gd name="T83" fmla="*/ 385 h 735"/>
                <a:gd name="T84" fmla="*/ 174 w 670"/>
                <a:gd name="T85" fmla="*/ 377 h 735"/>
                <a:gd name="T86" fmla="*/ 152 w 670"/>
                <a:gd name="T87" fmla="*/ 370 h 735"/>
                <a:gd name="T88" fmla="*/ 129 w 670"/>
                <a:gd name="T89" fmla="*/ 366 h 735"/>
                <a:gd name="T90" fmla="*/ 111 w 670"/>
                <a:gd name="T91" fmla="*/ 359 h 735"/>
                <a:gd name="T92" fmla="*/ 95 w 670"/>
                <a:gd name="T93" fmla="*/ 349 h 735"/>
                <a:gd name="T94" fmla="*/ 82 w 670"/>
                <a:gd name="T95" fmla="*/ 335 h 735"/>
                <a:gd name="T96" fmla="*/ 74 w 670"/>
                <a:gd name="T97" fmla="*/ 318 h 735"/>
                <a:gd name="T98" fmla="*/ 73 w 670"/>
                <a:gd name="T99" fmla="*/ 300 h 735"/>
                <a:gd name="T100" fmla="*/ 77 w 670"/>
                <a:gd name="T101" fmla="*/ 279 h 735"/>
                <a:gd name="T102" fmla="*/ 82 w 670"/>
                <a:gd name="T103" fmla="*/ 255 h 735"/>
                <a:gd name="T104" fmla="*/ 85 w 670"/>
                <a:gd name="T105" fmla="*/ 233 h 735"/>
                <a:gd name="T106" fmla="*/ 82 w 670"/>
                <a:gd name="T107" fmla="*/ 211 h 735"/>
                <a:gd name="T108" fmla="*/ 73 w 670"/>
                <a:gd name="T109" fmla="*/ 190 h 735"/>
                <a:gd name="T110" fmla="*/ 65 w 670"/>
                <a:gd name="T111" fmla="*/ 178 h 735"/>
                <a:gd name="T112" fmla="*/ 55 w 670"/>
                <a:gd name="T113" fmla="*/ 167 h 735"/>
                <a:gd name="T114" fmla="*/ 43 w 670"/>
                <a:gd name="T115" fmla="*/ 159 h 735"/>
                <a:gd name="T116" fmla="*/ 27 w 670"/>
                <a:gd name="T117" fmla="*/ 154 h 735"/>
                <a:gd name="T118" fmla="*/ 8 w 670"/>
                <a:gd name="T119" fmla="*/ 153 h 73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70" h="735">
                  <a:moveTo>
                    <a:pt x="0" y="153"/>
                  </a:moveTo>
                  <a:lnTo>
                    <a:pt x="0" y="0"/>
                  </a:lnTo>
                  <a:lnTo>
                    <a:pt x="668" y="0"/>
                  </a:lnTo>
                  <a:lnTo>
                    <a:pt x="669" y="586"/>
                  </a:lnTo>
                  <a:lnTo>
                    <a:pt x="611" y="586"/>
                  </a:lnTo>
                  <a:lnTo>
                    <a:pt x="608" y="592"/>
                  </a:lnTo>
                  <a:lnTo>
                    <a:pt x="607" y="598"/>
                  </a:lnTo>
                  <a:lnTo>
                    <a:pt x="607" y="605"/>
                  </a:lnTo>
                  <a:lnTo>
                    <a:pt x="607" y="611"/>
                  </a:lnTo>
                  <a:lnTo>
                    <a:pt x="610" y="621"/>
                  </a:lnTo>
                  <a:lnTo>
                    <a:pt x="612" y="633"/>
                  </a:lnTo>
                  <a:lnTo>
                    <a:pt x="614" y="640"/>
                  </a:lnTo>
                  <a:lnTo>
                    <a:pt x="616" y="650"/>
                  </a:lnTo>
                  <a:lnTo>
                    <a:pt x="617" y="659"/>
                  </a:lnTo>
                  <a:lnTo>
                    <a:pt x="617" y="669"/>
                  </a:lnTo>
                  <a:lnTo>
                    <a:pt x="616" y="677"/>
                  </a:lnTo>
                  <a:lnTo>
                    <a:pt x="614" y="687"/>
                  </a:lnTo>
                  <a:lnTo>
                    <a:pt x="611" y="695"/>
                  </a:lnTo>
                  <a:lnTo>
                    <a:pt x="607" y="701"/>
                  </a:lnTo>
                  <a:lnTo>
                    <a:pt x="600" y="709"/>
                  </a:lnTo>
                  <a:lnTo>
                    <a:pt x="594" y="715"/>
                  </a:lnTo>
                  <a:lnTo>
                    <a:pt x="588" y="721"/>
                  </a:lnTo>
                  <a:lnTo>
                    <a:pt x="581" y="726"/>
                  </a:lnTo>
                  <a:lnTo>
                    <a:pt x="573" y="729"/>
                  </a:lnTo>
                  <a:lnTo>
                    <a:pt x="563" y="732"/>
                  </a:lnTo>
                  <a:lnTo>
                    <a:pt x="554" y="733"/>
                  </a:lnTo>
                  <a:lnTo>
                    <a:pt x="546" y="734"/>
                  </a:lnTo>
                  <a:lnTo>
                    <a:pt x="537" y="734"/>
                  </a:lnTo>
                  <a:lnTo>
                    <a:pt x="529" y="733"/>
                  </a:lnTo>
                  <a:lnTo>
                    <a:pt x="523" y="732"/>
                  </a:lnTo>
                  <a:lnTo>
                    <a:pt x="515" y="729"/>
                  </a:lnTo>
                  <a:lnTo>
                    <a:pt x="507" y="727"/>
                  </a:lnTo>
                  <a:lnTo>
                    <a:pt x="502" y="723"/>
                  </a:lnTo>
                  <a:lnTo>
                    <a:pt x="495" y="718"/>
                  </a:lnTo>
                  <a:lnTo>
                    <a:pt x="489" y="711"/>
                  </a:lnTo>
                  <a:lnTo>
                    <a:pt x="484" y="704"/>
                  </a:lnTo>
                  <a:lnTo>
                    <a:pt x="478" y="697"/>
                  </a:lnTo>
                  <a:lnTo>
                    <a:pt x="474" y="689"/>
                  </a:lnTo>
                  <a:lnTo>
                    <a:pt x="471" y="679"/>
                  </a:lnTo>
                  <a:lnTo>
                    <a:pt x="469" y="668"/>
                  </a:lnTo>
                  <a:lnTo>
                    <a:pt x="469" y="658"/>
                  </a:lnTo>
                  <a:lnTo>
                    <a:pt x="471" y="647"/>
                  </a:lnTo>
                  <a:lnTo>
                    <a:pt x="474" y="637"/>
                  </a:lnTo>
                  <a:lnTo>
                    <a:pt x="476" y="626"/>
                  </a:lnTo>
                  <a:lnTo>
                    <a:pt x="479" y="614"/>
                  </a:lnTo>
                  <a:lnTo>
                    <a:pt x="480" y="605"/>
                  </a:lnTo>
                  <a:lnTo>
                    <a:pt x="480" y="600"/>
                  </a:lnTo>
                  <a:lnTo>
                    <a:pt x="480" y="596"/>
                  </a:lnTo>
                  <a:lnTo>
                    <a:pt x="478" y="590"/>
                  </a:lnTo>
                  <a:lnTo>
                    <a:pt x="366" y="590"/>
                  </a:lnTo>
                  <a:lnTo>
                    <a:pt x="368" y="568"/>
                  </a:lnTo>
                  <a:lnTo>
                    <a:pt x="368" y="556"/>
                  </a:lnTo>
                  <a:lnTo>
                    <a:pt x="366" y="544"/>
                  </a:lnTo>
                  <a:lnTo>
                    <a:pt x="365" y="532"/>
                  </a:lnTo>
                  <a:lnTo>
                    <a:pt x="364" y="525"/>
                  </a:lnTo>
                  <a:lnTo>
                    <a:pt x="361" y="519"/>
                  </a:lnTo>
                  <a:lnTo>
                    <a:pt x="357" y="513"/>
                  </a:lnTo>
                  <a:lnTo>
                    <a:pt x="351" y="508"/>
                  </a:lnTo>
                  <a:lnTo>
                    <a:pt x="345" y="503"/>
                  </a:lnTo>
                  <a:lnTo>
                    <a:pt x="339" y="500"/>
                  </a:lnTo>
                  <a:lnTo>
                    <a:pt x="333" y="499"/>
                  </a:lnTo>
                  <a:lnTo>
                    <a:pt x="323" y="499"/>
                  </a:lnTo>
                  <a:lnTo>
                    <a:pt x="311" y="499"/>
                  </a:lnTo>
                  <a:lnTo>
                    <a:pt x="300" y="500"/>
                  </a:lnTo>
                  <a:lnTo>
                    <a:pt x="288" y="500"/>
                  </a:lnTo>
                  <a:lnTo>
                    <a:pt x="279" y="502"/>
                  </a:lnTo>
                  <a:lnTo>
                    <a:pt x="267" y="503"/>
                  </a:lnTo>
                  <a:lnTo>
                    <a:pt x="257" y="502"/>
                  </a:lnTo>
                  <a:lnTo>
                    <a:pt x="248" y="500"/>
                  </a:lnTo>
                  <a:lnTo>
                    <a:pt x="235" y="497"/>
                  </a:lnTo>
                  <a:lnTo>
                    <a:pt x="226" y="493"/>
                  </a:lnTo>
                  <a:lnTo>
                    <a:pt x="218" y="486"/>
                  </a:lnTo>
                  <a:lnTo>
                    <a:pt x="213" y="479"/>
                  </a:lnTo>
                  <a:lnTo>
                    <a:pt x="208" y="471"/>
                  </a:lnTo>
                  <a:lnTo>
                    <a:pt x="205" y="461"/>
                  </a:lnTo>
                  <a:lnTo>
                    <a:pt x="204" y="451"/>
                  </a:lnTo>
                  <a:lnTo>
                    <a:pt x="204" y="438"/>
                  </a:lnTo>
                  <a:lnTo>
                    <a:pt x="205" y="428"/>
                  </a:lnTo>
                  <a:lnTo>
                    <a:pt x="204" y="418"/>
                  </a:lnTo>
                  <a:lnTo>
                    <a:pt x="202" y="407"/>
                  </a:lnTo>
                  <a:lnTo>
                    <a:pt x="200" y="400"/>
                  </a:lnTo>
                  <a:lnTo>
                    <a:pt x="197" y="394"/>
                  </a:lnTo>
                  <a:lnTo>
                    <a:pt x="194" y="389"/>
                  </a:lnTo>
                  <a:lnTo>
                    <a:pt x="190" y="385"/>
                  </a:lnTo>
                  <a:lnTo>
                    <a:pt x="182" y="381"/>
                  </a:lnTo>
                  <a:lnTo>
                    <a:pt x="174" y="377"/>
                  </a:lnTo>
                  <a:lnTo>
                    <a:pt x="164" y="374"/>
                  </a:lnTo>
                  <a:lnTo>
                    <a:pt x="152" y="370"/>
                  </a:lnTo>
                  <a:lnTo>
                    <a:pt x="141" y="368"/>
                  </a:lnTo>
                  <a:lnTo>
                    <a:pt x="129" y="366"/>
                  </a:lnTo>
                  <a:lnTo>
                    <a:pt x="120" y="362"/>
                  </a:lnTo>
                  <a:lnTo>
                    <a:pt x="111" y="359"/>
                  </a:lnTo>
                  <a:lnTo>
                    <a:pt x="101" y="355"/>
                  </a:lnTo>
                  <a:lnTo>
                    <a:pt x="95" y="349"/>
                  </a:lnTo>
                  <a:lnTo>
                    <a:pt x="87" y="342"/>
                  </a:lnTo>
                  <a:lnTo>
                    <a:pt x="82" y="335"/>
                  </a:lnTo>
                  <a:lnTo>
                    <a:pt x="77" y="327"/>
                  </a:lnTo>
                  <a:lnTo>
                    <a:pt x="74" y="318"/>
                  </a:lnTo>
                  <a:lnTo>
                    <a:pt x="73" y="309"/>
                  </a:lnTo>
                  <a:lnTo>
                    <a:pt x="73" y="300"/>
                  </a:lnTo>
                  <a:lnTo>
                    <a:pt x="75" y="291"/>
                  </a:lnTo>
                  <a:lnTo>
                    <a:pt x="77" y="279"/>
                  </a:lnTo>
                  <a:lnTo>
                    <a:pt x="80" y="266"/>
                  </a:lnTo>
                  <a:lnTo>
                    <a:pt x="82" y="255"/>
                  </a:lnTo>
                  <a:lnTo>
                    <a:pt x="84" y="244"/>
                  </a:lnTo>
                  <a:lnTo>
                    <a:pt x="85" y="233"/>
                  </a:lnTo>
                  <a:lnTo>
                    <a:pt x="84" y="221"/>
                  </a:lnTo>
                  <a:lnTo>
                    <a:pt x="82" y="211"/>
                  </a:lnTo>
                  <a:lnTo>
                    <a:pt x="78" y="200"/>
                  </a:lnTo>
                  <a:lnTo>
                    <a:pt x="73" y="190"/>
                  </a:lnTo>
                  <a:lnTo>
                    <a:pt x="68" y="182"/>
                  </a:lnTo>
                  <a:lnTo>
                    <a:pt x="65" y="178"/>
                  </a:lnTo>
                  <a:lnTo>
                    <a:pt x="60" y="172"/>
                  </a:lnTo>
                  <a:lnTo>
                    <a:pt x="55" y="167"/>
                  </a:lnTo>
                  <a:lnTo>
                    <a:pt x="50" y="163"/>
                  </a:lnTo>
                  <a:lnTo>
                    <a:pt x="43" y="159"/>
                  </a:lnTo>
                  <a:lnTo>
                    <a:pt x="36" y="156"/>
                  </a:lnTo>
                  <a:lnTo>
                    <a:pt x="27" y="154"/>
                  </a:lnTo>
                  <a:lnTo>
                    <a:pt x="17" y="153"/>
                  </a:lnTo>
                  <a:lnTo>
                    <a:pt x="8" y="153"/>
                  </a:lnTo>
                  <a:lnTo>
                    <a:pt x="0" y="153"/>
                  </a:lnTo>
                </a:path>
              </a:pathLst>
            </a:custGeom>
            <a:solidFill>
              <a:schemeClr val="hlink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79" name="Freeform 24">
              <a:extLst>
                <a:ext uri="{FF2B5EF4-FFF2-40B4-BE49-F238E27FC236}">
                  <a16:creationId xmlns:a16="http://schemas.microsoft.com/office/drawing/2014/main" id="{330FD4E3-CAA5-41CE-8FC2-041DE2B92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" y="1932"/>
              <a:ext cx="673" cy="615"/>
            </a:xfrm>
            <a:custGeom>
              <a:avLst/>
              <a:gdLst>
                <a:gd name="T0" fmla="*/ 0 w 673"/>
                <a:gd name="T1" fmla="*/ 614 h 615"/>
                <a:gd name="T2" fmla="*/ 671 w 673"/>
                <a:gd name="T3" fmla="*/ 0 h 615"/>
                <a:gd name="T4" fmla="*/ 608 w 673"/>
                <a:gd name="T5" fmla="*/ 12 h 615"/>
                <a:gd name="T6" fmla="*/ 610 w 673"/>
                <a:gd name="T7" fmla="*/ 32 h 615"/>
                <a:gd name="T8" fmla="*/ 617 w 673"/>
                <a:gd name="T9" fmla="*/ 60 h 615"/>
                <a:gd name="T10" fmla="*/ 619 w 673"/>
                <a:gd name="T11" fmla="*/ 82 h 615"/>
                <a:gd name="T12" fmla="*/ 615 w 673"/>
                <a:gd name="T13" fmla="*/ 105 h 615"/>
                <a:gd name="T14" fmla="*/ 601 w 673"/>
                <a:gd name="T15" fmla="*/ 124 h 615"/>
                <a:gd name="T16" fmla="*/ 584 w 673"/>
                <a:gd name="T17" fmla="*/ 139 h 615"/>
                <a:gd name="T18" fmla="*/ 563 w 673"/>
                <a:gd name="T19" fmla="*/ 146 h 615"/>
                <a:gd name="T20" fmla="*/ 532 w 673"/>
                <a:gd name="T21" fmla="*/ 145 h 615"/>
                <a:gd name="T22" fmla="*/ 513 w 673"/>
                <a:gd name="T23" fmla="*/ 140 h 615"/>
                <a:gd name="T24" fmla="*/ 493 w 673"/>
                <a:gd name="T25" fmla="*/ 125 h 615"/>
                <a:gd name="T26" fmla="*/ 480 w 673"/>
                <a:gd name="T27" fmla="*/ 106 h 615"/>
                <a:gd name="T28" fmla="*/ 474 w 673"/>
                <a:gd name="T29" fmla="*/ 86 h 615"/>
                <a:gd name="T30" fmla="*/ 475 w 673"/>
                <a:gd name="T31" fmla="*/ 64 h 615"/>
                <a:gd name="T32" fmla="*/ 480 w 673"/>
                <a:gd name="T33" fmla="*/ 43 h 615"/>
                <a:gd name="T34" fmla="*/ 484 w 673"/>
                <a:gd name="T35" fmla="*/ 23 h 615"/>
                <a:gd name="T36" fmla="*/ 482 w 673"/>
                <a:gd name="T37" fmla="*/ 3 h 615"/>
                <a:gd name="T38" fmla="*/ 371 w 673"/>
                <a:gd name="T39" fmla="*/ 24 h 615"/>
                <a:gd name="T40" fmla="*/ 369 w 673"/>
                <a:gd name="T41" fmla="*/ 52 h 615"/>
                <a:gd name="T42" fmla="*/ 368 w 673"/>
                <a:gd name="T43" fmla="*/ 74 h 615"/>
                <a:gd name="T44" fmla="*/ 362 w 673"/>
                <a:gd name="T45" fmla="*/ 94 h 615"/>
                <a:gd name="T46" fmla="*/ 353 w 673"/>
                <a:gd name="T47" fmla="*/ 107 h 615"/>
                <a:gd name="T48" fmla="*/ 339 w 673"/>
                <a:gd name="T49" fmla="*/ 114 h 615"/>
                <a:gd name="T50" fmla="*/ 323 w 673"/>
                <a:gd name="T51" fmla="*/ 116 h 615"/>
                <a:gd name="T52" fmla="*/ 304 w 673"/>
                <a:gd name="T53" fmla="*/ 115 h 615"/>
                <a:gd name="T54" fmla="*/ 286 w 673"/>
                <a:gd name="T55" fmla="*/ 114 h 615"/>
                <a:gd name="T56" fmla="*/ 264 w 673"/>
                <a:gd name="T57" fmla="*/ 112 h 615"/>
                <a:gd name="T58" fmla="*/ 245 w 673"/>
                <a:gd name="T59" fmla="*/ 115 h 615"/>
                <a:gd name="T60" fmla="*/ 227 w 673"/>
                <a:gd name="T61" fmla="*/ 123 h 615"/>
                <a:gd name="T62" fmla="*/ 213 w 673"/>
                <a:gd name="T63" fmla="*/ 136 h 615"/>
                <a:gd name="T64" fmla="*/ 206 w 673"/>
                <a:gd name="T65" fmla="*/ 154 h 615"/>
                <a:gd name="T66" fmla="*/ 206 w 673"/>
                <a:gd name="T67" fmla="*/ 173 h 615"/>
                <a:gd name="T68" fmla="*/ 206 w 673"/>
                <a:gd name="T69" fmla="*/ 195 h 615"/>
                <a:gd name="T70" fmla="*/ 202 w 673"/>
                <a:gd name="T71" fmla="*/ 212 h 615"/>
                <a:gd name="T72" fmla="*/ 194 w 673"/>
                <a:gd name="T73" fmla="*/ 226 h 615"/>
                <a:gd name="T74" fmla="*/ 177 w 673"/>
                <a:gd name="T75" fmla="*/ 237 h 615"/>
                <a:gd name="T76" fmla="*/ 159 w 673"/>
                <a:gd name="T77" fmla="*/ 242 h 615"/>
                <a:gd name="T78" fmla="*/ 137 w 673"/>
                <a:gd name="T79" fmla="*/ 247 h 615"/>
                <a:gd name="T80" fmla="*/ 118 w 673"/>
                <a:gd name="T81" fmla="*/ 253 h 615"/>
                <a:gd name="T82" fmla="*/ 102 w 673"/>
                <a:gd name="T83" fmla="*/ 260 h 615"/>
                <a:gd name="T84" fmla="*/ 90 w 673"/>
                <a:gd name="T85" fmla="*/ 270 h 615"/>
                <a:gd name="T86" fmla="*/ 79 w 673"/>
                <a:gd name="T87" fmla="*/ 287 h 615"/>
                <a:gd name="T88" fmla="*/ 74 w 673"/>
                <a:gd name="T89" fmla="*/ 307 h 615"/>
                <a:gd name="T90" fmla="*/ 76 w 673"/>
                <a:gd name="T91" fmla="*/ 328 h 615"/>
                <a:gd name="T92" fmla="*/ 82 w 673"/>
                <a:gd name="T93" fmla="*/ 354 h 615"/>
                <a:gd name="T94" fmla="*/ 86 w 673"/>
                <a:gd name="T95" fmla="*/ 376 h 615"/>
                <a:gd name="T96" fmla="*/ 85 w 673"/>
                <a:gd name="T97" fmla="*/ 398 h 615"/>
                <a:gd name="T98" fmla="*/ 79 w 673"/>
                <a:gd name="T99" fmla="*/ 417 h 615"/>
                <a:gd name="T100" fmla="*/ 71 w 673"/>
                <a:gd name="T101" fmla="*/ 437 h 615"/>
                <a:gd name="T102" fmla="*/ 58 w 673"/>
                <a:gd name="T103" fmla="*/ 459 h 615"/>
                <a:gd name="T104" fmla="*/ 44 w 673"/>
                <a:gd name="T105" fmla="*/ 472 h 615"/>
                <a:gd name="T106" fmla="*/ 31 w 673"/>
                <a:gd name="T107" fmla="*/ 480 h 615"/>
                <a:gd name="T108" fmla="*/ 10 w 673"/>
                <a:gd name="T109" fmla="*/ 485 h 61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73" h="615">
                  <a:moveTo>
                    <a:pt x="0" y="485"/>
                  </a:moveTo>
                  <a:lnTo>
                    <a:pt x="0" y="614"/>
                  </a:lnTo>
                  <a:lnTo>
                    <a:pt x="672" y="614"/>
                  </a:lnTo>
                  <a:lnTo>
                    <a:pt x="671" y="0"/>
                  </a:lnTo>
                  <a:lnTo>
                    <a:pt x="611" y="0"/>
                  </a:lnTo>
                  <a:lnTo>
                    <a:pt x="608" y="12"/>
                  </a:lnTo>
                  <a:lnTo>
                    <a:pt x="608" y="20"/>
                  </a:lnTo>
                  <a:lnTo>
                    <a:pt x="610" y="32"/>
                  </a:lnTo>
                  <a:lnTo>
                    <a:pt x="614" y="45"/>
                  </a:lnTo>
                  <a:lnTo>
                    <a:pt x="617" y="60"/>
                  </a:lnTo>
                  <a:lnTo>
                    <a:pt x="619" y="71"/>
                  </a:lnTo>
                  <a:lnTo>
                    <a:pt x="619" y="82"/>
                  </a:lnTo>
                  <a:lnTo>
                    <a:pt x="618" y="94"/>
                  </a:lnTo>
                  <a:lnTo>
                    <a:pt x="615" y="105"/>
                  </a:lnTo>
                  <a:lnTo>
                    <a:pt x="608" y="115"/>
                  </a:lnTo>
                  <a:lnTo>
                    <a:pt x="601" y="124"/>
                  </a:lnTo>
                  <a:lnTo>
                    <a:pt x="593" y="132"/>
                  </a:lnTo>
                  <a:lnTo>
                    <a:pt x="584" y="139"/>
                  </a:lnTo>
                  <a:lnTo>
                    <a:pt x="573" y="143"/>
                  </a:lnTo>
                  <a:lnTo>
                    <a:pt x="563" y="146"/>
                  </a:lnTo>
                  <a:lnTo>
                    <a:pt x="549" y="146"/>
                  </a:lnTo>
                  <a:lnTo>
                    <a:pt x="532" y="145"/>
                  </a:lnTo>
                  <a:lnTo>
                    <a:pt x="522" y="143"/>
                  </a:lnTo>
                  <a:lnTo>
                    <a:pt x="513" y="140"/>
                  </a:lnTo>
                  <a:lnTo>
                    <a:pt x="504" y="135"/>
                  </a:lnTo>
                  <a:lnTo>
                    <a:pt x="493" y="125"/>
                  </a:lnTo>
                  <a:lnTo>
                    <a:pt x="486" y="115"/>
                  </a:lnTo>
                  <a:lnTo>
                    <a:pt x="480" y="106"/>
                  </a:lnTo>
                  <a:lnTo>
                    <a:pt x="476" y="95"/>
                  </a:lnTo>
                  <a:lnTo>
                    <a:pt x="474" y="86"/>
                  </a:lnTo>
                  <a:lnTo>
                    <a:pt x="474" y="74"/>
                  </a:lnTo>
                  <a:lnTo>
                    <a:pt x="475" y="64"/>
                  </a:lnTo>
                  <a:lnTo>
                    <a:pt x="477" y="53"/>
                  </a:lnTo>
                  <a:lnTo>
                    <a:pt x="480" y="43"/>
                  </a:lnTo>
                  <a:lnTo>
                    <a:pt x="483" y="33"/>
                  </a:lnTo>
                  <a:lnTo>
                    <a:pt x="484" y="23"/>
                  </a:lnTo>
                  <a:lnTo>
                    <a:pt x="484" y="13"/>
                  </a:lnTo>
                  <a:lnTo>
                    <a:pt x="482" y="3"/>
                  </a:lnTo>
                  <a:lnTo>
                    <a:pt x="369" y="3"/>
                  </a:lnTo>
                  <a:lnTo>
                    <a:pt x="371" y="24"/>
                  </a:lnTo>
                  <a:lnTo>
                    <a:pt x="369" y="39"/>
                  </a:lnTo>
                  <a:lnTo>
                    <a:pt x="369" y="52"/>
                  </a:lnTo>
                  <a:lnTo>
                    <a:pt x="369" y="63"/>
                  </a:lnTo>
                  <a:lnTo>
                    <a:pt x="368" y="74"/>
                  </a:lnTo>
                  <a:lnTo>
                    <a:pt x="365" y="86"/>
                  </a:lnTo>
                  <a:lnTo>
                    <a:pt x="362" y="94"/>
                  </a:lnTo>
                  <a:lnTo>
                    <a:pt x="358" y="101"/>
                  </a:lnTo>
                  <a:lnTo>
                    <a:pt x="353" y="107"/>
                  </a:lnTo>
                  <a:lnTo>
                    <a:pt x="346" y="112"/>
                  </a:lnTo>
                  <a:lnTo>
                    <a:pt x="339" y="114"/>
                  </a:lnTo>
                  <a:lnTo>
                    <a:pt x="331" y="115"/>
                  </a:lnTo>
                  <a:lnTo>
                    <a:pt x="323" y="116"/>
                  </a:lnTo>
                  <a:lnTo>
                    <a:pt x="313" y="116"/>
                  </a:lnTo>
                  <a:lnTo>
                    <a:pt x="304" y="115"/>
                  </a:lnTo>
                  <a:lnTo>
                    <a:pt x="296" y="114"/>
                  </a:lnTo>
                  <a:lnTo>
                    <a:pt x="286" y="114"/>
                  </a:lnTo>
                  <a:lnTo>
                    <a:pt x="276" y="112"/>
                  </a:lnTo>
                  <a:lnTo>
                    <a:pt x="264" y="112"/>
                  </a:lnTo>
                  <a:lnTo>
                    <a:pt x="255" y="114"/>
                  </a:lnTo>
                  <a:lnTo>
                    <a:pt x="245" y="115"/>
                  </a:lnTo>
                  <a:lnTo>
                    <a:pt x="234" y="118"/>
                  </a:lnTo>
                  <a:lnTo>
                    <a:pt x="227" y="123"/>
                  </a:lnTo>
                  <a:lnTo>
                    <a:pt x="219" y="128"/>
                  </a:lnTo>
                  <a:lnTo>
                    <a:pt x="213" y="136"/>
                  </a:lnTo>
                  <a:lnTo>
                    <a:pt x="208" y="145"/>
                  </a:lnTo>
                  <a:lnTo>
                    <a:pt x="206" y="154"/>
                  </a:lnTo>
                  <a:lnTo>
                    <a:pt x="205" y="163"/>
                  </a:lnTo>
                  <a:lnTo>
                    <a:pt x="206" y="173"/>
                  </a:lnTo>
                  <a:lnTo>
                    <a:pt x="206" y="184"/>
                  </a:lnTo>
                  <a:lnTo>
                    <a:pt x="206" y="195"/>
                  </a:lnTo>
                  <a:lnTo>
                    <a:pt x="204" y="203"/>
                  </a:lnTo>
                  <a:lnTo>
                    <a:pt x="202" y="212"/>
                  </a:lnTo>
                  <a:lnTo>
                    <a:pt x="198" y="221"/>
                  </a:lnTo>
                  <a:lnTo>
                    <a:pt x="194" y="226"/>
                  </a:lnTo>
                  <a:lnTo>
                    <a:pt x="186" y="233"/>
                  </a:lnTo>
                  <a:lnTo>
                    <a:pt x="177" y="237"/>
                  </a:lnTo>
                  <a:lnTo>
                    <a:pt x="168" y="240"/>
                  </a:lnTo>
                  <a:lnTo>
                    <a:pt x="159" y="242"/>
                  </a:lnTo>
                  <a:lnTo>
                    <a:pt x="150" y="245"/>
                  </a:lnTo>
                  <a:lnTo>
                    <a:pt x="137" y="247"/>
                  </a:lnTo>
                  <a:lnTo>
                    <a:pt x="128" y="250"/>
                  </a:lnTo>
                  <a:lnTo>
                    <a:pt x="118" y="253"/>
                  </a:lnTo>
                  <a:lnTo>
                    <a:pt x="110" y="256"/>
                  </a:lnTo>
                  <a:lnTo>
                    <a:pt x="102" y="260"/>
                  </a:lnTo>
                  <a:lnTo>
                    <a:pt x="96" y="265"/>
                  </a:lnTo>
                  <a:lnTo>
                    <a:pt x="90" y="270"/>
                  </a:lnTo>
                  <a:lnTo>
                    <a:pt x="83" y="279"/>
                  </a:lnTo>
                  <a:lnTo>
                    <a:pt x="79" y="287"/>
                  </a:lnTo>
                  <a:lnTo>
                    <a:pt x="76" y="296"/>
                  </a:lnTo>
                  <a:lnTo>
                    <a:pt x="74" y="307"/>
                  </a:lnTo>
                  <a:lnTo>
                    <a:pt x="75" y="317"/>
                  </a:lnTo>
                  <a:lnTo>
                    <a:pt x="76" y="328"/>
                  </a:lnTo>
                  <a:lnTo>
                    <a:pt x="79" y="340"/>
                  </a:lnTo>
                  <a:lnTo>
                    <a:pt x="82" y="354"/>
                  </a:lnTo>
                  <a:lnTo>
                    <a:pt x="85" y="366"/>
                  </a:lnTo>
                  <a:lnTo>
                    <a:pt x="86" y="376"/>
                  </a:lnTo>
                  <a:lnTo>
                    <a:pt x="86" y="385"/>
                  </a:lnTo>
                  <a:lnTo>
                    <a:pt x="85" y="398"/>
                  </a:lnTo>
                  <a:lnTo>
                    <a:pt x="82" y="408"/>
                  </a:lnTo>
                  <a:lnTo>
                    <a:pt x="79" y="417"/>
                  </a:lnTo>
                  <a:lnTo>
                    <a:pt x="76" y="426"/>
                  </a:lnTo>
                  <a:lnTo>
                    <a:pt x="71" y="437"/>
                  </a:lnTo>
                  <a:lnTo>
                    <a:pt x="65" y="450"/>
                  </a:lnTo>
                  <a:lnTo>
                    <a:pt x="58" y="459"/>
                  </a:lnTo>
                  <a:lnTo>
                    <a:pt x="51" y="466"/>
                  </a:lnTo>
                  <a:lnTo>
                    <a:pt x="44" y="472"/>
                  </a:lnTo>
                  <a:lnTo>
                    <a:pt x="38" y="477"/>
                  </a:lnTo>
                  <a:lnTo>
                    <a:pt x="31" y="480"/>
                  </a:lnTo>
                  <a:lnTo>
                    <a:pt x="21" y="483"/>
                  </a:lnTo>
                  <a:lnTo>
                    <a:pt x="10" y="485"/>
                  </a:lnTo>
                  <a:lnTo>
                    <a:pt x="0" y="485"/>
                  </a:lnTo>
                </a:path>
              </a:pathLst>
            </a:custGeom>
            <a:solidFill>
              <a:schemeClr val="bg2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0" name="Freeform 25">
              <a:extLst>
                <a:ext uri="{FF2B5EF4-FFF2-40B4-BE49-F238E27FC236}">
                  <a16:creationId xmlns:a16="http://schemas.microsoft.com/office/drawing/2014/main" id="{E68A117C-B0F9-4107-AB07-7C3C89C90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1814"/>
              <a:ext cx="670" cy="733"/>
            </a:xfrm>
            <a:custGeom>
              <a:avLst/>
              <a:gdLst>
                <a:gd name="T0" fmla="*/ 669 w 670"/>
                <a:gd name="T1" fmla="*/ 732 h 733"/>
                <a:gd name="T2" fmla="*/ 0 w 670"/>
                <a:gd name="T3" fmla="*/ 147 h 733"/>
                <a:gd name="T4" fmla="*/ 60 w 670"/>
                <a:gd name="T5" fmla="*/ 142 h 733"/>
                <a:gd name="T6" fmla="*/ 62 w 670"/>
                <a:gd name="T7" fmla="*/ 129 h 733"/>
                <a:gd name="T8" fmla="*/ 59 w 670"/>
                <a:gd name="T9" fmla="*/ 113 h 733"/>
                <a:gd name="T10" fmla="*/ 54 w 670"/>
                <a:gd name="T11" fmla="*/ 93 h 733"/>
                <a:gd name="T12" fmla="*/ 51 w 670"/>
                <a:gd name="T13" fmla="*/ 74 h 733"/>
                <a:gd name="T14" fmla="*/ 52 w 670"/>
                <a:gd name="T15" fmla="*/ 57 h 733"/>
                <a:gd name="T16" fmla="*/ 57 w 670"/>
                <a:gd name="T17" fmla="*/ 39 h 733"/>
                <a:gd name="T18" fmla="*/ 68 w 670"/>
                <a:gd name="T19" fmla="*/ 25 h 733"/>
                <a:gd name="T20" fmla="*/ 80 w 670"/>
                <a:gd name="T21" fmla="*/ 13 h 733"/>
                <a:gd name="T22" fmla="*/ 96 w 670"/>
                <a:gd name="T23" fmla="*/ 5 h 733"/>
                <a:gd name="T24" fmla="*/ 115 w 670"/>
                <a:gd name="T25" fmla="*/ 1 h 733"/>
                <a:gd name="T26" fmla="*/ 132 w 670"/>
                <a:gd name="T27" fmla="*/ 0 h 733"/>
                <a:gd name="T28" fmla="*/ 146 w 670"/>
                <a:gd name="T29" fmla="*/ 2 h 733"/>
                <a:gd name="T30" fmla="*/ 161 w 670"/>
                <a:gd name="T31" fmla="*/ 7 h 733"/>
                <a:gd name="T32" fmla="*/ 173 w 670"/>
                <a:gd name="T33" fmla="*/ 16 h 733"/>
                <a:gd name="T34" fmla="*/ 185 w 670"/>
                <a:gd name="T35" fmla="*/ 30 h 733"/>
                <a:gd name="T36" fmla="*/ 194 w 670"/>
                <a:gd name="T37" fmla="*/ 45 h 733"/>
                <a:gd name="T38" fmla="*/ 199 w 670"/>
                <a:gd name="T39" fmla="*/ 66 h 733"/>
                <a:gd name="T40" fmla="*/ 197 w 670"/>
                <a:gd name="T41" fmla="*/ 87 h 733"/>
                <a:gd name="T42" fmla="*/ 192 w 670"/>
                <a:gd name="T43" fmla="*/ 107 h 733"/>
                <a:gd name="T44" fmla="*/ 188 w 670"/>
                <a:gd name="T45" fmla="*/ 129 h 733"/>
                <a:gd name="T46" fmla="*/ 189 w 670"/>
                <a:gd name="T47" fmla="*/ 138 h 733"/>
                <a:gd name="T48" fmla="*/ 302 w 670"/>
                <a:gd name="T49" fmla="*/ 143 h 733"/>
                <a:gd name="T50" fmla="*/ 299 w 670"/>
                <a:gd name="T51" fmla="*/ 182 h 733"/>
                <a:gd name="T52" fmla="*/ 300 w 670"/>
                <a:gd name="T53" fmla="*/ 205 h 733"/>
                <a:gd name="T54" fmla="*/ 303 w 670"/>
                <a:gd name="T55" fmla="*/ 228 h 733"/>
                <a:gd name="T56" fmla="*/ 310 w 670"/>
                <a:gd name="T57" fmla="*/ 242 h 733"/>
                <a:gd name="T58" fmla="*/ 322 w 670"/>
                <a:gd name="T59" fmla="*/ 253 h 733"/>
                <a:gd name="T60" fmla="*/ 338 w 670"/>
                <a:gd name="T61" fmla="*/ 258 h 733"/>
                <a:gd name="T62" fmla="*/ 355 w 670"/>
                <a:gd name="T63" fmla="*/ 258 h 733"/>
                <a:gd name="T64" fmla="*/ 372 w 670"/>
                <a:gd name="T65" fmla="*/ 257 h 733"/>
                <a:gd name="T66" fmla="*/ 393 w 670"/>
                <a:gd name="T67" fmla="*/ 254 h 733"/>
                <a:gd name="T68" fmla="*/ 414 w 670"/>
                <a:gd name="T69" fmla="*/ 255 h 733"/>
                <a:gd name="T70" fmla="*/ 434 w 670"/>
                <a:gd name="T71" fmla="*/ 261 h 733"/>
                <a:gd name="T72" fmla="*/ 450 w 670"/>
                <a:gd name="T73" fmla="*/ 271 h 733"/>
                <a:gd name="T74" fmla="*/ 460 w 670"/>
                <a:gd name="T75" fmla="*/ 287 h 733"/>
                <a:gd name="T76" fmla="*/ 464 w 670"/>
                <a:gd name="T77" fmla="*/ 306 h 733"/>
                <a:gd name="T78" fmla="*/ 462 w 670"/>
                <a:gd name="T79" fmla="*/ 326 h 733"/>
                <a:gd name="T80" fmla="*/ 464 w 670"/>
                <a:gd name="T81" fmla="*/ 345 h 733"/>
                <a:gd name="T82" fmla="*/ 470 w 670"/>
                <a:gd name="T83" fmla="*/ 363 h 733"/>
                <a:gd name="T84" fmla="*/ 482 w 670"/>
                <a:gd name="T85" fmla="*/ 374 h 733"/>
                <a:gd name="T86" fmla="*/ 501 w 670"/>
                <a:gd name="T87" fmla="*/ 381 h 733"/>
                <a:gd name="T88" fmla="*/ 519 w 670"/>
                <a:gd name="T89" fmla="*/ 387 h 733"/>
                <a:gd name="T90" fmla="*/ 541 w 670"/>
                <a:gd name="T91" fmla="*/ 392 h 733"/>
                <a:gd name="T92" fmla="*/ 559 w 670"/>
                <a:gd name="T93" fmla="*/ 398 h 733"/>
                <a:gd name="T94" fmla="*/ 573 w 670"/>
                <a:gd name="T95" fmla="*/ 407 h 733"/>
                <a:gd name="T96" fmla="*/ 585 w 670"/>
                <a:gd name="T97" fmla="*/ 421 h 733"/>
                <a:gd name="T98" fmla="*/ 593 w 670"/>
                <a:gd name="T99" fmla="*/ 437 h 733"/>
                <a:gd name="T100" fmla="*/ 593 w 670"/>
                <a:gd name="T101" fmla="*/ 460 h 733"/>
                <a:gd name="T102" fmla="*/ 589 w 670"/>
                <a:gd name="T103" fmla="*/ 482 h 733"/>
                <a:gd name="T104" fmla="*/ 584 w 670"/>
                <a:gd name="T105" fmla="*/ 508 h 733"/>
                <a:gd name="T106" fmla="*/ 582 w 670"/>
                <a:gd name="T107" fmla="*/ 527 h 733"/>
                <a:gd name="T108" fmla="*/ 586 w 670"/>
                <a:gd name="T109" fmla="*/ 550 h 733"/>
                <a:gd name="T110" fmla="*/ 594 w 670"/>
                <a:gd name="T111" fmla="*/ 565 h 733"/>
                <a:gd name="T112" fmla="*/ 606 w 670"/>
                <a:gd name="T113" fmla="*/ 582 h 733"/>
                <a:gd name="T114" fmla="*/ 622 w 670"/>
                <a:gd name="T115" fmla="*/ 595 h 733"/>
                <a:gd name="T116" fmla="*/ 639 w 670"/>
                <a:gd name="T117" fmla="*/ 601 h 733"/>
                <a:gd name="T118" fmla="*/ 658 w 670"/>
                <a:gd name="T119" fmla="*/ 603 h 73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70" h="733">
                  <a:moveTo>
                    <a:pt x="669" y="603"/>
                  </a:moveTo>
                  <a:lnTo>
                    <a:pt x="669" y="732"/>
                  </a:lnTo>
                  <a:lnTo>
                    <a:pt x="0" y="732"/>
                  </a:lnTo>
                  <a:lnTo>
                    <a:pt x="0" y="147"/>
                  </a:lnTo>
                  <a:lnTo>
                    <a:pt x="58" y="147"/>
                  </a:lnTo>
                  <a:lnTo>
                    <a:pt x="60" y="142"/>
                  </a:lnTo>
                  <a:lnTo>
                    <a:pt x="62" y="135"/>
                  </a:lnTo>
                  <a:lnTo>
                    <a:pt x="62" y="129"/>
                  </a:lnTo>
                  <a:lnTo>
                    <a:pt x="61" y="122"/>
                  </a:lnTo>
                  <a:lnTo>
                    <a:pt x="59" y="113"/>
                  </a:lnTo>
                  <a:lnTo>
                    <a:pt x="57" y="101"/>
                  </a:lnTo>
                  <a:lnTo>
                    <a:pt x="54" y="93"/>
                  </a:lnTo>
                  <a:lnTo>
                    <a:pt x="52" y="84"/>
                  </a:lnTo>
                  <a:lnTo>
                    <a:pt x="51" y="74"/>
                  </a:lnTo>
                  <a:lnTo>
                    <a:pt x="51" y="65"/>
                  </a:lnTo>
                  <a:lnTo>
                    <a:pt x="52" y="57"/>
                  </a:lnTo>
                  <a:lnTo>
                    <a:pt x="54" y="48"/>
                  </a:lnTo>
                  <a:lnTo>
                    <a:pt x="57" y="39"/>
                  </a:lnTo>
                  <a:lnTo>
                    <a:pt x="62" y="33"/>
                  </a:lnTo>
                  <a:lnTo>
                    <a:pt x="68" y="25"/>
                  </a:lnTo>
                  <a:lnTo>
                    <a:pt x="74" y="19"/>
                  </a:lnTo>
                  <a:lnTo>
                    <a:pt x="80" y="13"/>
                  </a:lnTo>
                  <a:lnTo>
                    <a:pt x="87" y="8"/>
                  </a:lnTo>
                  <a:lnTo>
                    <a:pt x="96" y="5"/>
                  </a:lnTo>
                  <a:lnTo>
                    <a:pt x="105" y="2"/>
                  </a:lnTo>
                  <a:lnTo>
                    <a:pt x="115" y="1"/>
                  </a:lnTo>
                  <a:lnTo>
                    <a:pt x="123" y="0"/>
                  </a:lnTo>
                  <a:lnTo>
                    <a:pt x="132" y="0"/>
                  </a:lnTo>
                  <a:lnTo>
                    <a:pt x="140" y="1"/>
                  </a:lnTo>
                  <a:lnTo>
                    <a:pt x="146" y="2"/>
                  </a:lnTo>
                  <a:lnTo>
                    <a:pt x="154" y="5"/>
                  </a:lnTo>
                  <a:lnTo>
                    <a:pt x="161" y="7"/>
                  </a:lnTo>
                  <a:lnTo>
                    <a:pt x="167" y="11"/>
                  </a:lnTo>
                  <a:lnTo>
                    <a:pt x="173" y="16"/>
                  </a:lnTo>
                  <a:lnTo>
                    <a:pt x="179" y="23"/>
                  </a:lnTo>
                  <a:lnTo>
                    <a:pt x="185" y="30"/>
                  </a:lnTo>
                  <a:lnTo>
                    <a:pt x="190" y="37"/>
                  </a:lnTo>
                  <a:lnTo>
                    <a:pt x="194" y="45"/>
                  </a:lnTo>
                  <a:lnTo>
                    <a:pt x="197" y="55"/>
                  </a:lnTo>
                  <a:lnTo>
                    <a:pt x="199" y="66"/>
                  </a:lnTo>
                  <a:lnTo>
                    <a:pt x="199" y="77"/>
                  </a:lnTo>
                  <a:lnTo>
                    <a:pt x="197" y="87"/>
                  </a:lnTo>
                  <a:lnTo>
                    <a:pt x="195" y="97"/>
                  </a:lnTo>
                  <a:lnTo>
                    <a:pt x="192" y="107"/>
                  </a:lnTo>
                  <a:lnTo>
                    <a:pt x="190" y="119"/>
                  </a:lnTo>
                  <a:lnTo>
                    <a:pt x="188" y="129"/>
                  </a:lnTo>
                  <a:lnTo>
                    <a:pt x="188" y="134"/>
                  </a:lnTo>
                  <a:lnTo>
                    <a:pt x="189" y="138"/>
                  </a:lnTo>
                  <a:lnTo>
                    <a:pt x="191" y="143"/>
                  </a:lnTo>
                  <a:lnTo>
                    <a:pt x="302" y="143"/>
                  </a:lnTo>
                  <a:lnTo>
                    <a:pt x="299" y="168"/>
                  </a:lnTo>
                  <a:lnTo>
                    <a:pt x="299" y="182"/>
                  </a:lnTo>
                  <a:lnTo>
                    <a:pt x="299" y="194"/>
                  </a:lnTo>
                  <a:lnTo>
                    <a:pt x="300" y="205"/>
                  </a:lnTo>
                  <a:lnTo>
                    <a:pt x="301" y="217"/>
                  </a:lnTo>
                  <a:lnTo>
                    <a:pt x="303" y="228"/>
                  </a:lnTo>
                  <a:lnTo>
                    <a:pt x="306" y="236"/>
                  </a:lnTo>
                  <a:lnTo>
                    <a:pt x="310" y="242"/>
                  </a:lnTo>
                  <a:lnTo>
                    <a:pt x="315" y="249"/>
                  </a:lnTo>
                  <a:lnTo>
                    <a:pt x="322" y="253"/>
                  </a:lnTo>
                  <a:lnTo>
                    <a:pt x="330" y="257"/>
                  </a:lnTo>
                  <a:lnTo>
                    <a:pt x="338" y="258"/>
                  </a:lnTo>
                  <a:lnTo>
                    <a:pt x="346" y="258"/>
                  </a:lnTo>
                  <a:lnTo>
                    <a:pt x="355" y="258"/>
                  </a:lnTo>
                  <a:lnTo>
                    <a:pt x="365" y="257"/>
                  </a:lnTo>
                  <a:lnTo>
                    <a:pt x="372" y="257"/>
                  </a:lnTo>
                  <a:lnTo>
                    <a:pt x="382" y="255"/>
                  </a:lnTo>
                  <a:lnTo>
                    <a:pt x="393" y="254"/>
                  </a:lnTo>
                  <a:lnTo>
                    <a:pt x="404" y="254"/>
                  </a:lnTo>
                  <a:lnTo>
                    <a:pt x="414" y="255"/>
                  </a:lnTo>
                  <a:lnTo>
                    <a:pt x="424" y="257"/>
                  </a:lnTo>
                  <a:lnTo>
                    <a:pt x="434" y="261"/>
                  </a:lnTo>
                  <a:lnTo>
                    <a:pt x="442" y="265"/>
                  </a:lnTo>
                  <a:lnTo>
                    <a:pt x="450" y="271"/>
                  </a:lnTo>
                  <a:lnTo>
                    <a:pt x="455" y="279"/>
                  </a:lnTo>
                  <a:lnTo>
                    <a:pt x="460" y="287"/>
                  </a:lnTo>
                  <a:lnTo>
                    <a:pt x="463" y="296"/>
                  </a:lnTo>
                  <a:lnTo>
                    <a:pt x="464" y="306"/>
                  </a:lnTo>
                  <a:lnTo>
                    <a:pt x="463" y="316"/>
                  </a:lnTo>
                  <a:lnTo>
                    <a:pt x="462" y="326"/>
                  </a:lnTo>
                  <a:lnTo>
                    <a:pt x="463" y="336"/>
                  </a:lnTo>
                  <a:lnTo>
                    <a:pt x="464" y="345"/>
                  </a:lnTo>
                  <a:lnTo>
                    <a:pt x="467" y="354"/>
                  </a:lnTo>
                  <a:lnTo>
                    <a:pt x="470" y="363"/>
                  </a:lnTo>
                  <a:lnTo>
                    <a:pt x="475" y="369"/>
                  </a:lnTo>
                  <a:lnTo>
                    <a:pt x="482" y="374"/>
                  </a:lnTo>
                  <a:lnTo>
                    <a:pt x="491" y="378"/>
                  </a:lnTo>
                  <a:lnTo>
                    <a:pt x="501" y="381"/>
                  </a:lnTo>
                  <a:lnTo>
                    <a:pt x="509" y="384"/>
                  </a:lnTo>
                  <a:lnTo>
                    <a:pt x="519" y="387"/>
                  </a:lnTo>
                  <a:lnTo>
                    <a:pt x="531" y="389"/>
                  </a:lnTo>
                  <a:lnTo>
                    <a:pt x="541" y="392"/>
                  </a:lnTo>
                  <a:lnTo>
                    <a:pt x="550" y="394"/>
                  </a:lnTo>
                  <a:lnTo>
                    <a:pt x="559" y="398"/>
                  </a:lnTo>
                  <a:lnTo>
                    <a:pt x="567" y="402"/>
                  </a:lnTo>
                  <a:lnTo>
                    <a:pt x="573" y="407"/>
                  </a:lnTo>
                  <a:lnTo>
                    <a:pt x="578" y="412"/>
                  </a:lnTo>
                  <a:lnTo>
                    <a:pt x="585" y="421"/>
                  </a:lnTo>
                  <a:lnTo>
                    <a:pt x="589" y="429"/>
                  </a:lnTo>
                  <a:lnTo>
                    <a:pt x="593" y="437"/>
                  </a:lnTo>
                  <a:lnTo>
                    <a:pt x="595" y="449"/>
                  </a:lnTo>
                  <a:lnTo>
                    <a:pt x="593" y="460"/>
                  </a:lnTo>
                  <a:lnTo>
                    <a:pt x="592" y="470"/>
                  </a:lnTo>
                  <a:lnTo>
                    <a:pt x="589" y="482"/>
                  </a:lnTo>
                  <a:lnTo>
                    <a:pt x="586" y="496"/>
                  </a:lnTo>
                  <a:lnTo>
                    <a:pt x="584" y="508"/>
                  </a:lnTo>
                  <a:lnTo>
                    <a:pt x="582" y="519"/>
                  </a:lnTo>
                  <a:lnTo>
                    <a:pt x="582" y="527"/>
                  </a:lnTo>
                  <a:lnTo>
                    <a:pt x="584" y="540"/>
                  </a:lnTo>
                  <a:lnTo>
                    <a:pt x="586" y="550"/>
                  </a:lnTo>
                  <a:lnTo>
                    <a:pt x="590" y="558"/>
                  </a:lnTo>
                  <a:lnTo>
                    <a:pt x="594" y="565"/>
                  </a:lnTo>
                  <a:lnTo>
                    <a:pt x="600" y="574"/>
                  </a:lnTo>
                  <a:lnTo>
                    <a:pt x="606" y="582"/>
                  </a:lnTo>
                  <a:lnTo>
                    <a:pt x="614" y="590"/>
                  </a:lnTo>
                  <a:lnTo>
                    <a:pt x="622" y="595"/>
                  </a:lnTo>
                  <a:lnTo>
                    <a:pt x="631" y="599"/>
                  </a:lnTo>
                  <a:lnTo>
                    <a:pt x="639" y="601"/>
                  </a:lnTo>
                  <a:lnTo>
                    <a:pt x="648" y="603"/>
                  </a:lnTo>
                  <a:lnTo>
                    <a:pt x="658" y="603"/>
                  </a:lnTo>
                  <a:lnTo>
                    <a:pt x="669" y="603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1" name="Freeform 26">
              <a:extLst>
                <a:ext uri="{FF2B5EF4-FFF2-40B4-BE49-F238E27FC236}">
                  <a16:creationId xmlns:a16="http://schemas.microsoft.com/office/drawing/2014/main" id="{15FCE53E-8D66-489A-9900-08081C267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1347"/>
              <a:ext cx="673" cy="615"/>
            </a:xfrm>
            <a:custGeom>
              <a:avLst/>
              <a:gdLst>
                <a:gd name="T0" fmla="*/ 672 w 673"/>
                <a:gd name="T1" fmla="*/ 0 h 615"/>
                <a:gd name="T2" fmla="*/ 0 w 673"/>
                <a:gd name="T3" fmla="*/ 614 h 615"/>
                <a:gd name="T4" fmla="*/ 63 w 673"/>
                <a:gd name="T5" fmla="*/ 602 h 615"/>
                <a:gd name="T6" fmla="*/ 61 w 673"/>
                <a:gd name="T7" fmla="*/ 582 h 615"/>
                <a:gd name="T8" fmla="*/ 54 w 673"/>
                <a:gd name="T9" fmla="*/ 555 h 615"/>
                <a:gd name="T10" fmla="*/ 52 w 673"/>
                <a:gd name="T11" fmla="*/ 532 h 615"/>
                <a:gd name="T12" fmla="*/ 57 w 673"/>
                <a:gd name="T13" fmla="*/ 510 h 615"/>
                <a:gd name="T14" fmla="*/ 71 w 673"/>
                <a:gd name="T15" fmla="*/ 490 h 615"/>
                <a:gd name="T16" fmla="*/ 88 w 673"/>
                <a:gd name="T17" fmla="*/ 476 h 615"/>
                <a:gd name="T18" fmla="*/ 109 w 673"/>
                <a:gd name="T19" fmla="*/ 469 h 615"/>
                <a:gd name="T20" fmla="*/ 139 w 673"/>
                <a:gd name="T21" fmla="*/ 469 h 615"/>
                <a:gd name="T22" fmla="*/ 159 w 673"/>
                <a:gd name="T23" fmla="*/ 474 h 615"/>
                <a:gd name="T24" fmla="*/ 179 w 673"/>
                <a:gd name="T25" fmla="*/ 489 h 615"/>
                <a:gd name="T26" fmla="*/ 192 w 673"/>
                <a:gd name="T27" fmla="*/ 509 h 615"/>
                <a:gd name="T28" fmla="*/ 198 w 673"/>
                <a:gd name="T29" fmla="*/ 528 h 615"/>
                <a:gd name="T30" fmla="*/ 197 w 673"/>
                <a:gd name="T31" fmla="*/ 551 h 615"/>
                <a:gd name="T32" fmla="*/ 192 w 673"/>
                <a:gd name="T33" fmla="*/ 571 h 615"/>
                <a:gd name="T34" fmla="*/ 187 w 673"/>
                <a:gd name="T35" fmla="*/ 592 h 615"/>
                <a:gd name="T36" fmla="*/ 190 w 673"/>
                <a:gd name="T37" fmla="*/ 612 h 615"/>
                <a:gd name="T38" fmla="*/ 301 w 673"/>
                <a:gd name="T39" fmla="*/ 590 h 615"/>
                <a:gd name="T40" fmla="*/ 302 w 673"/>
                <a:gd name="T41" fmla="*/ 563 h 615"/>
                <a:gd name="T42" fmla="*/ 304 w 673"/>
                <a:gd name="T43" fmla="*/ 540 h 615"/>
                <a:gd name="T44" fmla="*/ 309 w 673"/>
                <a:gd name="T45" fmla="*/ 520 h 615"/>
                <a:gd name="T46" fmla="*/ 319 w 673"/>
                <a:gd name="T47" fmla="*/ 507 h 615"/>
                <a:gd name="T48" fmla="*/ 333 w 673"/>
                <a:gd name="T49" fmla="*/ 500 h 615"/>
                <a:gd name="T50" fmla="*/ 349 w 673"/>
                <a:gd name="T51" fmla="*/ 498 h 615"/>
                <a:gd name="T52" fmla="*/ 368 w 673"/>
                <a:gd name="T53" fmla="*/ 498 h 615"/>
                <a:gd name="T54" fmla="*/ 385 w 673"/>
                <a:gd name="T55" fmla="*/ 501 h 615"/>
                <a:gd name="T56" fmla="*/ 407 w 673"/>
                <a:gd name="T57" fmla="*/ 502 h 615"/>
                <a:gd name="T58" fmla="*/ 427 w 673"/>
                <a:gd name="T59" fmla="*/ 498 h 615"/>
                <a:gd name="T60" fmla="*/ 445 w 673"/>
                <a:gd name="T61" fmla="*/ 491 h 615"/>
                <a:gd name="T62" fmla="*/ 458 w 673"/>
                <a:gd name="T63" fmla="*/ 478 h 615"/>
                <a:gd name="T64" fmla="*/ 466 w 673"/>
                <a:gd name="T65" fmla="*/ 461 h 615"/>
                <a:gd name="T66" fmla="*/ 466 w 673"/>
                <a:gd name="T67" fmla="*/ 441 h 615"/>
                <a:gd name="T68" fmla="*/ 466 w 673"/>
                <a:gd name="T69" fmla="*/ 419 h 615"/>
                <a:gd name="T70" fmla="*/ 470 w 673"/>
                <a:gd name="T71" fmla="*/ 402 h 615"/>
                <a:gd name="T72" fmla="*/ 478 w 673"/>
                <a:gd name="T73" fmla="*/ 387 h 615"/>
                <a:gd name="T74" fmla="*/ 495 w 673"/>
                <a:gd name="T75" fmla="*/ 378 h 615"/>
                <a:gd name="T76" fmla="*/ 513 w 673"/>
                <a:gd name="T77" fmla="*/ 372 h 615"/>
                <a:gd name="T78" fmla="*/ 534 w 673"/>
                <a:gd name="T79" fmla="*/ 366 h 615"/>
                <a:gd name="T80" fmla="*/ 553 w 673"/>
                <a:gd name="T81" fmla="*/ 361 h 615"/>
                <a:gd name="T82" fmla="*/ 570 w 673"/>
                <a:gd name="T83" fmla="*/ 354 h 615"/>
                <a:gd name="T84" fmla="*/ 582 w 673"/>
                <a:gd name="T85" fmla="*/ 343 h 615"/>
                <a:gd name="T86" fmla="*/ 592 w 673"/>
                <a:gd name="T87" fmla="*/ 327 h 615"/>
                <a:gd name="T88" fmla="*/ 597 w 673"/>
                <a:gd name="T89" fmla="*/ 306 h 615"/>
                <a:gd name="T90" fmla="*/ 595 w 673"/>
                <a:gd name="T91" fmla="*/ 286 h 615"/>
                <a:gd name="T92" fmla="*/ 589 w 673"/>
                <a:gd name="T93" fmla="*/ 260 h 615"/>
                <a:gd name="T94" fmla="*/ 586 w 673"/>
                <a:gd name="T95" fmla="*/ 238 h 615"/>
                <a:gd name="T96" fmla="*/ 587 w 673"/>
                <a:gd name="T97" fmla="*/ 216 h 615"/>
                <a:gd name="T98" fmla="*/ 593 w 673"/>
                <a:gd name="T99" fmla="*/ 198 h 615"/>
                <a:gd name="T100" fmla="*/ 603 w 673"/>
                <a:gd name="T101" fmla="*/ 182 h 615"/>
                <a:gd name="T102" fmla="*/ 617 w 673"/>
                <a:gd name="T103" fmla="*/ 166 h 615"/>
                <a:gd name="T104" fmla="*/ 634 w 673"/>
                <a:gd name="T105" fmla="*/ 157 h 615"/>
                <a:gd name="T106" fmla="*/ 651 w 673"/>
                <a:gd name="T107" fmla="*/ 153 h 615"/>
                <a:gd name="T108" fmla="*/ 672 w 673"/>
                <a:gd name="T109" fmla="*/ 153 h 61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73" h="615">
                  <a:moveTo>
                    <a:pt x="672" y="153"/>
                  </a:moveTo>
                  <a:lnTo>
                    <a:pt x="672" y="0"/>
                  </a:lnTo>
                  <a:lnTo>
                    <a:pt x="0" y="0"/>
                  </a:lnTo>
                  <a:lnTo>
                    <a:pt x="0" y="614"/>
                  </a:lnTo>
                  <a:lnTo>
                    <a:pt x="60" y="614"/>
                  </a:lnTo>
                  <a:lnTo>
                    <a:pt x="63" y="602"/>
                  </a:lnTo>
                  <a:lnTo>
                    <a:pt x="63" y="594"/>
                  </a:lnTo>
                  <a:lnTo>
                    <a:pt x="61" y="582"/>
                  </a:lnTo>
                  <a:lnTo>
                    <a:pt x="58" y="569"/>
                  </a:lnTo>
                  <a:lnTo>
                    <a:pt x="54" y="555"/>
                  </a:lnTo>
                  <a:lnTo>
                    <a:pt x="53" y="543"/>
                  </a:lnTo>
                  <a:lnTo>
                    <a:pt x="52" y="532"/>
                  </a:lnTo>
                  <a:lnTo>
                    <a:pt x="54" y="521"/>
                  </a:lnTo>
                  <a:lnTo>
                    <a:pt x="57" y="510"/>
                  </a:lnTo>
                  <a:lnTo>
                    <a:pt x="63" y="498"/>
                  </a:lnTo>
                  <a:lnTo>
                    <a:pt x="71" y="490"/>
                  </a:lnTo>
                  <a:lnTo>
                    <a:pt x="79" y="482"/>
                  </a:lnTo>
                  <a:lnTo>
                    <a:pt x="88" y="476"/>
                  </a:lnTo>
                  <a:lnTo>
                    <a:pt x="99" y="470"/>
                  </a:lnTo>
                  <a:lnTo>
                    <a:pt x="109" y="469"/>
                  </a:lnTo>
                  <a:lnTo>
                    <a:pt x="123" y="468"/>
                  </a:lnTo>
                  <a:lnTo>
                    <a:pt x="139" y="469"/>
                  </a:lnTo>
                  <a:lnTo>
                    <a:pt x="150" y="470"/>
                  </a:lnTo>
                  <a:lnTo>
                    <a:pt x="159" y="474"/>
                  </a:lnTo>
                  <a:lnTo>
                    <a:pt x="167" y="480"/>
                  </a:lnTo>
                  <a:lnTo>
                    <a:pt x="179" y="489"/>
                  </a:lnTo>
                  <a:lnTo>
                    <a:pt x="185" y="498"/>
                  </a:lnTo>
                  <a:lnTo>
                    <a:pt x="192" y="509"/>
                  </a:lnTo>
                  <a:lnTo>
                    <a:pt x="195" y="519"/>
                  </a:lnTo>
                  <a:lnTo>
                    <a:pt x="198" y="528"/>
                  </a:lnTo>
                  <a:lnTo>
                    <a:pt x="198" y="540"/>
                  </a:lnTo>
                  <a:lnTo>
                    <a:pt x="197" y="551"/>
                  </a:lnTo>
                  <a:lnTo>
                    <a:pt x="194" y="561"/>
                  </a:lnTo>
                  <a:lnTo>
                    <a:pt x="192" y="571"/>
                  </a:lnTo>
                  <a:lnTo>
                    <a:pt x="189" y="581"/>
                  </a:lnTo>
                  <a:lnTo>
                    <a:pt x="187" y="592"/>
                  </a:lnTo>
                  <a:lnTo>
                    <a:pt x="187" y="601"/>
                  </a:lnTo>
                  <a:lnTo>
                    <a:pt x="190" y="612"/>
                  </a:lnTo>
                  <a:lnTo>
                    <a:pt x="302" y="612"/>
                  </a:lnTo>
                  <a:lnTo>
                    <a:pt x="301" y="590"/>
                  </a:lnTo>
                  <a:lnTo>
                    <a:pt x="302" y="575"/>
                  </a:lnTo>
                  <a:lnTo>
                    <a:pt x="302" y="563"/>
                  </a:lnTo>
                  <a:lnTo>
                    <a:pt x="303" y="551"/>
                  </a:lnTo>
                  <a:lnTo>
                    <a:pt x="304" y="540"/>
                  </a:lnTo>
                  <a:lnTo>
                    <a:pt x="306" y="528"/>
                  </a:lnTo>
                  <a:lnTo>
                    <a:pt x="309" y="520"/>
                  </a:lnTo>
                  <a:lnTo>
                    <a:pt x="313" y="513"/>
                  </a:lnTo>
                  <a:lnTo>
                    <a:pt x="319" y="507"/>
                  </a:lnTo>
                  <a:lnTo>
                    <a:pt x="325" y="502"/>
                  </a:lnTo>
                  <a:lnTo>
                    <a:pt x="333" y="500"/>
                  </a:lnTo>
                  <a:lnTo>
                    <a:pt x="341" y="498"/>
                  </a:lnTo>
                  <a:lnTo>
                    <a:pt x="349" y="498"/>
                  </a:lnTo>
                  <a:lnTo>
                    <a:pt x="358" y="498"/>
                  </a:lnTo>
                  <a:lnTo>
                    <a:pt x="368" y="498"/>
                  </a:lnTo>
                  <a:lnTo>
                    <a:pt x="375" y="500"/>
                  </a:lnTo>
                  <a:lnTo>
                    <a:pt x="385" y="501"/>
                  </a:lnTo>
                  <a:lnTo>
                    <a:pt x="396" y="502"/>
                  </a:lnTo>
                  <a:lnTo>
                    <a:pt x="407" y="502"/>
                  </a:lnTo>
                  <a:lnTo>
                    <a:pt x="417" y="501"/>
                  </a:lnTo>
                  <a:lnTo>
                    <a:pt x="427" y="498"/>
                  </a:lnTo>
                  <a:lnTo>
                    <a:pt x="437" y="496"/>
                  </a:lnTo>
                  <a:lnTo>
                    <a:pt x="445" y="491"/>
                  </a:lnTo>
                  <a:lnTo>
                    <a:pt x="453" y="485"/>
                  </a:lnTo>
                  <a:lnTo>
                    <a:pt x="458" y="478"/>
                  </a:lnTo>
                  <a:lnTo>
                    <a:pt x="463" y="469"/>
                  </a:lnTo>
                  <a:lnTo>
                    <a:pt x="466" y="461"/>
                  </a:lnTo>
                  <a:lnTo>
                    <a:pt x="467" y="451"/>
                  </a:lnTo>
                  <a:lnTo>
                    <a:pt x="466" y="441"/>
                  </a:lnTo>
                  <a:lnTo>
                    <a:pt x="465" y="431"/>
                  </a:lnTo>
                  <a:lnTo>
                    <a:pt x="466" y="419"/>
                  </a:lnTo>
                  <a:lnTo>
                    <a:pt x="467" y="411"/>
                  </a:lnTo>
                  <a:lnTo>
                    <a:pt x="470" y="402"/>
                  </a:lnTo>
                  <a:lnTo>
                    <a:pt x="473" y="394"/>
                  </a:lnTo>
                  <a:lnTo>
                    <a:pt x="478" y="387"/>
                  </a:lnTo>
                  <a:lnTo>
                    <a:pt x="485" y="382"/>
                  </a:lnTo>
                  <a:lnTo>
                    <a:pt x="495" y="378"/>
                  </a:lnTo>
                  <a:lnTo>
                    <a:pt x="504" y="374"/>
                  </a:lnTo>
                  <a:lnTo>
                    <a:pt x="513" y="372"/>
                  </a:lnTo>
                  <a:lnTo>
                    <a:pt x="522" y="369"/>
                  </a:lnTo>
                  <a:lnTo>
                    <a:pt x="534" y="366"/>
                  </a:lnTo>
                  <a:lnTo>
                    <a:pt x="543" y="365"/>
                  </a:lnTo>
                  <a:lnTo>
                    <a:pt x="553" y="361"/>
                  </a:lnTo>
                  <a:lnTo>
                    <a:pt x="561" y="358"/>
                  </a:lnTo>
                  <a:lnTo>
                    <a:pt x="570" y="354"/>
                  </a:lnTo>
                  <a:lnTo>
                    <a:pt x="576" y="349"/>
                  </a:lnTo>
                  <a:lnTo>
                    <a:pt x="582" y="343"/>
                  </a:lnTo>
                  <a:lnTo>
                    <a:pt x="588" y="335"/>
                  </a:lnTo>
                  <a:lnTo>
                    <a:pt x="592" y="327"/>
                  </a:lnTo>
                  <a:lnTo>
                    <a:pt x="596" y="318"/>
                  </a:lnTo>
                  <a:lnTo>
                    <a:pt x="597" y="306"/>
                  </a:lnTo>
                  <a:lnTo>
                    <a:pt x="596" y="297"/>
                  </a:lnTo>
                  <a:lnTo>
                    <a:pt x="595" y="286"/>
                  </a:lnTo>
                  <a:lnTo>
                    <a:pt x="592" y="273"/>
                  </a:lnTo>
                  <a:lnTo>
                    <a:pt x="589" y="260"/>
                  </a:lnTo>
                  <a:lnTo>
                    <a:pt x="586" y="248"/>
                  </a:lnTo>
                  <a:lnTo>
                    <a:pt x="586" y="238"/>
                  </a:lnTo>
                  <a:lnTo>
                    <a:pt x="586" y="228"/>
                  </a:lnTo>
                  <a:lnTo>
                    <a:pt x="587" y="216"/>
                  </a:lnTo>
                  <a:lnTo>
                    <a:pt x="590" y="206"/>
                  </a:lnTo>
                  <a:lnTo>
                    <a:pt x="593" y="198"/>
                  </a:lnTo>
                  <a:lnTo>
                    <a:pt x="597" y="190"/>
                  </a:lnTo>
                  <a:lnTo>
                    <a:pt x="603" y="182"/>
                  </a:lnTo>
                  <a:lnTo>
                    <a:pt x="609" y="173"/>
                  </a:lnTo>
                  <a:lnTo>
                    <a:pt x="617" y="166"/>
                  </a:lnTo>
                  <a:lnTo>
                    <a:pt x="626" y="160"/>
                  </a:lnTo>
                  <a:lnTo>
                    <a:pt x="634" y="157"/>
                  </a:lnTo>
                  <a:lnTo>
                    <a:pt x="642" y="154"/>
                  </a:lnTo>
                  <a:lnTo>
                    <a:pt x="651" y="153"/>
                  </a:lnTo>
                  <a:lnTo>
                    <a:pt x="661" y="153"/>
                  </a:lnTo>
                  <a:lnTo>
                    <a:pt x="672" y="153"/>
                  </a:lnTo>
                </a:path>
              </a:pathLst>
            </a:custGeom>
            <a:solidFill>
              <a:schemeClr val="accent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882" name="Freeform 27">
              <a:extLst>
                <a:ext uri="{FF2B5EF4-FFF2-40B4-BE49-F238E27FC236}">
                  <a16:creationId xmlns:a16="http://schemas.microsoft.com/office/drawing/2014/main" id="{87ECAA26-362C-40CB-BA7E-9664C3213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1499"/>
              <a:ext cx="746" cy="920"/>
            </a:xfrm>
            <a:custGeom>
              <a:avLst/>
              <a:gdLst>
                <a:gd name="T0" fmla="*/ 299 w 746"/>
                <a:gd name="T1" fmla="*/ 146 h 920"/>
                <a:gd name="T2" fmla="*/ 289 w 746"/>
                <a:gd name="T3" fmla="*/ 70 h 920"/>
                <a:gd name="T4" fmla="*/ 325 w 746"/>
                <a:gd name="T5" fmla="*/ 8 h 920"/>
                <a:gd name="T6" fmla="*/ 409 w 746"/>
                <a:gd name="T7" fmla="*/ 2 h 920"/>
                <a:gd name="T8" fmla="*/ 450 w 746"/>
                <a:gd name="T9" fmla="*/ 38 h 920"/>
                <a:gd name="T10" fmla="*/ 459 w 746"/>
                <a:gd name="T11" fmla="*/ 100 h 920"/>
                <a:gd name="T12" fmla="*/ 451 w 746"/>
                <a:gd name="T13" fmla="*/ 168 h 920"/>
                <a:gd name="T14" fmla="*/ 492 w 746"/>
                <a:gd name="T15" fmla="*/ 207 h 920"/>
                <a:gd name="T16" fmla="*/ 553 w 746"/>
                <a:gd name="T17" fmla="*/ 224 h 920"/>
                <a:gd name="T18" fmla="*/ 579 w 746"/>
                <a:gd name="T19" fmla="*/ 256 h 920"/>
                <a:gd name="T20" fmla="*/ 580 w 746"/>
                <a:gd name="T21" fmla="*/ 301 h 920"/>
                <a:gd name="T22" fmla="*/ 604 w 746"/>
                <a:gd name="T23" fmla="*/ 341 h 920"/>
                <a:gd name="T24" fmla="*/ 653 w 746"/>
                <a:gd name="T25" fmla="*/ 348 h 920"/>
                <a:gd name="T26" fmla="*/ 705 w 746"/>
                <a:gd name="T27" fmla="*/ 345 h 920"/>
                <a:gd name="T28" fmla="*/ 737 w 746"/>
                <a:gd name="T29" fmla="*/ 364 h 920"/>
                <a:gd name="T30" fmla="*/ 744 w 746"/>
                <a:gd name="T31" fmla="*/ 434 h 920"/>
                <a:gd name="T32" fmla="*/ 737 w 746"/>
                <a:gd name="T33" fmla="*/ 528 h 920"/>
                <a:gd name="T34" fmla="*/ 705 w 746"/>
                <a:gd name="T35" fmla="*/ 550 h 920"/>
                <a:gd name="T36" fmla="*/ 647 w 746"/>
                <a:gd name="T37" fmla="*/ 547 h 920"/>
                <a:gd name="T38" fmla="*/ 605 w 746"/>
                <a:gd name="T39" fmla="*/ 554 h 920"/>
                <a:gd name="T40" fmla="*/ 581 w 746"/>
                <a:gd name="T41" fmla="*/ 581 h 920"/>
                <a:gd name="T42" fmla="*/ 579 w 746"/>
                <a:gd name="T43" fmla="*/ 634 h 920"/>
                <a:gd name="T44" fmla="*/ 552 w 746"/>
                <a:gd name="T45" fmla="*/ 671 h 920"/>
                <a:gd name="T46" fmla="*/ 502 w 746"/>
                <a:gd name="T47" fmla="*/ 683 h 920"/>
                <a:gd name="T48" fmla="*/ 459 w 746"/>
                <a:gd name="T49" fmla="*/ 709 h 920"/>
                <a:gd name="T50" fmla="*/ 450 w 746"/>
                <a:gd name="T51" fmla="*/ 761 h 920"/>
                <a:gd name="T52" fmla="*/ 459 w 746"/>
                <a:gd name="T53" fmla="*/ 824 h 920"/>
                <a:gd name="T54" fmla="*/ 439 w 746"/>
                <a:gd name="T55" fmla="*/ 884 h 920"/>
                <a:gd name="T56" fmla="*/ 403 w 746"/>
                <a:gd name="T57" fmla="*/ 916 h 920"/>
                <a:gd name="T58" fmla="*/ 347 w 746"/>
                <a:gd name="T59" fmla="*/ 918 h 920"/>
                <a:gd name="T60" fmla="*/ 306 w 746"/>
                <a:gd name="T61" fmla="*/ 895 h 920"/>
                <a:gd name="T62" fmla="*/ 286 w 746"/>
                <a:gd name="T63" fmla="*/ 850 h 920"/>
                <a:gd name="T64" fmla="*/ 291 w 746"/>
                <a:gd name="T65" fmla="*/ 797 h 920"/>
                <a:gd name="T66" fmla="*/ 294 w 746"/>
                <a:gd name="T67" fmla="*/ 749 h 920"/>
                <a:gd name="T68" fmla="*/ 266 w 746"/>
                <a:gd name="T69" fmla="*/ 715 h 920"/>
                <a:gd name="T70" fmla="*/ 220 w 746"/>
                <a:gd name="T71" fmla="*/ 702 h 920"/>
                <a:gd name="T72" fmla="*/ 176 w 746"/>
                <a:gd name="T73" fmla="*/ 683 h 920"/>
                <a:gd name="T74" fmla="*/ 165 w 746"/>
                <a:gd name="T75" fmla="*/ 630 h 920"/>
                <a:gd name="T76" fmla="*/ 151 w 746"/>
                <a:gd name="T77" fmla="*/ 586 h 920"/>
                <a:gd name="T78" fmla="*/ 107 w 746"/>
                <a:gd name="T79" fmla="*/ 569 h 920"/>
                <a:gd name="T80" fmla="*/ 62 w 746"/>
                <a:gd name="T81" fmla="*/ 574 h 920"/>
                <a:gd name="T82" fmla="*/ 14 w 746"/>
                <a:gd name="T83" fmla="*/ 560 h 920"/>
                <a:gd name="T84" fmla="*/ 0 w 746"/>
                <a:gd name="T85" fmla="*/ 499 h 920"/>
                <a:gd name="T86" fmla="*/ 3 w 746"/>
                <a:gd name="T87" fmla="*/ 411 h 920"/>
                <a:gd name="T88" fmla="*/ 18 w 746"/>
                <a:gd name="T89" fmla="*/ 358 h 920"/>
                <a:gd name="T90" fmla="*/ 55 w 746"/>
                <a:gd name="T91" fmla="*/ 344 h 920"/>
                <a:gd name="T92" fmla="*/ 110 w 746"/>
                <a:gd name="T93" fmla="*/ 349 h 920"/>
                <a:gd name="T94" fmla="*/ 159 w 746"/>
                <a:gd name="T95" fmla="*/ 328 h 920"/>
                <a:gd name="T96" fmla="*/ 167 w 746"/>
                <a:gd name="T97" fmla="*/ 279 h 920"/>
                <a:gd name="T98" fmla="*/ 185 w 746"/>
                <a:gd name="T99" fmla="*/ 231 h 920"/>
                <a:gd name="T100" fmla="*/ 237 w 746"/>
                <a:gd name="T101" fmla="*/ 214 h 9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46" h="920">
                  <a:moveTo>
                    <a:pt x="284" y="192"/>
                  </a:moveTo>
                  <a:lnTo>
                    <a:pt x="291" y="182"/>
                  </a:lnTo>
                  <a:lnTo>
                    <a:pt x="296" y="171"/>
                  </a:lnTo>
                  <a:lnTo>
                    <a:pt x="299" y="161"/>
                  </a:lnTo>
                  <a:lnTo>
                    <a:pt x="299" y="146"/>
                  </a:lnTo>
                  <a:lnTo>
                    <a:pt x="296" y="130"/>
                  </a:lnTo>
                  <a:lnTo>
                    <a:pt x="293" y="116"/>
                  </a:lnTo>
                  <a:lnTo>
                    <a:pt x="289" y="99"/>
                  </a:lnTo>
                  <a:lnTo>
                    <a:pt x="287" y="81"/>
                  </a:lnTo>
                  <a:lnTo>
                    <a:pt x="289" y="70"/>
                  </a:lnTo>
                  <a:lnTo>
                    <a:pt x="292" y="56"/>
                  </a:lnTo>
                  <a:lnTo>
                    <a:pt x="297" y="42"/>
                  </a:lnTo>
                  <a:lnTo>
                    <a:pt x="306" y="28"/>
                  </a:lnTo>
                  <a:lnTo>
                    <a:pt x="316" y="17"/>
                  </a:lnTo>
                  <a:lnTo>
                    <a:pt x="325" y="8"/>
                  </a:lnTo>
                  <a:lnTo>
                    <a:pt x="338" y="3"/>
                  </a:lnTo>
                  <a:lnTo>
                    <a:pt x="353" y="1"/>
                  </a:lnTo>
                  <a:lnTo>
                    <a:pt x="369" y="0"/>
                  </a:lnTo>
                  <a:lnTo>
                    <a:pt x="391" y="0"/>
                  </a:lnTo>
                  <a:lnTo>
                    <a:pt x="409" y="2"/>
                  </a:lnTo>
                  <a:lnTo>
                    <a:pt x="419" y="6"/>
                  </a:lnTo>
                  <a:lnTo>
                    <a:pt x="426" y="11"/>
                  </a:lnTo>
                  <a:lnTo>
                    <a:pt x="434" y="17"/>
                  </a:lnTo>
                  <a:lnTo>
                    <a:pt x="443" y="26"/>
                  </a:lnTo>
                  <a:lnTo>
                    <a:pt x="450" y="38"/>
                  </a:lnTo>
                  <a:lnTo>
                    <a:pt x="456" y="48"/>
                  </a:lnTo>
                  <a:lnTo>
                    <a:pt x="459" y="58"/>
                  </a:lnTo>
                  <a:lnTo>
                    <a:pt x="461" y="73"/>
                  </a:lnTo>
                  <a:lnTo>
                    <a:pt x="461" y="87"/>
                  </a:lnTo>
                  <a:lnTo>
                    <a:pt x="459" y="100"/>
                  </a:lnTo>
                  <a:lnTo>
                    <a:pt x="457" y="111"/>
                  </a:lnTo>
                  <a:lnTo>
                    <a:pt x="454" y="128"/>
                  </a:lnTo>
                  <a:lnTo>
                    <a:pt x="450" y="145"/>
                  </a:lnTo>
                  <a:lnTo>
                    <a:pt x="448" y="157"/>
                  </a:lnTo>
                  <a:lnTo>
                    <a:pt x="451" y="168"/>
                  </a:lnTo>
                  <a:lnTo>
                    <a:pt x="455" y="175"/>
                  </a:lnTo>
                  <a:lnTo>
                    <a:pt x="461" y="186"/>
                  </a:lnTo>
                  <a:lnTo>
                    <a:pt x="470" y="195"/>
                  </a:lnTo>
                  <a:lnTo>
                    <a:pt x="479" y="202"/>
                  </a:lnTo>
                  <a:lnTo>
                    <a:pt x="492" y="207"/>
                  </a:lnTo>
                  <a:lnTo>
                    <a:pt x="505" y="211"/>
                  </a:lnTo>
                  <a:lnTo>
                    <a:pt x="517" y="215"/>
                  </a:lnTo>
                  <a:lnTo>
                    <a:pt x="530" y="217"/>
                  </a:lnTo>
                  <a:lnTo>
                    <a:pt x="543" y="220"/>
                  </a:lnTo>
                  <a:lnTo>
                    <a:pt x="553" y="224"/>
                  </a:lnTo>
                  <a:lnTo>
                    <a:pt x="561" y="229"/>
                  </a:lnTo>
                  <a:lnTo>
                    <a:pt x="568" y="235"/>
                  </a:lnTo>
                  <a:lnTo>
                    <a:pt x="572" y="240"/>
                  </a:lnTo>
                  <a:lnTo>
                    <a:pt x="576" y="248"/>
                  </a:lnTo>
                  <a:lnTo>
                    <a:pt x="579" y="256"/>
                  </a:lnTo>
                  <a:lnTo>
                    <a:pt x="580" y="264"/>
                  </a:lnTo>
                  <a:lnTo>
                    <a:pt x="581" y="271"/>
                  </a:lnTo>
                  <a:lnTo>
                    <a:pt x="581" y="281"/>
                  </a:lnTo>
                  <a:lnTo>
                    <a:pt x="580" y="292"/>
                  </a:lnTo>
                  <a:lnTo>
                    <a:pt x="580" y="301"/>
                  </a:lnTo>
                  <a:lnTo>
                    <a:pt x="582" y="311"/>
                  </a:lnTo>
                  <a:lnTo>
                    <a:pt x="586" y="320"/>
                  </a:lnTo>
                  <a:lnTo>
                    <a:pt x="590" y="328"/>
                  </a:lnTo>
                  <a:lnTo>
                    <a:pt x="596" y="334"/>
                  </a:lnTo>
                  <a:lnTo>
                    <a:pt x="604" y="341"/>
                  </a:lnTo>
                  <a:lnTo>
                    <a:pt x="611" y="344"/>
                  </a:lnTo>
                  <a:lnTo>
                    <a:pt x="623" y="347"/>
                  </a:lnTo>
                  <a:lnTo>
                    <a:pt x="633" y="348"/>
                  </a:lnTo>
                  <a:lnTo>
                    <a:pt x="642" y="349"/>
                  </a:lnTo>
                  <a:lnTo>
                    <a:pt x="653" y="348"/>
                  </a:lnTo>
                  <a:lnTo>
                    <a:pt x="665" y="347"/>
                  </a:lnTo>
                  <a:lnTo>
                    <a:pt x="675" y="346"/>
                  </a:lnTo>
                  <a:lnTo>
                    <a:pt x="685" y="345"/>
                  </a:lnTo>
                  <a:lnTo>
                    <a:pt x="694" y="344"/>
                  </a:lnTo>
                  <a:lnTo>
                    <a:pt x="705" y="345"/>
                  </a:lnTo>
                  <a:lnTo>
                    <a:pt x="711" y="346"/>
                  </a:lnTo>
                  <a:lnTo>
                    <a:pt x="718" y="348"/>
                  </a:lnTo>
                  <a:lnTo>
                    <a:pt x="725" y="352"/>
                  </a:lnTo>
                  <a:lnTo>
                    <a:pt x="731" y="358"/>
                  </a:lnTo>
                  <a:lnTo>
                    <a:pt x="737" y="364"/>
                  </a:lnTo>
                  <a:lnTo>
                    <a:pt x="741" y="374"/>
                  </a:lnTo>
                  <a:lnTo>
                    <a:pt x="743" y="383"/>
                  </a:lnTo>
                  <a:lnTo>
                    <a:pt x="744" y="393"/>
                  </a:lnTo>
                  <a:lnTo>
                    <a:pt x="745" y="412"/>
                  </a:lnTo>
                  <a:lnTo>
                    <a:pt x="744" y="434"/>
                  </a:lnTo>
                  <a:lnTo>
                    <a:pt x="745" y="458"/>
                  </a:lnTo>
                  <a:lnTo>
                    <a:pt x="743" y="485"/>
                  </a:lnTo>
                  <a:lnTo>
                    <a:pt x="741" y="504"/>
                  </a:lnTo>
                  <a:lnTo>
                    <a:pt x="740" y="519"/>
                  </a:lnTo>
                  <a:lnTo>
                    <a:pt x="737" y="528"/>
                  </a:lnTo>
                  <a:lnTo>
                    <a:pt x="732" y="536"/>
                  </a:lnTo>
                  <a:lnTo>
                    <a:pt x="727" y="541"/>
                  </a:lnTo>
                  <a:lnTo>
                    <a:pt x="720" y="545"/>
                  </a:lnTo>
                  <a:lnTo>
                    <a:pt x="712" y="548"/>
                  </a:lnTo>
                  <a:lnTo>
                    <a:pt x="705" y="550"/>
                  </a:lnTo>
                  <a:lnTo>
                    <a:pt x="690" y="551"/>
                  </a:lnTo>
                  <a:lnTo>
                    <a:pt x="678" y="550"/>
                  </a:lnTo>
                  <a:lnTo>
                    <a:pt x="667" y="548"/>
                  </a:lnTo>
                  <a:lnTo>
                    <a:pt x="658" y="547"/>
                  </a:lnTo>
                  <a:lnTo>
                    <a:pt x="647" y="547"/>
                  </a:lnTo>
                  <a:lnTo>
                    <a:pt x="638" y="547"/>
                  </a:lnTo>
                  <a:lnTo>
                    <a:pt x="630" y="547"/>
                  </a:lnTo>
                  <a:lnTo>
                    <a:pt x="621" y="548"/>
                  </a:lnTo>
                  <a:lnTo>
                    <a:pt x="611" y="551"/>
                  </a:lnTo>
                  <a:lnTo>
                    <a:pt x="605" y="554"/>
                  </a:lnTo>
                  <a:lnTo>
                    <a:pt x="600" y="556"/>
                  </a:lnTo>
                  <a:lnTo>
                    <a:pt x="593" y="562"/>
                  </a:lnTo>
                  <a:lnTo>
                    <a:pt x="588" y="568"/>
                  </a:lnTo>
                  <a:lnTo>
                    <a:pt x="585" y="574"/>
                  </a:lnTo>
                  <a:lnTo>
                    <a:pt x="581" y="581"/>
                  </a:lnTo>
                  <a:lnTo>
                    <a:pt x="579" y="589"/>
                  </a:lnTo>
                  <a:lnTo>
                    <a:pt x="579" y="597"/>
                  </a:lnTo>
                  <a:lnTo>
                    <a:pt x="579" y="605"/>
                  </a:lnTo>
                  <a:lnTo>
                    <a:pt x="579" y="619"/>
                  </a:lnTo>
                  <a:lnTo>
                    <a:pt x="579" y="634"/>
                  </a:lnTo>
                  <a:lnTo>
                    <a:pt x="575" y="646"/>
                  </a:lnTo>
                  <a:lnTo>
                    <a:pt x="572" y="655"/>
                  </a:lnTo>
                  <a:lnTo>
                    <a:pt x="567" y="661"/>
                  </a:lnTo>
                  <a:lnTo>
                    <a:pt x="559" y="666"/>
                  </a:lnTo>
                  <a:lnTo>
                    <a:pt x="552" y="671"/>
                  </a:lnTo>
                  <a:lnTo>
                    <a:pt x="543" y="674"/>
                  </a:lnTo>
                  <a:lnTo>
                    <a:pt x="532" y="676"/>
                  </a:lnTo>
                  <a:lnTo>
                    <a:pt x="523" y="679"/>
                  </a:lnTo>
                  <a:lnTo>
                    <a:pt x="512" y="682"/>
                  </a:lnTo>
                  <a:lnTo>
                    <a:pt x="502" y="683"/>
                  </a:lnTo>
                  <a:lnTo>
                    <a:pt x="492" y="686"/>
                  </a:lnTo>
                  <a:lnTo>
                    <a:pt x="484" y="691"/>
                  </a:lnTo>
                  <a:lnTo>
                    <a:pt x="474" y="695"/>
                  </a:lnTo>
                  <a:lnTo>
                    <a:pt x="466" y="701"/>
                  </a:lnTo>
                  <a:lnTo>
                    <a:pt x="459" y="709"/>
                  </a:lnTo>
                  <a:lnTo>
                    <a:pt x="454" y="718"/>
                  </a:lnTo>
                  <a:lnTo>
                    <a:pt x="449" y="729"/>
                  </a:lnTo>
                  <a:lnTo>
                    <a:pt x="448" y="739"/>
                  </a:lnTo>
                  <a:lnTo>
                    <a:pt x="448" y="750"/>
                  </a:lnTo>
                  <a:lnTo>
                    <a:pt x="450" y="761"/>
                  </a:lnTo>
                  <a:lnTo>
                    <a:pt x="453" y="772"/>
                  </a:lnTo>
                  <a:lnTo>
                    <a:pt x="455" y="784"/>
                  </a:lnTo>
                  <a:lnTo>
                    <a:pt x="457" y="795"/>
                  </a:lnTo>
                  <a:lnTo>
                    <a:pt x="459" y="810"/>
                  </a:lnTo>
                  <a:lnTo>
                    <a:pt x="459" y="824"/>
                  </a:lnTo>
                  <a:lnTo>
                    <a:pt x="456" y="838"/>
                  </a:lnTo>
                  <a:lnTo>
                    <a:pt x="454" y="849"/>
                  </a:lnTo>
                  <a:lnTo>
                    <a:pt x="450" y="860"/>
                  </a:lnTo>
                  <a:lnTo>
                    <a:pt x="445" y="871"/>
                  </a:lnTo>
                  <a:lnTo>
                    <a:pt x="439" y="884"/>
                  </a:lnTo>
                  <a:lnTo>
                    <a:pt x="432" y="893"/>
                  </a:lnTo>
                  <a:lnTo>
                    <a:pt x="426" y="898"/>
                  </a:lnTo>
                  <a:lnTo>
                    <a:pt x="419" y="905"/>
                  </a:lnTo>
                  <a:lnTo>
                    <a:pt x="411" y="912"/>
                  </a:lnTo>
                  <a:lnTo>
                    <a:pt x="403" y="916"/>
                  </a:lnTo>
                  <a:lnTo>
                    <a:pt x="396" y="917"/>
                  </a:lnTo>
                  <a:lnTo>
                    <a:pt x="385" y="918"/>
                  </a:lnTo>
                  <a:lnTo>
                    <a:pt x="371" y="919"/>
                  </a:lnTo>
                  <a:lnTo>
                    <a:pt x="355" y="918"/>
                  </a:lnTo>
                  <a:lnTo>
                    <a:pt x="347" y="918"/>
                  </a:lnTo>
                  <a:lnTo>
                    <a:pt x="338" y="917"/>
                  </a:lnTo>
                  <a:lnTo>
                    <a:pt x="327" y="913"/>
                  </a:lnTo>
                  <a:lnTo>
                    <a:pt x="318" y="908"/>
                  </a:lnTo>
                  <a:lnTo>
                    <a:pt x="312" y="902"/>
                  </a:lnTo>
                  <a:lnTo>
                    <a:pt x="306" y="895"/>
                  </a:lnTo>
                  <a:lnTo>
                    <a:pt x="300" y="889"/>
                  </a:lnTo>
                  <a:lnTo>
                    <a:pt x="295" y="880"/>
                  </a:lnTo>
                  <a:lnTo>
                    <a:pt x="291" y="872"/>
                  </a:lnTo>
                  <a:lnTo>
                    <a:pt x="288" y="861"/>
                  </a:lnTo>
                  <a:lnTo>
                    <a:pt x="286" y="850"/>
                  </a:lnTo>
                  <a:lnTo>
                    <a:pt x="285" y="842"/>
                  </a:lnTo>
                  <a:lnTo>
                    <a:pt x="285" y="830"/>
                  </a:lnTo>
                  <a:lnTo>
                    <a:pt x="286" y="820"/>
                  </a:lnTo>
                  <a:lnTo>
                    <a:pt x="289" y="810"/>
                  </a:lnTo>
                  <a:lnTo>
                    <a:pt x="291" y="797"/>
                  </a:lnTo>
                  <a:lnTo>
                    <a:pt x="294" y="785"/>
                  </a:lnTo>
                  <a:lnTo>
                    <a:pt x="296" y="775"/>
                  </a:lnTo>
                  <a:lnTo>
                    <a:pt x="296" y="765"/>
                  </a:lnTo>
                  <a:lnTo>
                    <a:pt x="296" y="757"/>
                  </a:lnTo>
                  <a:lnTo>
                    <a:pt x="294" y="749"/>
                  </a:lnTo>
                  <a:lnTo>
                    <a:pt x="289" y="740"/>
                  </a:lnTo>
                  <a:lnTo>
                    <a:pt x="285" y="733"/>
                  </a:lnTo>
                  <a:lnTo>
                    <a:pt x="279" y="726"/>
                  </a:lnTo>
                  <a:lnTo>
                    <a:pt x="273" y="721"/>
                  </a:lnTo>
                  <a:lnTo>
                    <a:pt x="266" y="715"/>
                  </a:lnTo>
                  <a:lnTo>
                    <a:pt x="257" y="712"/>
                  </a:lnTo>
                  <a:lnTo>
                    <a:pt x="249" y="709"/>
                  </a:lnTo>
                  <a:lnTo>
                    <a:pt x="238" y="706"/>
                  </a:lnTo>
                  <a:lnTo>
                    <a:pt x="229" y="705"/>
                  </a:lnTo>
                  <a:lnTo>
                    <a:pt x="220" y="702"/>
                  </a:lnTo>
                  <a:lnTo>
                    <a:pt x="210" y="700"/>
                  </a:lnTo>
                  <a:lnTo>
                    <a:pt x="201" y="696"/>
                  </a:lnTo>
                  <a:lnTo>
                    <a:pt x="191" y="692"/>
                  </a:lnTo>
                  <a:lnTo>
                    <a:pt x="183" y="688"/>
                  </a:lnTo>
                  <a:lnTo>
                    <a:pt x="176" y="683"/>
                  </a:lnTo>
                  <a:lnTo>
                    <a:pt x="171" y="675"/>
                  </a:lnTo>
                  <a:lnTo>
                    <a:pt x="167" y="665"/>
                  </a:lnTo>
                  <a:lnTo>
                    <a:pt x="165" y="652"/>
                  </a:lnTo>
                  <a:lnTo>
                    <a:pt x="164" y="642"/>
                  </a:lnTo>
                  <a:lnTo>
                    <a:pt x="165" y="630"/>
                  </a:lnTo>
                  <a:lnTo>
                    <a:pt x="166" y="621"/>
                  </a:lnTo>
                  <a:lnTo>
                    <a:pt x="165" y="609"/>
                  </a:lnTo>
                  <a:lnTo>
                    <a:pt x="162" y="601"/>
                  </a:lnTo>
                  <a:lnTo>
                    <a:pt x="156" y="592"/>
                  </a:lnTo>
                  <a:lnTo>
                    <a:pt x="151" y="586"/>
                  </a:lnTo>
                  <a:lnTo>
                    <a:pt x="145" y="580"/>
                  </a:lnTo>
                  <a:lnTo>
                    <a:pt x="136" y="576"/>
                  </a:lnTo>
                  <a:lnTo>
                    <a:pt x="126" y="572"/>
                  </a:lnTo>
                  <a:lnTo>
                    <a:pt x="116" y="571"/>
                  </a:lnTo>
                  <a:lnTo>
                    <a:pt x="107" y="569"/>
                  </a:lnTo>
                  <a:lnTo>
                    <a:pt x="97" y="569"/>
                  </a:lnTo>
                  <a:lnTo>
                    <a:pt x="89" y="571"/>
                  </a:lnTo>
                  <a:lnTo>
                    <a:pt x="80" y="572"/>
                  </a:lnTo>
                  <a:lnTo>
                    <a:pt x="71" y="573"/>
                  </a:lnTo>
                  <a:lnTo>
                    <a:pt x="62" y="574"/>
                  </a:lnTo>
                  <a:lnTo>
                    <a:pt x="48" y="574"/>
                  </a:lnTo>
                  <a:lnTo>
                    <a:pt x="39" y="573"/>
                  </a:lnTo>
                  <a:lnTo>
                    <a:pt x="29" y="571"/>
                  </a:lnTo>
                  <a:lnTo>
                    <a:pt x="22" y="567"/>
                  </a:lnTo>
                  <a:lnTo>
                    <a:pt x="14" y="560"/>
                  </a:lnTo>
                  <a:lnTo>
                    <a:pt x="9" y="553"/>
                  </a:lnTo>
                  <a:lnTo>
                    <a:pt x="6" y="545"/>
                  </a:lnTo>
                  <a:lnTo>
                    <a:pt x="2" y="531"/>
                  </a:lnTo>
                  <a:lnTo>
                    <a:pt x="1" y="515"/>
                  </a:lnTo>
                  <a:lnTo>
                    <a:pt x="0" y="499"/>
                  </a:lnTo>
                  <a:lnTo>
                    <a:pt x="0" y="479"/>
                  </a:lnTo>
                  <a:lnTo>
                    <a:pt x="1" y="462"/>
                  </a:lnTo>
                  <a:lnTo>
                    <a:pt x="2" y="444"/>
                  </a:lnTo>
                  <a:lnTo>
                    <a:pt x="2" y="428"/>
                  </a:lnTo>
                  <a:lnTo>
                    <a:pt x="3" y="411"/>
                  </a:lnTo>
                  <a:lnTo>
                    <a:pt x="5" y="398"/>
                  </a:lnTo>
                  <a:lnTo>
                    <a:pt x="7" y="383"/>
                  </a:lnTo>
                  <a:lnTo>
                    <a:pt x="9" y="372"/>
                  </a:lnTo>
                  <a:lnTo>
                    <a:pt x="13" y="365"/>
                  </a:lnTo>
                  <a:lnTo>
                    <a:pt x="18" y="358"/>
                  </a:lnTo>
                  <a:lnTo>
                    <a:pt x="23" y="354"/>
                  </a:lnTo>
                  <a:lnTo>
                    <a:pt x="30" y="348"/>
                  </a:lnTo>
                  <a:lnTo>
                    <a:pt x="36" y="347"/>
                  </a:lnTo>
                  <a:lnTo>
                    <a:pt x="44" y="345"/>
                  </a:lnTo>
                  <a:lnTo>
                    <a:pt x="55" y="344"/>
                  </a:lnTo>
                  <a:lnTo>
                    <a:pt x="64" y="345"/>
                  </a:lnTo>
                  <a:lnTo>
                    <a:pt x="77" y="347"/>
                  </a:lnTo>
                  <a:lnTo>
                    <a:pt x="88" y="347"/>
                  </a:lnTo>
                  <a:lnTo>
                    <a:pt x="97" y="348"/>
                  </a:lnTo>
                  <a:lnTo>
                    <a:pt x="110" y="349"/>
                  </a:lnTo>
                  <a:lnTo>
                    <a:pt x="123" y="347"/>
                  </a:lnTo>
                  <a:lnTo>
                    <a:pt x="134" y="344"/>
                  </a:lnTo>
                  <a:lnTo>
                    <a:pt x="145" y="339"/>
                  </a:lnTo>
                  <a:lnTo>
                    <a:pt x="152" y="335"/>
                  </a:lnTo>
                  <a:lnTo>
                    <a:pt x="159" y="328"/>
                  </a:lnTo>
                  <a:lnTo>
                    <a:pt x="164" y="319"/>
                  </a:lnTo>
                  <a:lnTo>
                    <a:pt x="167" y="310"/>
                  </a:lnTo>
                  <a:lnTo>
                    <a:pt x="169" y="300"/>
                  </a:lnTo>
                  <a:lnTo>
                    <a:pt x="168" y="293"/>
                  </a:lnTo>
                  <a:lnTo>
                    <a:pt x="167" y="279"/>
                  </a:lnTo>
                  <a:lnTo>
                    <a:pt x="168" y="265"/>
                  </a:lnTo>
                  <a:lnTo>
                    <a:pt x="170" y="255"/>
                  </a:lnTo>
                  <a:lnTo>
                    <a:pt x="173" y="245"/>
                  </a:lnTo>
                  <a:lnTo>
                    <a:pt x="177" y="238"/>
                  </a:lnTo>
                  <a:lnTo>
                    <a:pt x="185" y="231"/>
                  </a:lnTo>
                  <a:lnTo>
                    <a:pt x="194" y="226"/>
                  </a:lnTo>
                  <a:lnTo>
                    <a:pt x="205" y="222"/>
                  </a:lnTo>
                  <a:lnTo>
                    <a:pt x="216" y="218"/>
                  </a:lnTo>
                  <a:lnTo>
                    <a:pt x="226" y="215"/>
                  </a:lnTo>
                  <a:lnTo>
                    <a:pt x="237" y="214"/>
                  </a:lnTo>
                  <a:lnTo>
                    <a:pt x="248" y="211"/>
                  </a:lnTo>
                  <a:lnTo>
                    <a:pt x="261" y="207"/>
                  </a:lnTo>
                  <a:lnTo>
                    <a:pt x="273" y="201"/>
                  </a:lnTo>
                  <a:lnTo>
                    <a:pt x="284" y="192"/>
                  </a:lnTo>
                </a:path>
              </a:pathLst>
            </a:custGeom>
            <a:solidFill>
              <a:schemeClr val="accent2"/>
            </a:solidFill>
            <a:ln w="12699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751448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/>
      <p:bldP spid="36871" grpId="0" animBg="1"/>
      <p:bldP spid="36872" grpId="0" animBg="1"/>
      <p:bldP spid="36873" grpId="0" animBg="1"/>
      <p:bldP spid="368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90015-CC78-4E5A-900C-05E3AC02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26" name="Picture 2" descr="The 7 Reasons Why People Change Jobs &gt; Sourcing and Recruiting News">
            <a:extLst>
              <a:ext uri="{FF2B5EF4-FFF2-40B4-BE49-F238E27FC236}">
                <a16:creationId xmlns:a16="http://schemas.microsoft.com/office/drawing/2014/main" id="{5250B487-A2C4-428D-8D92-B91B36E5D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278967"/>
            <a:ext cx="3312368" cy="220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2BAEAA-4C6A-49DB-83C6-058DCEA6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3" y="4781574"/>
            <a:ext cx="3707904" cy="2076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49444-D542-4597-A189-A91AFC978E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" b="2536"/>
          <a:stretch/>
        </p:blipFill>
        <p:spPr>
          <a:xfrm>
            <a:off x="5851020" y="151269"/>
            <a:ext cx="2977121" cy="22042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323779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RT - הדרכה ומשאבי אנוש | בניית תכנית הדרכה">
            <a:extLst>
              <a:ext uri="{FF2B5EF4-FFF2-40B4-BE49-F238E27FC236}">
                <a16:creationId xmlns:a16="http://schemas.microsoft.com/office/drawing/2014/main" id="{10102649-452C-49E0-BF30-C702EEA5B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504" y="764704"/>
            <a:ext cx="8601458" cy="56515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6211-A615-406F-AE19-6271BA0C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613525"/>
            <a:ext cx="2133600" cy="136525"/>
          </a:xfrm>
        </p:spPr>
        <p:txBody>
          <a:bodyPr wrap="square" anchor="t">
            <a:normAutofit/>
          </a:bodyPr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8494071-01DA-477E-B448-D8A141C6FA49}" type="slidenum">
              <a:rPr kumimoji="0" lang="he-IL" altLang="en-US" sz="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66641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A93464-4DC8-4F98-956D-DDE2013F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CBB2E-8E51-42A5-A9A7-636E86EFC547}" type="slidenum">
              <a:rPr lang="he-IL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4134A-E279-4B59-BF53-43738A80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" y="1284495"/>
            <a:ext cx="8548209" cy="532859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A86FCC5-8EEC-4FC7-98A4-1FCC7EEB0FAC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188913"/>
            <a:ext cx="8353425" cy="719137"/>
          </a:xfrm>
          <a:prstGeom prst="rect">
            <a:avLst/>
          </a:prstGeom>
        </p:spPr>
        <p:txBody>
          <a:bodyPr/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90033"/>
                </a:solidFill>
                <a:latin typeface="+mj-lt"/>
                <a:ea typeface="+mj-ea"/>
                <a:cs typeface="+mj-cs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90033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he-IL" altLang="en-US" sz="3200"/>
              <a:t>תהליך השינוי המתוכנן ומרכיביו (קורט לוין, 1964)</a:t>
            </a:r>
            <a:endParaRPr lang="en-US" altLang="en-US" sz="32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1A19E693-481A-43BF-B2B3-CF378DEC0F3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2440560"/>
                  </p:ext>
                </p:extLst>
              </p:nvPr>
            </p:nvGraphicFramePr>
            <p:xfrm>
              <a:off x="2339752" y="3717032"/>
              <a:ext cx="944355" cy="708266"/>
            </p:xfrm>
            <a:graphic>
              <a:graphicData uri="http://schemas.microsoft.com/office/powerpoint/2016/slidezoom">
                <pslz:sldZm>
                  <pslz:sldZmObj sldId="299" cId="0">
                    <pslz:zmPr id="{0A7D2EA8-24D1-48D1-AFF3-D6D3911524C9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44355" cy="70826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A19E693-481A-43BF-B2B3-CF378DEC0F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9752" y="3717032"/>
                <a:ext cx="944355" cy="70826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308674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F5D0EFC8-8DCB-4EF8-A152-747F1647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SzTx/>
              <a:buFontTx/>
              <a:buNone/>
            </a:pPr>
            <a:fld id="{45B537BA-F937-4E26-ACE5-E4AB09C0992F}" type="slidenum">
              <a:rPr lang="he-IL" altLang="en-US" sz="1000" b="0">
                <a:solidFill>
                  <a:schemeClr val="tx1"/>
                </a:solidFill>
                <a:latin typeface="Tahoma" panose="020B0604030504040204" pitchFamily="34" charset="0"/>
              </a:rPr>
              <a:pPr rtl="0"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en-US" sz="10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5DE7D23-F695-4D6F-BF9F-96B6D0CC8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60350"/>
            <a:ext cx="7772400" cy="88265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Ctr="1"/>
          <a:lstStyle/>
          <a:p>
            <a:pPr eaLnBrk="1" hangingPunct="1"/>
            <a:r>
              <a:rPr lang="he-IL" altLang="en-US"/>
              <a:t>שדה כוחות ארגוני</a:t>
            </a:r>
            <a:endParaRPr lang="en-US" altLang="en-US"/>
          </a:p>
        </p:txBody>
      </p:sp>
      <p:sp>
        <p:nvSpPr>
          <p:cNvPr id="33796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F2578418-8157-4452-92D4-30B48F210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71600"/>
            <a:ext cx="8583612" cy="9144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</a:rPr>
              <a:t>כוחות הדוחפים לשינוי        כוחות בולמים שינוי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</a:rPr>
              <a:t>(לגידול בפריון, יעילות)                              </a:t>
            </a:r>
            <a:endParaRPr lang="en-US" altLang="en-US" sz="3600" b="0">
              <a:solidFill>
                <a:schemeClr val="tx1"/>
              </a:solidFill>
            </a:endParaRPr>
          </a:p>
        </p:txBody>
      </p:sp>
      <p:sp>
        <p:nvSpPr>
          <p:cNvPr id="633860" name="AutoShape 4">
            <a:extLst>
              <a:ext uri="{FF2B5EF4-FFF2-40B4-BE49-F238E27FC236}">
                <a16:creationId xmlns:a16="http://schemas.microsoft.com/office/drawing/2014/main" id="{712BA682-0DFF-4A67-A658-1E9F9216A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90800"/>
            <a:ext cx="4038600" cy="762000"/>
          </a:xfrm>
          <a:prstGeom prst="rightArrow">
            <a:avLst>
              <a:gd name="adj1" fmla="val 50000"/>
              <a:gd name="adj2" fmla="val 132500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</a:rPr>
              <a:t>נורמות ביצוע</a:t>
            </a:r>
            <a:endParaRPr lang="en-US" altLang="en-US" sz="3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1" name="AutoShape 5">
            <a:extLst>
              <a:ext uri="{FF2B5EF4-FFF2-40B4-BE49-F238E27FC236}">
                <a16:creationId xmlns:a16="http://schemas.microsoft.com/office/drawing/2014/main" id="{8C1E8B18-C86E-4368-9221-AA159B1A5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4038600" cy="838200"/>
          </a:xfrm>
          <a:prstGeom prst="rightArrow">
            <a:avLst>
              <a:gd name="adj1" fmla="val 50000"/>
              <a:gd name="adj2" fmla="val 120455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</a:rPr>
              <a:t>פחד משינוי</a:t>
            </a:r>
            <a:endParaRPr lang="en-US" altLang="en-US" sz="3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2" name="AutoShape 6">
            <a:extLst>
              <a:ext uri="{FF2B5EF4-FFF2-40B4-BE49-F238E27FC236}">
                <a16:creationId xmlns:a16="http://schemas.microsoft.com/office/drawing/2014/main" id="{5F2A8B42-C197-46C3-BEBC-F2C8CB150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267200"/>
            <a:ext cx="3962400" cy="838200"/>
          </a:xfrm>
          <a:prstGeom prst="rightArrow">
            <a:avLst>
              <a:gd name="adj1" fmla="val 50000"/>
              <a:gd name="adj2" fmla="val 118182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</a:rPr>
              <a:t>שאננות</a:t>
            </a:r>
            <a:r>
              <a:rPr lang="he-IL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3" name="AutoShape 7">
            <a:extLst>
              <a:ext uri="{FF2B5EF4-FFF2-40B4-BE49-F238E27FC236}">
                <a16:creationId xmlns:a16="http://schemas.microsoft.com/office/drawing/2014/main" id="{3F02EBEC-8F2E-40F8-A157-9A85E564A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181600"/>
            <a:ext cx="4038600" cy="838200"/>
          </a:xfrm>
          <a:prstGeom prst="rightArrow">
            <a:avLst>
              <a:gd name="adj1" fmla="val 50000"/>
              <a:gd name="adj2" fmla="val 120455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</a:rPr>
              <a:t>מיומנויות נוכחיות</a:t>
            </a:r>
            <a:endParaRPr lang="en-US" altLang="en-US" sz="3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4" name="AutoShape 8">
            <a:extLst>
              <a:ext uri="{FF2B5EF4-FFF2-40B4-BE49-F238E27FC236}">
                <a16:creationId xmlns:a16="http://schemas.microsoft.com/office/drawing/2014/main" id="{1CDD3E7E-30F8-47B9-933C-A4D60E8A3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514600"/>
            <a:ext cx="3962400" cy="838200"/>
          </a:xfrm>
          <a:prstGeom prst="leftArrow">
            <a:avLst>
              <a:gd name="adj1" fmla="val 50000"/>
              <a:gd name="adj2" fmla="val 118182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</a:rPr>
              <a:t>טכנולוגיה חדשה</a:t>
            </a:r>
            <a:endParaRPr lang="en-US" altLang="en-US" sz="3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5" name="AutoShape 9">
            <a:extLst>
              <a:ext uri="{FF2B5EF4-FFF2-40B4-BE49-F238E27FC236}">
                <a16:creationId xmlns:a16="http://schemas.microsoft.com/office/drawing/2014/main" id="{1AA20F52-8404-4B32-8A47-C29CFA607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429000"/>
            <a:ext cx="3886200" cy="838200"/>
          </a:xfrm>
          <a:prstGeom prst="leftArrow">
            <a:avLst>
              <a:gd name="adj1" fmla="val 50000"/>
              <a:gd name="adj2" fmla="val 115909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</a:rPr>
              <a:t>לחצי תחרות</a:t>
            </a:r>
            <a:endParaRPr lang="en-US" altLang="en-US" sz="3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6" name="AutoShape 10">
            <a:extLst>
              <a:ext uri="{FF2B5EF4-FFF2-40B4-BE49-F238E27FC236}">
                <a16:creationId xmlns:a16="http://schemas.microsoft.com/office/drawing/2014/main" id="{D036304E-F3B2-4DF3-8648-826E0712C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267200"/>
            <a:ext cx="3810000" cy="838200"/>
          </a:xfrm>
          <a:prstGeom prst="leftArrow">
            <a:avLst>
              <a:gd name="adj1" fmla="val 50000"/>
              <a:gd name="adj2" fmla="val 113636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</a:rPr>
              <a:t>לחצי ממונים לביצועים</a:t>
            </a:r>
            <a:endParaRPr lang="en-US" altLang="en-US" sz="36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7" name="AutoShape 11">
            <a:extLst>
              <a:ext uri="{FF2B5EF4-FFF2-40B4-BE49-F238E27FC236}">
                <a16:creationId xmlns:a16="http://schemas.microsoft.com/office/drawing/2014/main" id="{F04D30A8-FB30-4BDC-8264-1346139EE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181600"/>
            <a:ext cx="3962400" cy="838200"/>
          </a:xfrm>
          <a:prstGeom prst="leftArrow">
            <a:avLst>
              <a:gd name="adj1" fmla="val 50000"/>
              <a:gd name="adj2" fmla="val 118182"/>
            </a:avLst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he-IL" altLang="en-US" sz="36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אובדן פלח שוק</a:t>
            </a:r>
            <a:endParaRPr lang="en-US" altLang="en-US" sz="36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5" name="AutoShape 12">
            <a:extLst>
              <a:ext uri="{FF2B5EF4-FFF2-40B4-BE49-F238E27FC236}">
                <a16:creationId xmlns:a16="http://schemas.microsoft.com/office/drawing/2014/main" id="{31933C4F-50E8-4EF4-931B-F6B6FB00D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06400"/>
            <a:ext cx="838200" cy="609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endParaRPr lang="en-US" altLang="en-US" sz="4000">
              <a:solidFill>
                <a:srgbClr val="FFFF00"/>
              </a:solidFill>
            </a:endParaRPr>
          </a:p>
        </p:txBody>
      </p:sp>
      <p:sp>
        <p:nvSpPr>
          <p:cNvPr id="33806" name="AutoShape 13">
            <a:extLst>
              <a:ext uri="{FF2B5EF4-FFF2-40B4-BE49-F238E27FC236}">
                <a16:creationId xmlns:a16="http://schemas.microsoft.com/office/drawing/2014/main" id="{5D2EA6B9-7212-45D6-A690-860AF6019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63" y="404813"/>
            <a:ext cx="685800" cy="609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endParaRPr lang="en-US" altLang="en-US" sz="4000">
              <a:solidFill>
                <a:srgbClr val="FFFF00"/>
              </a:solidFill>
            </a:endParaRPr>
          </a:p>
        </p:txBody>
      </p:sp>
      <p:sp>
        <p:nvSpPr>
          <p:cNvPr id="33807" name="Text Box 14">
            <a:extLst>
              <a:ext uri="{FF2B5EF4-FFF2-40B4-BE49-F238E27FC236}">
                <a16:creationId xmlns:a16="http://schemas.microsoft.com/office/drawing/2014/main" id="{CF1EE00D-8FF2-4C3B-9C36-989A14174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864225"/>
            <a:ext cx="2895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4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8" name="Text Box 15">
            <a:extLst>
              <a:ext uri="{FF2B5EF4-FFF2-40B4-BE49-F238E27FC236}">
                <a16:creationId xmlns:a16="http://schemas.microsoft.com/office/drawing/2014/main" id="{5B30B735-45B8-4063-BE59-8460C192D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7425" y="2360613"/>
            <a:ext cx="18716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SzPct val="80000"/>
              <a:buFontTx/>
              <a:buNone/>
            </a:pPr>
            <a:r>
              <a:rPr lang="he-IL" altLang="en-US" sz="2400" b="0">
                <a:solidFill>
                  <a:schemeClr val="tx1"/>
                </a:solidFill>
              </a:rPr>
              <a:t>דוגמאות:</a:t>
            </a:r>
            <a:endParaRPr lang="en-US" altLang="en-US" sz="2400" b="0">
              <a:solidFill>
                <a:schemeClr val="tx1"/>
              </a:solidFill>
            </a:endParaRPr>
          </a:p>
        </p:txBody>
      </p:sp>
      <p:sp>
        <p:nvSpPr>
          <p:cNvPr id="33809" name="Line 16">
            <a:extLst>
              <a:ext uri="{FF2B5EF4-FFF2-40B4-BE49-F238E27FC236}">
                <a16:creationId xmlns:a16="http://schemas.microsoft.com/office/drawing/2014/main" id="{4A3B8C93-06CF-46CC-A650-9CBE49A36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7538" y="1808163"/>
            <a:ext cx="53975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0" name="Line 17">
            <a:extLst>
              <a:ext uri="{FF2B5EF4-FFF2-40B4-BE49-F238E27FC236}">
                <a16:creationId xmlns:a16="http://schemas.microsoft.com/office/drawing/2014/main" id="{20AC8796-3AEF-4984-AB89-A24055FA8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1808163"/>
            <a:ext cx="611187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grpSp>
        <p:nvGrpSpPr>
          <p:cNvPr id="633874" name="Group 18">
            <a:extLst>
              <a:ext uri="{FF2B5EF4-FFF2-40B4-BE49-F238E27FC236}">
                <a16:creationId xmlns:a16="http://schemas.microsoft.com/office/drawing/2014/main" id="{E75B1575-8260-4872-8092-3E9B294C1779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6021388"/>
            <a:ext cx="647700" cy="755650"/>
            <a:chOff x="4286" y="3793"/>
            <a:chExt cx="408" cy="476"/>
          </a:xfrm>
        </p:grpSpPr>
        <p:sp>
          <p:nvSpPr>
            <p:cNvPr id="33817" name="Rectangle 19">
              <a:extLst>
                <a:ext uri="{FF2B5EF4-FFF2-40B4-BE49-F238E27FC236}">
                  <a16:creationId xmlns:a16="http://schemas.microsoft.com/office/drawing/2014/main" id="{24E3599C-97B3-4C03-BD80-499DDFDC0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793"/>
              <a:ext cx="114" cy="136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endParaRPr lang="en-US" altLang="en-US" sz="4000">
                <a:solidFill>
                  <a:srgbClr val="FFFF00"/>
                </a:solidFill>
              </a:endParaRPr>
            </a:p>
          </p:txBody>
        </p:sp>
        <p:sp>
          <p:nvSpPr>
            <p:cNvPr id="33818" name="Rectangle 20">
              <a:extLst>
                <a:ext uri="{FF2B5EF4-FFF2-40B4-BE49-F238E27FC236}">
                  <a16:creationId xmlns:a16="http://schemas.microsoft.com/office/drawing/2014/main" id="{6BFB5073-3989-4CF0-B1BF-35402CB03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3974"/>
              <a:ext cx="114" cy="136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endParaRPr lang="en-US" altLang="en-US" sz="4000">
                <a:solidFill>
                  <a:srgbClr val="FFFF00"/>
                </a:solidFill>
              </a:endParaRPr>
            </a:p>
          </p:txBody>
        </p:sp>
        <p:sp>
          <p:nvSpPr>
            <p:cNvPr id="33819" name="Rectangle 21">
              <a:extLst>
                <a:ext uri="{FF2B5EF4-FFF2-40B4-BE49-F238E27FC236}">
                  <a16:creationId xmlns:a16="http://schemas.microsoft.com/office/drawing/2014/main" id="{B4071072-6AA8-448E-8029-3B4143533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4133"/>
              <a:ext cx="114" cy="136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endParaRPr lang="en-US" altLang="en-US" sz="4000">
                <a:solidFill>
                  <a:srgbClr val="FFFF00"/>
                </a:solidFill>
              </a:endParaRPr>
            </a:p>
          </p:txBody>
        </p:sp>
      </p:grpSp>
      <p:grpSp>
        <p:nvGrpSpPr>
          <p:cNvPr id="633878" name="Group 22">
            <a:extLst>
              <a:ext uri="{FF2B5EF4-FFF2-40B4-BE49-F238E27FC236}">
                <a16:creationId xmlns:a16="http://schemas.microsoft.com/office/drawing/2014/main" id="{F85482A6-2627-49EC-B3BB-9A67FCC29B2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439863" y="6021388"/>
            <a:ext cx="647700" cy="755650"/>
            <a:chOff x="4286" y="3793"/>
            <a:chExt cx="408" cy="476"/>
          </a:xfrm>
        </p:grpSpPr>
        <p:sp>
          <p:nvSpPr>
            <p:cNvPr id="33814" name="Rectangle 23">
              <a:extLst>
                <a:ext uri="{FF2B5EF4-FFF2-40B4-BE49-F238E27FC236}">
                  <a16:creationId xmlns:a16="http://schemas.microsoft.com/office/drawing/2014/main" id="{A8C26473-0C60-4794-935B-F0D6FE57D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793"/>
              <a:ext cx="114" cy="136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endParaRPr lang="en-US" altLang="en-US" sz="4000">
                <a:solidFill>
                  <a:srgbClr val="FFFF00"/>
                </a:solidFill>
              </a:endParaRPr>
            </a:p>
          </p:txBody>
        </p:sp>
        <p:sp>
          <p:nvSpPr>
            <p:cNvPr id="33815" name="Rectangle 24">
              <a:extLst>
                <a:ext uri="{FF2B5EF4-FFF2-40B4-BE49-F238E27FC236}">
                  <a16:creationId xmlns:a16="http://schemas.microsoft.com/office/drawing/2014/main" id="{C5CACF7A-B8EB-4C2C-8E4F-25357AFAD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3974"/>
              <a:ext cx="114" cy="136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endParaRPr lang="en-US" altLang="en-US" sz="4000">
                <a:solidFill>
                  <a:srgbClr val="FFFF00"/>
                </a:solidFill>
              </a:endParaRPr>
            </a:p>
          </p:txBody>
        </p:sp>
        <p:sp>
          <p:nvSpPr>
            <p:cNvPr id="33816" name="Rectangle 25">
              <a:extLst>
                <a:ext uri="{FF2B5EF4-FFF2-40B4-BE49-F238E27FC236}">
                  <a16:creationId xmlns:a16="http://schemas.microsoft.com/office/drawing/2014/main" id="{24A0E417-32A9-4724-ADCD-0EBE2A9A1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4133"/>
              <a:ext cx="114" cy="136"/>
            </a:xfrm>
            <a:prstGeom prst="rect">
              <a:avLst/>
            </a:prstGeom>
            <a:solidFill>
              <a:srgbClr val="CC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2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2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endParaRPr lang="en-US" altLang="en-US" sz="4000">
                <a:solidFill>
                  <a:srgbClr val="FFFF00"/>
                </a:solidFill>
              </a:endParaRPr>
            </a:p>
          </p:txBody>
        </p:sp>
      </p:grpSp>
      <p:sp>
        <p:nvSpPr>
          <p:cNvPr id="633882" name="Text Box 26">
            <a:extLst>
              <a:ext uri="{FF2B5EF4-FFF2-40B4-BE49-F238E27FC236}">
                <a16:creationId xmlns:a16="http://schemas.microsoft.com/office/drawing/2014/main" id="{74398BE0-B9E2-49D7-8D0B-BF3BC543A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888" y="6237288"/>
            <a:ext cx="154781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952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2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SzPct val="80000"/>
              <a:buFontTx/>
              <a:buNone/>
            </a:pPr>
            <a:r>
              <a:rPr lang="he-IL" altLang="en-US" sz="2400" b="0">
                <a:solidFill>
                  <a:schemeClr val="tx1"/>
                </a:solidFill>
              </a:rPr>
              <a:t>ועוד...</a:t>
            </a:r>
            <a:endParaRPr lang="en-US" alt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C1A73-73D7-4C3F-883C-65347B28B9CF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28674" y="2383631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בולבי – הסתגלות לשינוי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98F5E5-75B9-4F35-BE85-8277421FB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83" y="3342917"/>
            <a:ext cx="7499176" cy="314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47136"/>
      </p:ext>
    </p:extLst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7754F76A-D93B-4F5E-999F-EF566FAB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74FD86-FC74-4D0B-A8A6-3C281C80FDD3}" type="slidenum">
              <a:rPr kumimoji="0" lang="he-IL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3BF8816-7D33-488C-91DC-0832E1D98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6409" y="188247"/>
            <a:ext cx="8353425" cy="719137"/>
          </a:xfrm>
        </p:spPr>
        <p:txBody>
          <a:bodyPr/>
          <a:lstStyle/>
          <a:p>
            <a:pPr eaLnBrk="1" hangingPunct="1"/>
            <a:r>
              <a:rPr lang="he-IL" altLang="en-US"/>
              <a:t>הסתגלות לשינוי - בולבי</a:t>
            </a:r>
            <a:endParaRPr lang="en-US" altLang="en-US"/>
          </a:p>
        </p:txBody>
      </p:sp>
      <p:sp>
        <p:nvSpPr>
          <p:cNvPr id="39940" name="Line 7">
            <a:extLst>
              <a:ext uri="{FF2B5EF4-FFF2-40B4-BE49-F238E27FC236}">
                <a16:creationId xmlns:a16="http://schemas.microsoft.com/office/drawing/2014/main" id="{E135521E-97CB-4428-9086-E31E28F2A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8229600"/>
            <a:ext cx="5029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1" name="Line 19">
            <a:extLst>
              <a:ext uri="{FF2B5EF4-FFF2-40B4-BE49-F238E27FC236}">
                <a16:creationId xmlns:a16="http://schemas.microsoft.com/office/drawing/2014/main" id="{27FB212E-7950-45BB-80AE-D2590E738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1909" y="6110887"/>
            <a:ext cx="658170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2" name="Line 20">
            <a:extLst>
              <a:ext uri="{FF2B5EF4-FFF2-40B4-BE49-F238E27FC236}">
                <a16:creationId xmlns:a16="http://schemas.microsoft.com/office/drawing/2014/main" id="{41F75FA4-DBF8-40B6-B753-C87E15C607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0302" y="1344318"/>
            <a:ext cx="21607" cy="4766569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3" name="Text Box 21">
            <a:extLst>
              <a:ext uri="{FF2B5EF4-FFF2-40B4-BE49-F238E27FC236}">
                <a16:creationId xmlns:a16="http://schemas.microsoft.com/office/drawing/2014/main" id="{504375A0-76C8-49F5-AD23-BB3A67F5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93886"/>
            <a:ext cx="1645427" cy="157644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פרודוקטיביות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הערכה עצמית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יכולת התמודדות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4" name="Text Box 22">
            <a:extLst>
              <a:ext uri="{FF2B5EF4-FFF2-40B4-BE49-F238E27FC236}">
                <a16:creationId xmlns:a16="http://schemas.microsoft.com/office/drawing/2014/main" id="{6C3C18A8-3CE5-42FB-A3D9-1109F307A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4115" y="6143730"/>
            <a:ext cx="1047090" cy="78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ציר הזמן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6" name="Freeform 24">
            <a:extLst>
              <a:ext uri="{FF2B5EF4-FFF2-40B4-BE49-F238E27FC236}">
                <a16:creationId xmlns:a16="http://schemas.microsoft.com/office/drawing/2014/main" id="{D3DFAD87-8FE9-4D27-A4D6-FDEE27A6DCAB}"/>
              </a:ext>
            </a:extLst>
          </p:cNvPr>
          <p:cNvSpPr>
            <a:spLocks/>
          </p:cNvSpPr>
          <p:nvPr/>
        </p:nvSpPr>
        <p:spPr bwMode="auto">
          <a:xfrm>
            <a:off x="1802491" y="2301135"/>
            <a:ext cx="6170350" cy="3842595"/>
          </a:xfrm>
          <a:custGeom>
            <a:avLst/>
            <a:gdLst>
              <a:gd name="T0" fmla="*/ 0 w 8100"/>
              <a:gd name="T1" fmla="*/ 1590 h 3510"/>
              <a:gd name="T2" fmla="*/ 756 w 8100"/>
              <a:gd name="T3" fmla="*/ 1230 h 3510"/>
              <a:gd name="T4" fmla="*/ 3176 w 8100"/>
              <a:gd name="T5" fmla="*/ 3390 h 3510"/>
              <a:gd name="T6" fmla="*/ 5748 w 8100"/>
              <a:gd name="T7" fmla="*/ 510 h 3510"/>
              <a:gd name="T8" fmla="*/ 6806 w 8100"/>
              <a:gd name="T9" fmla="*/ 330 h 3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00" h="3510">
                <a:moveTo>
                  <a:pt x="0" y="1590"/>
                </a:moveTo>
                <a:cubicBezTo>
                  <a:pt x="135" y="1260"/>
                  <a:pt x="270" y="930"/>
                  <a:pt x="900" y="1230"/>
                </a:cubicBezTo>
                <a:cubicBezTo>
                  <a:pt x="1530" y="1530"/>
                  <a:pt x="2790" y="3510"/>
                  <a:pt x="3780" y="3390"/>
                </a:cubicBezTo>
                <a:cubicBezTo>
                  <a:pt x="4770" y="3270"/>
                  <a:pt x="6120" y="1020"/>
                  <a:pt x="6840" y="510"/>
                </a:cubicBezTo>
                <a:cubicBezTo>
                  <a:pt x="7560" y="0"/>
                  <a:pt x="7830" y="165"/>
                  <a:pt x="8100" y="33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7" name="Text Box 25">
            <a:extLst>
              <a:ext uri="{FF2B5EF4-FFF2-40B4-BE49-F238E27FC236}">
                <a16:creationId xmlns:a16="http://schemas.microsoft.com/office/drawing/2014/main" id="{A8078E68-A80E-4B6D-873D-5505552BB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718" y="3155045"/>
            <a:ext cx="1047090" cy="591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הכחשה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8" name="Text Box 26">
            <a:extLst>
              <a:ext uri="{FF2B5EF4-FFF2-40B4-BE49-F238E27FC236}">
                <a16:creationId xmlns:a16="http://schemas.microsoft.com/office/drawing/2014/main" id="{4A6B97FA-4BAE-4988-A816-7D80738B6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530" y="4077925"/>
            <a:ext cx="747921" cy="3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הלם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46" name="Text Box 28">
            <a:extLst>
              <a:ext uri="{FF2B5EF4-FFF2-40B4-BE49-F238E27FC236}">
                <a16:creationId xmlns:a16="http://schemas.microsoft.com/office/drawing/2014/main" id="{8DA5925F-CEE8-471B-B0D6-FAEDE305F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246" y="3943273"/>
            <a:ext cx="1254015" cy="59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אידיאליזציה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47" name="Text Box 29">
            <a:extLst>
              <a:ext uri="{FF2B5EF4-FFF2-40B4-BE49-F238E27FC236}">
                <a16:creationId xmlns:a16="http://schemas.microsoft.com/office/drawing/2014/main" id="{A7AC834D-681A-4AB7-A154-7928FB143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285" y="4977818"/>
            <a:ext cx="1276452" cy="59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מודעות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48" name="Text Box 30">
            <a:extLst>
              <a:ext uri="{FF2B5EF4-FFF2-40B4-BE49-F238E27FC236}">
                <a16:creationId xmlns:a16="http://schemas.microsoft.com/office/drawing/2014/main" id="{60F72FD6-AAAB-4449-99AD-F4F3442BE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582" y="5618250"/>
            <a:ext cx="957339" cy="59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השלמה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49" name="Text Box 31">
            <a:extLst>
              <a:ext uri="{FF2B5EF4-FFF2-40B4-BE49-F238E27FC236}">
                <a16:creationId xmlns:a16="http://schemas.microsoft.com/office/drawing/2014/main" id="{55C53238-1196-47B6-9C7F-E1AFB5D94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975" y="4476419"/>
            <a:ext cx="1047090" cy="59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חיפוש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950" name="Text Box 32">
            <a:extLst>
              <a:ext uri="{FF2B5EF4-FFF2-40B4-BE49-F238E27FC236}">
                <a16:creationId xmlns:a16="http://schemas.microsoft.com/office/drawing/2014/main" id="{A8CCD00B-B093-4D68-B756-068AD26F6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878" y="2546363"/>
            <a:ext cx="747921" cy="59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פתרון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35608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7" grpId="0"/>
      <p:bldP spid="39946" grpId="0"/>
      <p:bldP spid="39947" grpId="0"/>
      <p:bldP spid="39948" grpId="0"/>
      <p:bldP spid="39949" grpId="0"/>
      <p:bldP spid="39950" grpId="0"/>
    </p:bldLst>
  </p:timing>
</p:sld>
</file>

<file path=ppt/theme/theme1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155</Words>
  <Application>Microsoft Office PowerPoint</Application>
  <PresentationFormat>On-screen Show (4:3)</PresentationFormat>
  <Paragraphs>72</Paragraphs>
  <Slides>10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Tahoma</vt:lpstr>
      <vt:lpstr>Times New Roman</vt:lpstr>
      <vt:lpstr>Wingdings</vt:lpstr>
      <vt:lpstr>01090301</vt:lpstr>
      <vt:lpstr>1_01090301</vt:lpstr>
      <vt:lpstr>2_01090301</vt:lpstr>
      <vt:lpstr>שינוי ארגוני</vt:lpstr>
      <vt:lpstr>PowerPoint Presentation</vt:lpstr>
      <vt:lpstr>PowerPoint Presentation</vt:lpstr>
      <vt:lpstr>תהליך השינוי המתוכנן ומרכיביו (קורט לוין, 1964)</vt:lpstr>
      <vt:lpstr>PowerPoint Presentation</vt:lpstr>
      <vt:lpstr>PowerPoint Presentation</vt:lpstr>
      <vt:lpstr>PowerPoint Presentation</vt:lpstr>
      <vt:lpstr>שדה כוחות ארגוני</vt:lpstr>
      <vt:lpstr>PowerPoint Presentation</vt:lpstr>
      <vt:lpstr>הסתגלות לשינוי - בולבי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שינוי ארגוני</dc:title>
  <dc:creator>Sharon Barkan</dc:creator>
  <cp:lastModifiedBy>Sharon Barkan</cp:lastModifiedBy>
  <cp:revision>5</cp:revision>
  <dcterms:created xsi:type="dcterms:W3CDTF">2020-04-11T14:24:31Z</dcterms:created>
  <dcterms:modified xsi:type="dcterms:W3CDTF">2020-04-12T14:15:24Z</dcterms:modified>
</cp:coreProperties>
</file>