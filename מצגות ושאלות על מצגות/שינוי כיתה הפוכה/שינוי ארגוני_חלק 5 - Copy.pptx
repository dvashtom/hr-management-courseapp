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95" r:id="rId2"/>
    <p:sldMasterId id="2147483720" r:id="rId3"/>
    <p:sldMasterId id="2147483735" r:id="rId4"/>
  </p:sldMasterIdLst>
  <p:notesMasterIdLst>
    <p:notesMasterId r:id="rId16"/>
  </p:notesMasterIdLst>
  <p:handoutMasterIdLst>
    <p:handoutMasterId r:id="rId17"/>
  </p:handoutMasterIdLst>
  <p:sldIdLst>
    <p:sldId id="565" r:id="rId5"/>
    <p:sldId id="570" r:id="rId6"/>
    <p:sldId id="571" r:id="rId7"/>
    <p:sldId id="522" r:id="rId8"/>
    <p:sldId id="566" r:id="rId9"/>
    <p:sldId id="560" r:id="rId10"/>
    <p:sldId id="568" r:id="rId11"/>
    <p:sldId id="561" r:id="rId12"/>
    <p:sldId id="567" r:id="rId13"/>
    <p:sldId id="562" r:id="rId14"/>
    <p:sldId id="569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800000"/>
    <a:srgbClr val="A11F88"/>
    <a:srgbClr val="823C84"/>
    <a:srgbClr val="500000"/>
    <a:srgbClr val="0A011B"/>
    <a:srgbClr val="0F012B"/>
    <a:srgbClr val="160141"/>
    <a:srgbClr val="FFFF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62" autoAdjust="0"/>
    <p:restoredTop sz="68712" autoAdjust="0"/>
  </p:normalViewPr>
  <p:slideViewPr>
    <p:cSldViewPr>
      <p:cViewPr varScale="1">
        <p:scale>
          <a:sx n="36" d="100"/>
          <a:sy n="36" d="100"/>
        </p:scale>
        <p:origin x="1557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26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7E3F8154-1E61-4F31-95D0-4A84F3DE8E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8F23D744-D701-434E-9620-B05C449F71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2F53FD40-E6F9-4526-A523-831F28B717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4B66F51C-D357-4D30-9CD9-D2B1585B488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35D663F-85B8-4C8E-9DB2-904A719DE2CE}" type="slidenum">
              <a:rPr lang="he-IL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26D81CB-A136-481F-A044-A75A4562B1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381C865-310D-4A7D-AB2B-87AF4B8E06C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1B261F5-9668-4803-A2E5-EFD408C1CF5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768549C8-9486-4533-AC27-EE0E7F1256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45D50133-2A63-4688-9038-760DD0A638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A186547F-D64A-4F66-BCE3-F4E135758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DD6EB5FA-AFE8-4A1B-90DB-58E5EFB207FE}" type="slidenum">
              <a:rPr lang="he-IL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A7C3119-AF60-4E18-8FCC-1DEF25F9D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C6BAE-AF81-43FB-87F3-7EDA07617FA5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B8EF0F9-EB5C-4015-B15E-37C9C32EB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CB60E09-BE5D-4F9E-B825-09A075978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b="1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972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C7EB4D-01A2-4281-8ED0-EAB3A510ACF3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3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D595CCB9-8F28-4B9E-8279-1C1FBC0EB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8E94663-55F6-4E0C-A2CE-BEE364211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7754733-3D6C-4CE2-B3FC-F7DF12E60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69D35-81F9-4E08-99F8-FCB7DF815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47E55-FC7A-48D0-9C8F-F47330C2D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35349-CD94-4FDF-A0D3-4BEF11403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9F3588-0875-4676-9D7A-A8888E56417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8157203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B96129-941C-4851-B822-48BB834AD7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4A7F64-413A-446C-B8D3-9511CD82E5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CDBB18F-72D0-486A-B885-81179CFB1A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3AB0D-E177-45A3-876B-568822EEE62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978955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03689D-0DD4-48D3-B8D6-947B70E38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9CAE2C-254C-4A1D-B38A-41F289F436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524D57B-7886-4EBC-9BBE-7359C3650B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C7EEB-78E3-4CEF-8EF8-E82789586D9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9512487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4AE57B-7CC7-4C64-A173-298F6A378A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97008A-32E9-4B58-AF22-E258BA516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7B3D7C2-424C-478F-96FE-B57FB6D289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B45E8-A551-4B44-B2BC-D085E264542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787159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5146AC0-C637-46AF-A74B-5919A2B67F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775CD4C-2370-4D37-B1EC-CAAD18003D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D052479-8B7C-4333-B3B1-82A2F930E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EB736-C680-4FC7-A447-09DEA3A53EA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715713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1683FDB-1090-475C-8542-A24C1638C5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81E6F9-A879-4204-A617-C7AB1F4E0A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A4388B5-BB14-46C9-B26C-3FB2E52DBF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E4D41-E3E1-4784-82E2-A6F8FB2F1BF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788572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E412471-6B9D-4238-A5A4-A5D3249D42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2196139-4569-47CF-A970-B57ADACE12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79EBC0B-3C6D-44FE-9B82-67E5E6BBE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CBB2E-8E51-42A5-A9A7-636E86EFC54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964555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9528D4-9BC0-42C5-A767-A49F8CD605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C6B8E8-F335-4FBA-BC18-7551E7379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E5AD620-9680-426F-8A6B-48090512F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9998-7A80-496B-BFA1-CF43AD88AFA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798425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6B7A48-7788-4D20-96FD-21A30B34C0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A7A5B8-0512-4028-8C47-ABD2FB605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16F6B57-0563-4F01-A370-4484C554B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DC845-7EAA-4681-BE2D-3F6E29416F1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4895794"/>
      </p:ext>
    </p:extLst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6BAD19F-5DF5-4AE8-B357-24218818CC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EB67DD-9966-405E-AF4E-956F34B7C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BE10E6-D467-4AD5-89C4-55EC1F45A7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5E1386-49D3-479A-9175-8A5921F5A59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8717702"/>
      </p:ext>
    </p:extLst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B8DBE98-6CF1-4F02-AE0E-63EEF12B21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05E1E4-EE95-4B71-AD58-03CF465D31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904D34E-D9AB-44CD-B006-BC74B6BC6B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1AFB0-0DFC-4E74-9DCF-848D4B1AB79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2446478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2A2516-FF43-42B6-B57C-1C32D62683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B307ED-42F6-4AF7-A73C-4A2EBCE916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542C999-3945-43B2-90F3-083D73DFC0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4AFCE-9756-443E-8BC6-C85A525E15D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910544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E34197-C911-4BCD-958D-29BD73523B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DDC7E9-2C56-4C01-82A0-67AF9DEBB6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53FCCA0-CFAB-4AFB-A3C2-033B741843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94777-71E5-43B6-807E-FBD37EF042A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886339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70DDDF-535C-4151-9D1D-91AE381D5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0FCCC83-9B98-4132-A77F-9F878CF05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668E4C-8826-4BC7-9990-FCDEA6921C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9E868-51EB-4EA8-9D25-3CBB6BC3C5D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609775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2C98C061-7170-41DF-87DD-F43C6B6EF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BD64F1B-B9A6-4548-B735-88C104D80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05DA0AF-FBA9-4228-B150-2FD1E699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0C851-622B-4324-ACA1-10DCDDF827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44EE2-FE81-41C9-9E4D-EC4CAA2E24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5772E-A807-4D12-BEDE-D52991079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4BF2567-D7EC-4FF9-AC98-C28F2A0F325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842970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B22023-91AA-4FF9-877E-E1745C357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F94474-C0E9-40D6-9EE7-8F5E70CE61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7E2DA62-12F5-4FD8-B1F4-AA21FDDCF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94071-01DA-477E-B448-D8A141C6FA4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781959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43854F-2F8A-4AB2-A7C3-E25F3B4148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BA1A6A-129E-406F-AD38-0A4D596804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63ED05E-C151-4BEA-8E87-6334AB0E3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5DE72-FB6B-4FF7-9CFB-5E840039C37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704299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06C77F-59E9-46F0-A152-77A16DCD44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92CFA1-A0C1-4827-A907-FC6B774EAE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A645C6B-3CC3-4037-8977-126101C4E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E92B9-E8C5-4541-A524-E5B6442F9CA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589312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8847089-6563-4272-87CE-980E434073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45DB437-23AB-4F65-842E-C251A5260D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11E668F-C722-4193-8DA7-036B2572E2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E9F42-6B1B-49BA-A06F-7F46BF9F749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883172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7C59691-E305-4B58-AF97-6BBB37552E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EEF511-97C0-43A5-BC2E-193DD6351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FD5F4E4-F6F0-43FE-8E37-F30205A15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0A2486-C922-45DC-ADA9-D8B01AA08AF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839578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EDB2F98-7411-4971-82D7-C43590F015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F7B7E25-D4B9-41A0-9060-86C9F711AB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3AB74D3-3DEE-40AC-A5D0-1E6890515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81D86-3B0A-4519-BD5E-36765269395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8443898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82F180-5166-4994-B0B7-7992A50E02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BC3D3E-5C5C-42F6-BFB4-03D20A35BD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19D8AAD-C8CD-481B-90EA-0862A4363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AD83EB-7D29-4BBE-8C44-1E03E620A31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9093462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FFF6AE-641C-4AD5-A1E7-3CC9D304FB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7A59DB-B6F1-4A9E-A81C-F5973AF0F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4D68D73-660B-4C3A-83A2-F65E602607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980987-5FCF-4418-A32B-93C3C9F4F35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029196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FEB3B5-2FE8-43B9-8923-6FD9E61CC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14C03F-82BA-4168-87DA-4582CB564F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4AC557E-3E32-4EEE-9806-76BAC15494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3D9E4C-21D2-4C5E-93A7-0607A6CAB41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311373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AC67BD0-95CE-46E4-8C11-07D21DFF05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390C28-18D9-4D28-973E-E063E05051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11E9357-F417-4FDD-898B-EBEAC4F463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73BA5D-CF64-4B85-A6E4-5805FBCA879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149622"/>
      </p:ext>
    </p:extLst>
  </p:cSld>
  <p:clrMapOvr>
    <a:masterClrMapping/>
  </p:clrMapOvr>
  <p:transition spd="med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544D2-90C0-4E44-84BF-02DAC02875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31EA84-67B5-4AE0-8988-4D92E0E14F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5EB4868-8A11-4CA8-8C20-F2EBB71345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07E89-3731-4D48-8B53-DF88CA74BE4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4520275"/>
      </p:ext>
    </p:extLst>
  </p:cSld>
  <p:clrMapOvr>
    <a:masterClrMapping/>
  </p:clrMapOvr>
  <p:transition spd="med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D04AA51F-64B4-46BB-93C6-A253FCC0B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3086E63-7DB4-4789-91F0-3A92F6A21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1349851-5839-4D10-ACE5-56DD12212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CACC47-A049-4B5D-AB12-237505D984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7F7EE-7F0E-4E6C-A66F-ACED82A6F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EA8A3-4287-48C0-B4E0-6245E47F80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D794B9-7B4A-4183-B8E0-F1B4418A08C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655481"/>
      </p:ext>
    </p:extLst>
  </p:cSld>
  <p:clrMapOvr>
    <a:masterClrMapping/>
  </p:clrMapOvr>
  <p:transition spd="med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45BEB29-2343-408E-8C20-A86CC3673A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750EC7-3A2F-459E-AFD4-0E8613F94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100E10F-895B-4779-B1D5-E7EA4139F2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CAF02-019D-4CAA-A2DB-E94DBDA8BFF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6845241"/>
      </p:ext>
    </p:extLst>
  </p:cSld>
  <p:clrMapOvr>
    <a:masterClrMapping/>
  </p:clrMapOvr>
  <p:transition spd="med"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1EFFFF-464C-4C44-BFAD-499D50A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328571-10E5-4BAF-9A91-5B48F0D2E3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E20803E-FE6B-4FBA-A4EA-A93E857C70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B416B-5DEF-4218-99D4-2FD14DBB45B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561826"/>
      </p:ext>
    </p:extLst>
  </p:cSld>
  <p:clrMapOvr>
    <a:masterClrMapping/>
  </p:clrMapOvr>
  <p:transition spd="med"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B45E62-84D0-4A82-A622-4DD5BDCC8B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125C06-2950-4D24-B6CA-34135CD1C2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1152F60-FA37-49A7-9148-AF764AEF11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A249E-EA72-456B-8720-A1EC0DA9BEE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126452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FF2D199-2FFE-4CD9-AC9D-0293D43FD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CE11535-1BEE-41D9-B03A-E9E162F409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316A4AC-8E95-4661-B330-CC6FB6828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82EC3-CA1B-4BA4-95AE-7C47BC8A636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496052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BDE66E-02FD-43D1-82F5-03E9EB5BC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DA96A71-96F4-4286-8C35-B0F0E0451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61279F-7A2D-4A4E-845D-3459A8396A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018E1E-7448-49EE-824C-F95DA4DE6EB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3439312"/>
      </p:ext>
    </p:extLst>
  </p:cSld>
  <p:clrMapOvr>
    <a:masterClrMapping/>
  </p:clrMapOvr>
  <p:transition spd="med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E1CF5F2-C529-441D-88A9-E7CE39D83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D3BA6E8-C107-4864-9A60-F99F4B6916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14458C-58B5-4920-B5FB-B9A7018DA8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6BC5D-A011-4E65-AB24-27441FD3DA7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10701"/>
      </p:ext>
    </p:extLst>
  </p:cSld>
  <p:clrMapOvr>
    <a:masterClrMapping/>
  </p:clrMapOvr>
  <p:transition spd="med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545D84-31B0-4634-8F0A-65F933FB4A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892681-EA6B-4819-8570-81F6A1F301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51FAB87-DAA7-4F2C-9882-62ACF881B7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93C4A-3210-461D-840B-1A7CFACD534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767721"/>
      </p:ext>
    </p:extLst>
  </p:cSld>
  <p:clrMapOvr>
    <a:masterClrMapping/>
  </p:clrMapOvr>
  <p:transition spd="med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175E11-B745-4F1F-945F-852EBEA918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B7AAB2-5418-4420-A47F-53911C682E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BC8C5CB-719C-4BC8-B1D2-CB3A754978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17E76-1D21-471B-AE88-7D02DFD2633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6143092"/>
      </p:ext>
    </p:extLst>
  </p:cSld>
  <p:clrMapOvr>
    <a:masterClrMapping/>
  </p:clrMapOvr>
  <p:transition spd="med"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43D1A81-8BA8-40B8-A12F-9AE03E9D18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DD1078-1594-447D-8BBA-FDF3F33F3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5BA9082-D179-452B-8282-C9FA02656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EE44C-618A-4124-9956-539FED2ACF1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689441"/>
      </p:ext>
    </p:extLst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2AF3B1-AC64-4A60-8D52-03CB3C812A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591546-C64F-454E-8C00-71A3057B3F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B587B90-177A-40CB-BA03-34B533AB31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6FB3B-6350-4E91-A3B9-617EB7DF361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545583"/>
      </p:ext>
    </p:extLst>
  </p:cSld>
  <p:clrMapOvr>
    <a:masterClrMapping/>
  </p:clrMapOvr>
  <p:transition spd="med"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583020-E0AF-49EB-ACE1-7A6EE7CD78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1D08BE-4313-4B7C-AE8C-E70406E747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6CB11C7-0597-4244-9814-1684A7784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40C39-A5E6-45FA-9700-85EA55F6CB1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225658"/>
      </p:ext>
    </p:extLst>
  </p:cSld>
  <p:clrMapOvr>
    <a:masterClrMapping/>
  </p:clrMapOvr>
  <p:transition spd="med">
    <p:fade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01186A-9D95-4266-96FB-F7A399451A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87B316-6D29-42AA-9AA6-9B4B0C9745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3187F99-B55C-475A-964E-E1956E06C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47DF5-DBAC-4F0D-AB3B-AC7EBAF41E0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066073"/>
      </p:ext>
    </p:extLst>
  </p:cSld>
  <p:clrMapOvr>
    <a:masterClrMapping/>
  </p:clrMapOvr>
  <p:transition spd="med">
    <p:fade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0BFFE9-6C77-4543-9B23-C88DCE29C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BAFBE99-D527-4C6A-AD33-A1385B648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E4D3B75-C355-495A-BB3B-CDDB4575F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5B48E-7BEA-4E0C-9D38-E111BA0751F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769367"/>
      </p:ext>
    </p:extLst>
  </p:cSld>
  <p:clrMapOvr>
    <a:masterClrMapping/>
  </p:clrMapOvr>
  <p:transition spd="med">
    <p:fade thruBlk="1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C226E-BE27-4505-BEB1-3EE437C1DA21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2B1DD-8D38-4B5D-8B51-626BAE1E2B8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81279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FAFCC-6F00-4C1A-9765-64C03F5D555B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9E516-1FE1-4522-95FB-3E1764AD2596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0608502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CE3FA-B8DB-40EF-8C39-3BE5C7224706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FF910-8E56-4488-B96D-F1DA65FAB5A5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7542399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425EE-0EB9-4CBB-BD38-40365316A05D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C4F17-99D4-4A00-B555-134EFBEE9752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690505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E3883-A107-49A1-9B97-4436C48339B5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46131-D951-489C-8676-8D944D253EE0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4483687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C936B-CB98-4508-95C0-979AF9F97723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B6F45-CFAB-47BB-9CB9-7D780CB8172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551446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EBD54-686B-4058-9A59-7808A5AD7006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2225B-F6E0-4D3C-B13E-2885032B46A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7820451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B390B2-AC13-444A-B249-61B49F7C98FF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567E9-5547-4C54-862D-78A30FAE886B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758441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5CE4D-065B-4423-8B85-80F8C7AF4B12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7932E-4BA1-4FCB-B44E-ED80C196672F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2239372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E42BF-BA27-4F7B-BD21-B3ED7D8222E5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E2F76-F363-4E38-915C-6708DF0CA7B1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863007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ACB31-C6A4-4692-8DC7-C60F862DA16D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9F8D3-F5B3-4F68-918D-589F07E01EA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00044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F5E66044-BE9A-4129-9821-0891161FF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4361378B-A34E-422D-8CCC-C609857B5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C0E228BA-BE33-4B39-B139-4CEDABF0F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7EA2271F-6AC2-4AC6-82F1-A1A2E5462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0D91053A-C1FB-4ACD-819B-3D4C28639C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0613F722-7808-4A2D-84DB-51E8B9915B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392841BA-66FC-4FFD-BC36-11BD7441B7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6A1B0BEC-8C60-462D-8BD9-458FF856F46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FF98F76-D78A-4C55-B1E7-61D1E09E1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8C262390-B6AC-4A48-84B2-3992E8AD7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7409CDC1-5800-4B99-90AC-8630BE8DC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0BB16C2B-AA40-4033-8CEE-EC2A628B9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41E47064-2EC2-4D65-8E78-E9488110B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45A047B9-0886-4E6F-A395-B8CB87F93D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CBAED192-39FE-4C56-8D88-7DDD0DD602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F89D879A-A2D7-47BC-8E3B-DF24CC9502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fld id="{E6E8C164-D3D1-4166-8172-33471C8A4C22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2A4A1E2-98A1-4245-A52A-4F12783AE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35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27700521-32ED-4B16-A8A3-CEC46007F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804938C6-F1F6-4182-BD5F-308713E0B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1B3CA5B6-132F-40F8-93CD-17FBE8EC4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E5ADC285-1F92-479E-B790-9C7C7EE7F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14D98F5C-A965-41A0-8B01-1A2ED3435E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BA4EC6CD-05C6-4CCE-A089-7306E4155F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A432E51D-B783-4C24-A570-67E72B9730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ACDAD68-5185-4F5F-AA7C-88FF7DE4FCE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E3882B2B-BEBD-44A5-828F-5A9313C16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17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E2819BD-6B87-41C7-B25A-67BAF17D1A98}" type="datetimeFigureOut">
              <a:rPr lang="he-IL"/>
              <a:pPr>
                <a:defRPr/>
              </a:pPr>
              <a:t>ל'/אדר א/תשפ"ב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2BEB0BF-F290-425D-B415-B8AF4C559B5B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7451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>
            <a:extLst>
              <a:ext uri="{FF2B5EF4-FFF2-40B4-BE49-F238E27FC236}">
                <a16:creationId xmlns:a16="http://schemas.microsoft.com/office/drawing/2014/main" id="{3DA966CF-0398-480C-AAAC-C03D2CF3B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C1A73-73D7-4C3F-883C-65347B28B9CF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F196ED1-7626-4320-BCF9-4E8018CA2B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en-US" sz="4400" dirty="0"/>
              <a:t>שינוי ארגוני</a:t>
            </a:r>
            <a:endParaRPr lang="en-US" altLang="en-US" sz="4400" dirty="0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A5843B5-9C3F-4837-A11F-93E6942EE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1188" y="2636912"/>
            <a:ext cx="7704138" cy="1081088"/>
          </a:xfrm>
        </p:spPr>
        <p:txBody>
          <a:bodyPr/>
          <a:lstStyle/>
          <a:p>
            <a:pPr eaLnBrk="1" hangingPunct="1"/>
            <a:r>
              <a:rPr lang="he-IL" altLang="en-US" dirty="0"/>
              <a:t>חלק 5</a:t>
            </a:r>
          </a:p>
          <a:p>
            <a:pPr eaLnBrk="1" hangingPunct="1"/>
            <a:r>
              <a:rPr lang="he-IL" altLang="en-US"/>
              <a:t>שינוי </a:t>
            </a:r>
            <a:r>
              <a:rPr lang="he-IL" altLang="en-US" dirty="0"/>
              <a:t>– ניתוח אירוע (רשות)</a:t>
            </a:r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D4134-DE8F-4DDF-8F57-7E4770B17205}"/>
              </a:ext>
            </a:extLst>
          </p:cNvPr>
          <p:cNvSpPr txBox="1"/>
          <p:nvPr/>
        </p:nvSpPr>
        <p:spPr>
          <a:xfrm>
            <a:off x="6318262" y="6144796"/>
            <a:ext cx="2371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ד"ר שרון ברקן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8CD966-D9E5-4F16-B8E6-14897206E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956789"/>
            <a:ext cx="2903469" cy="2901211"/>
          </a:xfrm>
          <a:prstGeom prst="rect">
            <a:avLst/>
          </a:prstGeom>
          <a:effectLst>
            <a:softEdge rad="101600"/>
          </a:effectLst>
        </p:spPr>
      </p:pic>
    </p:spTree>
    <p:extLst>
      <p:ext uri="{BB962C8B-B14F-4D97-AF65-F5344CB8AC3E}">
        <p14:creationId xmlns:p14="http://schemas.microsoft.com/office/powerpoint/2010/main" val="1452425426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5E165-3315-4F0C-A84F-36C5BAE8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8494071-01DA-477E-B448-D8A141C6FA49}" type="slidenum">
              <a:rPr lang="he-IL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altLang="en-US" sz="300"/>
          </a:p>
        </p:txBody>
      </p:sp>
    </p:spTree>
    <p:extLst>
      <p:ext uri="{BB962C8B-B14F-4D97-AF65-F5344CB8AC3E}">
        <p14:creationId xmlns:p14="http://schemas.microsoft.com/office/powerpoint/2010/main" val="2577271854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186C3-E3BD-41DE-AF15-235D65C22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שינוי כלפי חוץ</a:t>
            </a:r>
          </a:p>
          <a:p>
            <a:pPr lvl="1"/>
            <a:r>
              <a:rPr lang="he-IL" dirty="0"/>
              <a:t>מחלקה שלמה – בהודו (1/8 מחיר)</a:t>
            </a:r>
          </a:p>
          <a:p>
            <a:pPr lvl="1"/>
            <a:r>
              <a:rPr lang="he-IL" dirty="0"/>
              <a:t>מוצרים פטריוטים אמריקאיים – נמכרים בהודו (פער)</a:t>
            </a:r>
          </a:p>
          <a:p>
            <a:r>
              <a:rPr lang="he-IL" dirty="0"/>
              <a:t>שינוי באנשים</a:t>
            </a:r>
          </a:p>
          <a:p>
            <a:pPr lvl="1"/>
            <a:r>
              <a:rPr lang="he-IL" dirty="0"/>
              <a:t>הדרכה להקניית מבטא, הדרכות לקיצור זמן תגובה, הדרכת מנהל בהודו</a:t>
            </a:r>
          </a:p>
          <a:p>
            <a:r>
              <a:rPr lang="he-IL" dirty="0"/>
              <a:t>שינוי בכח אדם</a:t>
            </a:r>
          </a:p>
          <a:p>
            <a:pPr lvl="1"/>
            <a:r>
              <a:rPr lang="he-IL" dirty="0"/>
              <a:t>משמעות המהלך- פיטורין (בהתראה של 20 דק)</a:t>
            </a:r>
          </a:p>
          <a:p>
            <a:r>
              <a:rPr lang="he-IL" dirty="0"/>
              <a:t>שימוש באיום – התנגדות לשינוי – אי מימוש זכויות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75784-9FB5-4574-9177-B3DA1012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4071-01DA-477E-B448-D8A141C6FA49}" type="slidenum">
              <a:rPr lang="he-IL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17552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64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A2F49-150D-430C-98BE-671BA0967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שינוי באנשים </a:t>
            </a:r>
          </a:p>
          <a:p>
            <a:pPr lvl="1"/>
            <a:r>
              <a:rPr lang="he-IL" dirty="0"/>
              <a:t>הדרכה –הגייה, נחיצות הורדת זמני תגובה</a:t>
            </a:r>
          </a:p>
          <a:p>
            <a:r>
              <a:rPr lang="he-IL" dirty="0"/>
              <a:t>התנגדות </a:t>
            </a:r>
          </a:p>
          <a:p>
            <a:pPr lvl="1"/>
            <a:r>
              <a:rPr lang="he-IL" dirty="0"/>
              <a:t>שימוש בשפה האנגלית, חוסר מוכנות לשקר</a:t>
            </a:r>
          </a:p>
          <a:p>
            <a:r>
              <a:rPr lang="he-IL" dirty="0"/>
              <a:t>התנשאות והנחתת תכתיבי תרבות אמריקאית</a:t>
            </a:r>
          </a:p>
          <a:p>
            <a:pPr lvl="1"/>
            <a:r>
              <a:rPr lang="he-IL" dirty="0"/>
              <a:t>שפת גוף</a:t>
            </a:r>
          </a:p>
          <a:p>
            <a:pPr lvl="1"/>
            <a:r>
              <a:rPr lang="he-IL" dirty="0"/>
              <a:t>קוצר רוח לשאלות</a:t>
            </a:r>
          </a:p>
          <a:p>
            <a:pPr lvl="1"/>
            <a:r>
              <a:rPr lang="he-IL" dirty="0"/>
              <a:t>חוסר יכולת להכיל שאלות/התנגדויות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24549-AE6A-4460-83A4-A2673984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494071-01DA-477E-B448-D8A141C6FA49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44757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C857C8-8216-40E8-819D-8B15A2531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73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BA2B1-2DE7-471F-A2FC-47AA3FBC8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המחשת נחיצות השינוי</a:t>
            </a:r>
          </a:p>
          <a:p>
            <a:pPr lvl="1"/>
            <a:r>
              <a:rPr lang="he-IL" dirty="0"/>
              <a:t>אם </a:t>
            </a:r>
            <a:r>
              <a:rPr lang="he-IL"/>
              <a:t>לא ישתפר </a:t>
            </a:r>
            <a:r>
              <a:rPr lang="he-IL" dirty="0"/>
              <a:t>זמן התגובה – השארות המנהל בהודו</a:t>
            </a:r>
          </a:p>
          <a:p>
            <a:r>
              <a:rPr lang="he-IL" dirty="0"/>
              <a:t>הנחתה – פקודה בכריזה ש"צריך להשתפר"</a:t>
            </a:r>
          </a:p>
          <a:p>
            <a:r>
              <a:rPr lang="he-IL" dirty="0"/>
              <a:t>חוסר היכרות וחוסר כבוד כלפי תרבות העובדים עבורם רוצים להחיל תהליך של שינוי...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404AA-65D5-485A-ABFA-957C7B74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494071-01DA-477E-B448-D8A141C6FA49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70307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F63A3A-80FE-42F0-8B3A-B3E8C2891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7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6A752-35C9-4C7F-9CDC-ADE4E71A3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>
                <a:solidFill>
                  <a:srgbClr val="C00000"/>
                </a:solidFill>
              </a:rPr>
              <a:t>מהפך! מהנחתה לשיתוף העובדים</a:t>
            </a:r>
          </a:p>
          <a:p>
            <a:r>
              <a:rPr lang="he-IL" dirty="0"/>
              <a:t>התנצלות</a:t>
            </a:r>
          </a:p>
          <a:p>
            <a:r>
              <a:rPr lang="he-IL" dirty="0"/>
              <a:t>שיתוף בשאלות לגבי אפיקים להגברת התפוקה</a:t>
            </a:r>
          </a:p>
          <a:p>
            <a:pPr lvl="1"/>
            <a:r>
              <a:rPr lang="he-IL" dirty="0"/>
              <a:t>בנית תכנית תגמולים מבוססת ביצוע </a:t>
            </a:r>
          </a:p>
          <a:p>
            <a:pPr lvl="2"/>
            <a:r>
              <a:rPr lang="he-IL" dirty="0"/>
              <a:t>בהתאם למשוב העובדים ולצרכים שלהם</a:t>
            </a:r>
          </a:p>
          <a:p>
            <a:pPr lvl="1"/>
            <a:r>
              <a:rPr lang="he-IL" dirty="0"/>
              <a:t>הקנית תחושה נוחה, ביתית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872E9-F37C-4F92-B251-9305EE05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494071-01DA-477E-B448-D8A141C6FA49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37901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0F818-74A5-478B-848A-E1106FF2F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17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6A752-35C9-4C7F-9CDC-ADE4E71A3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העמקת ההיכרות, השיתוף והאמון ההדדי</a:t>
            </a:r>
          </a:p>
          <a:p>
            <a:pPr lvl="1"/>
            <a:r>
              <a:rPr lang="he-IL" dirty="0"/>
              <a:t>ישיבה משותפת, הדרכת הגיה דרך התנסות חוויתית</a:t>
            </a:r>
          </a:p>
          <a:p>
            <a:pPr lvl="1"/>
            <a:endParaRPr lang="he-IL" dirty="0"/>
          </a:p>
          <a:p>
            <a:r>
              <a:rPr lang="he-IL" dirty="0"/>
              <a:t>שינוי ברמת הפרט – קידום לסגנית מנהל	</a:t>
            </a:r>
          </a:p>
          <a:p>
            <a:pPr lvl="1"/>
            <a:r>
              <a:rPr lang="he-IL" dirty="0"/>
              <a:t>רתימת סוכנת שינוי פנימית</a:t>
            </a:r>
          </a:p>
          <a:p>
            <a:r>
              <a:rPr lang="he-IL" dirty="0"/>
              <a:t>שינוי ברמת הארגון – שוק לקוחות חדש למוצרים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872E9-F37C-4F92-B251-9305EE05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494071-01DA-477E-B448-D8A141C6FA49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14065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206</Words>
  <Application>Microsoft Office PowerPoint</Application>
  <PresentationFormat>On-screen Show (4:3)</PresentationFormat>
  <Paragraphs>47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Black</vt:lpstr>
      <vt:lpstr>Calibri</vt:lpstr>
      <vt:lpstr>Tahoma</vt:lpstr>
      <vt:lpstr>Times New Roman</vt:lpstr>
      <vt:lpstr>Wingdings</vt:lpstr>
      <vt:lpstr>01090301</vt:lpstr>
      <vt:lpstr>1_01090301</vt:lpstr>
      <vt:lpstr>2_01090301</vt:lpstr>
      <vt:lpstr>Office Theme</vt:lpstr>
      <vt:lpstr>שינוי ארגוני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שינוי ארגוני</dc:title>
  <dc:creator>Sharon Barkan</dc:creator>
  <cp:lastModifiedBy>Sharon Barkan</cp:lastModifiedBy>
  <cp:revision>8</cp:revision>
  <dcterms:created xsi:type="dcterms:W3CDTF">2020-04-12T11:19:22Z</dcterms:created>
  <dcterms:modified xsi:type="dcterms:W3CDTF">2022-03-03T16:19:18Z</dcterms:modified>
</cp:coreProperties>
</file>