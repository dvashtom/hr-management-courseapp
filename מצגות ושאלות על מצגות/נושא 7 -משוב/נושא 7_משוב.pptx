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7" r:id="rId1"/>
    <p:sldMasterId id="2147483853" r:id="rId2"/>
    <p:sldMasterId id="2147483865" r:id="rId3"/>
    <p:sldMasterId id="2147483877" r:id="rId4"/>
    <p:sldMasterId id="2147483891" r:id="rId5"/>
    <p:sldMasterId id="2147483903" r:id="rId6"/>
  </p:sldMasterIdLst>
  <p:notesMasterIdLst>
    <p:notesMasterId r:id="rId14"/>
  </p:notesMasterIdLst>
  <p:handoutMasterIdLst>
    <p:handoutMasterId r:id="rId15"/>
  </p:handoutMasterIdLst>
  <p:sldIdLst>
    <p:sldId id="791" r:id="rId7"/>
    <p:sldId id="790" r:id="rId8"/>
    <p:sldId id="794" r:id="rId9"/>
    <p:sldId id="559" r:id="rId10"/>
    <p:sldId id="567" r:id="rId11"/>
    <p:sldId id="450" r:id="rId12"/>
    <p:sldId id="561" r:id="rId13"/>
  </p:sldIdLst>
  <p:sldSz cx="9144000" cy="6858000" type="screen4x3"/>
  <p:notesSz cx="6858000" cy="90805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  <a:srgbClr val="66FF33"/>
    <a:srgbClr val="996600"/>
    <a:srgbClr val="FF9900"/>
    <a:srgbClr val="EAEAEA"/>
    <a:srgbClr val="FF0000"/>
    <a:srgbClr val="9933FF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12" autoAdjust="0"/>
    <p:restoredTop sz="65067" autoAdjust="0"/>
  </p:normalViewPr>
  <p:slideViewPr>
    <p:cSldViewPr>
      <p:cViewPr varScale="1">
        <p:scale>
          <a:sx n="46" d="100"/>
          <a:sy n="46" d="100"/>
        </p:scale>
        <p:origin x="2654" y="2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15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4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>
            <a:extLst>
              <a:ext uri="{FF2B5EF4-FFF2-40B4-BE49-F238E27FC236}">
                <a16:creationId xmlns:a16="http://schemas.microsoft.com/office/drawing/2014/main" id="{2704F91D-5DB7-4882-AB54-160BF9CDEC5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84613" y="0"/>
            <a:ext cx="2973387" cy="4540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26307" name="Rectangle 3">
            <a:extLst>
              <a:ext uri="{FF2B5EF4-FFF2-40B4-BE49-F238E27FC236}">
                <a16:creationId xmlns:a16="http://schemas.microsoft.com/office/drawing/2014/main" id="{6A197453-04D0-4229-A010-E4E38EBD3D5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88" y="0"/>
            <a:ext cx="2973387" cy="4540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1" eaLnBrk="1" hangingPunct="1">
              <a:defRPr sz="12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26308" name="Rectangle 4">
            <a:extLst>
              <a:ext uri="{FF2B5EF4-FFF2-40B4-BE49-F238E27FC236}">
                <a16:creationId xmlns:a16="http://schemas.microsoft.com/office/drawing/2014/main" id="{C1CD0D66-AB41-4195-A54D-14D056C861D5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3884613" y="8624888"/>
            <a:ext cx="2973387" cy="4540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26309" name="Rectangle 5">
            <a:extLst>
              <a:ext uri="{FF2B5EF4-FFF2-40B4-BE49-F238E27FC236}">
                <a16:creationId xmlns:a16="http://schemas.microsoft.com/office/drawing/2014/main" id="{6F9870AD-A756-4781-9AC5-7623722A05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88" y="8624888"/>
            <a:ext cx="2973387" cy="4540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rtl="1" eaLnBrk="1" hangingPunct="1"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9D6DF0CD-9893-4A23-B787-A29D3E00DB82}" type="slidenum">
              <a:rPr lang="he-IL" altLang="en-US"/>
              <a:pPr>
                <a:defRPr/>
              </a:pPr>
              <a:t>‹#›</a:t>
            </a:fld>
            <a:endParaRPr lang="en-US" altLang="en-US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FC6B4BCA-2767-4F53-B791-43261949C01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84613" y="0"/>
            <a:ext cx="2973387" cy="4540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C2EEA9E0-A661-4340-B6CB-6316BD7D2F3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1588" y="0"/>
            <a:ext cx="2973387" cy="4540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1" eaLnBrk="1" hangingPunct="1">
              <a:defRPr sz="12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36CD99CD-C7CC-41BE-B8D2-5DC45177E20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58875" y="681038"/>
            <a:ext cx="4540250" cy="34051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9157" name="Rectangle 5">
            <a:extLst>
              <a:ext uri="{FF2B5EF4-FFF2-40B4-BE49-F238E27FC236}">
                <a16:creationId xmlns:a16="http://schemas.microsoft.com/office/drawing/2014/main" id="{A1FC2467-F40B-4A0A-8D99-75A9EE0B135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13238"/>
            <a:ext cx="5486400" cy="40862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49158" name="Rectangle 6">
            <a:extLst>
              <a:ext uri="{FF2B5EF4-FFF2-40B4-BE49-F238E27FC236}">
                <a16:creationId xmlns:a16="http://schemas.microsoft.com/office/drawing/2014/main" id="{AB82C3DF-A895-4B1A-889B-9A7F459FA09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884613" y="8624888"/>
            <a:ext cx="2973387" cy="4540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9159" name="Rectangle 7">
            <a:extLst>
              <a:ext uri="{FF2B5EF4-FFF2-40B4-BE49-F238E27FC236}">
                <a16:creationId xmlns:a16="http://schemas.microsoft.com/office/drawing/2014/main" id="{D9B754A0-0F01-4D69-824E-088DAACCE2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88" y="8624888"/>
            <a:ext cx="2973387" cy="4540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rtl="1" eaLnBrk="1" hangingPunct="1"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E73472C4-956B-4AEA-AA6B-CAA083882A4B}" type="slidenum">
              <a:rPr lang="he-IL" altLang="en-US"/>
              <a:pPr>
                <a:defRPr/>
              </a:pPr>
              <a:t>‹#›</a:t>
            </a:fld>
            <a:endParaRPr lang="en-US" altLang="en-US"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r" rtl="1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r" rtl="1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r" rtl="1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r" rtl="1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2F68474D-C820-4E78-9CB4-8DCD60C2D3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8B954-2C64-4F72-90AF-E3A8B3088153}" type="slidenum">
              <a:rPr kumimoji="0" lang="he-IL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BCE6E8E0-DF84-49E8-AE39-ECCD4FA432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4BFE198D-B8A3-4543-985B-3C45D60E3E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algn="r" eaLnBrk="1" hangingPunct="1"/>
            <a:endParaRPr lang="en-US" altLang="en-US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E8CAA704-8DF5-4C7B-AF26-FD468E521169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9ECD0B81-DCDE-4852-8621-8120A4DCA540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2F7B1925-1E4A-4321-953C-EFA183092E04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pSp>
          <p:nvGrpSpPr>
            <p:cNvPr id="7" name="Group 5">
              <a:extLst>
                <a:ext uri="{FF2B5EF4-FFF2-40B4-BE49-F238E27FC236}">
                  <a16:creationId xmlns:a16="http://schemas.microsoft.com/office/drawing/2014/main" id="{E7A4A264-7B8C-4982-B884-193892E885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>
                <a:extLst>
                  <a:ext uri="{FF2B5EF4-FFF2-40B4-BE49-F238E27FC236}">
                    <a16:creationId xmlns:a16="http://schemas.microsoft.com/office/drawing/2014/main" id="{A1248DFF-97C9-432F-8ACF-2B900AC09C4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110758DA-D234-420D-A5A9-A7756E3C0C9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0" name="Rectangle 8">
                <a:extLst>
                  <a:ext uri="{FF2B5EF4-FFF2-40B4-BE49-F238E27FC236}">
                    <a16:creationId xmlns:a16="http://schemas.microsoft.com/office/drawing/2014/main" id="{D0B6AE24-94A8-48CA-AE22-A5A605962EB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1" name="Rectangle 9">
                <a:extLst>
                  <a:ext uri="{FF2B5EF4-FFF2-40B4-BE49-F238E27FC236}">
                    <a16:creationId xmlns:a16="http://schemas.microsoft.com/office/drawing/2014/main" id="{DFB71438-7E05-4B29-A56A-874B97B754C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2" name="Rectangle 10">
                <a:extLst>
                  <a:ext uri="{FF2B5EF4-FFF2-40B4-BE49-F238E27FC236}">
                    <a16:creationId xmlns:a16="http://schemas.microsoft.com/office/drawing/2014/main" id="{DBBF9A4D-7FA2-45C9-B572-EDA791503C5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3" name="Rectangle 11">
                <a:extLst>
                  <a:ext uri="{FF2B5EF4-FFF2-40B4-BE49-F238E27FC236}">
                    <a16:creationId xmlns:a16="http://schemas.microsoft.com/office/drawing/2014/main" id="{1BA3E5C5-0482-4FA4-8367-70BF5F6CC5E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4" name="Rectangle 12">
                <a:extLst>
                  <a:ext uri="{FF2B5EF4-FFF2-40B4-BE49-F238E27FC236}">
                    <a16:creationId xmlns:a16="http://schemas.microsoft.com/office/drawing/2014/main" id="{D4BEE625-3C5E-4901-A7B2-60C5863D61A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5" name="Rectangle 13">
                <a:extLst>
                  <a:ext uri="{FF2B5EF4-FFF2-40B4-BE49-F238E27FC236}">
                    <a16:creationId xmlns:a16="http://schemas.microsoft.com/office/drawing/2014/main" id="{66B4DDE7-E15D-4875-83DC-6B6C9F4CE72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6" name="Rectangle 14">
                <a:extLst>
                  <a:ext uri="{FF2B5EF4-FFF2-40B4-BE49-F238E27FC236}">
                    <a16:creationId xmlns:a16="http://schemas.microsoft.com/office/drawing/2014/main" id="{F5DFF65A-9AE4-445B-A027-0585DCF127A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7" name="Rectangle 15">
                <a:extLst>
                  <a:ext uri="{FF2B5EF4-FFF2-40B4-BE49-F238E27FC236}">
                    <a16:creationId xmlns:a16="http://schemas.microsoft.com/office/drawing/2014/main" id="{F8C0DC00-F154-4EC8-8CD7-AA53C9F93DD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</p:grpSp>
      </p:grpSp>
      <p:sp>
        <p:nvSpPr>
          <p:cNvPr id="341011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he-IL" altLang="en-US" noProof="0"/>
              <a:t>לחץ כדי לערוך סגנון כותרת של תבנית בסיס</a:t>
            </a:r>
          </a:p>
        </p:txBody>
      </p:sp>
      <p:sp>
        <p:nvSpPr>
          <p:cNvPr id="341012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he-IL" altLang="en-US" noProof="0"/>
              <a:t>לחץ כדי לערוך סגנון כותרת משנה של תבנית בסיס</a:t>
            </a:r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828C15A1-6700-4C30-8117-1E885B3EB2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B2860BC9-45F5-4C09-A240-CC87477BAD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" name="Rectangle 18">
            <a:extLst>
              <a:ext uri="{FF2B5EF4-FFF2-40B4-BE49-F238E27FC236}">
                <a16:creationId xmlns:a16="http://schemas.microsoft.com/office/drawing/2014/main" id="{9A347735-8D78-4145-96EB-6133B03555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DD0B73-E53D-4B67-8686-C4F34E79C713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1356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C83E766-60C0-4218-AA25-324B269BBD0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1091E0D-C4FE-47FC-9FCC-E5F772E85F4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BC6280-DD39-4B20-8D77-EEF86718F910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1BA4FE48-72B3-47A7-9A25-9EF6AE7B6D49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185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7752C1A-7051-4856-B3FC-8E6DA65392B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7B71247-12F6-4259-BAE1-D323EC1BB09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3FA6ED-2AEF-4CF1-A54C-1AA64512CF09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3B7041BF-B041-497E-B92D-2E61F1700A44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1687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EEE998D-43EB-4A14-9394-6E862319335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6779FDD-54AF-4012-8BD3-335DDB56A66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11CADF-61D2-4822-A577-2924C22621F2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85FAF209-57AF-4691-9950-8B163079526D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7096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C7A4DFF-08A3-4AD5-8179-CFA528C11DD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D3ED0A6-3D26-4D8A-AF93-F710F4BEC87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7ABD4B-204E-416C-BFA0-AC6864D449D6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1A3199CC-8E75-445E-97B7-4DD93130B8F1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1086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A68440-54F6-4050-9A41-7C6780C0B7B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BC3E75-59D4-46FD-AB34-EC4AEE7D79C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A33EB4-EFCE-419C-ABDD-02F15FBD8BD7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98996056-E409-492A-9F80-9013F475D15B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7872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1FDDFAA-6B71-4952-9DF5-B676FEB822E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CBB80B6-0D83-4BEE-B130-C79F633C660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A15D4C-B122-4D71-9620-8F8463DA02D8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E7BC9200-8AD3-4757-970D-FD682BE8C804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7177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DCE1C94-0F52-4631-B8B3-BBBAAC705AA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DF00D21-A60C-4DF6-89F3-8A87DFDFAD0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C1E4B7-F1DB-45F1-8970-D9E0C84ED846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A50D848B-4930-4FAF-9D64-F6A8663AFB0E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736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34CC748-31AA-4734-88B9-E902D69D81B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DDD04C8-CB01-437A-9936-DCDA22D3205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1194CB-868C-47E2-97E4-94CA2725B28E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95E61654-8E8D-4B82-BE49-752752DA62F4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8212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2C8D18D-3A9D-446B-BB91-12AFF155601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29AB7CB-BBAA-47DE-B481-B95DE68DA7A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520F1D-B582-4485-8036-4B3D6DF2082F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B760697F-E4DA-421A-AA7B-52613209CBB4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4570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64FF3AB-7BBF-45E7-8984-66B57AF5E11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E16BE53-B3F2-4722-9DE8-E590011227E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F29B9E-E2C0-45BE-8370-A208878AF92A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DCE947B8-9B5E-485D-A36F-16F4CA03D587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3096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457200"/>
            <a:ext cx="82296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DFC3CD-A4A9-475A-B1A4-7255CFB741F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56454F-FCE1-4D9E-B66E-FDD2A1FDEA4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E9A106-DC1A-4FB3-AF08-7949C8465F4D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4B30A30F-EA80-4648-B511-04F1192633E0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1873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192A71D-6CDC-48AF-80EC-496E329848B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E2771D6-D06F-42A9-AA76-4475ECF7C04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ED73E2-E72B-46AE-BBE0-B85825333F6F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F62AA37C-7C61-41FE-8F1D-C565E097BF40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93465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5D7E6406-A3C8-4D43-AB1F-9D558ED522F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23850" y="188913"/>
            <a:ext cx="8569325" cy="6553200"/>
          </a:xfrm>
          <a:prstGeom prst="rect">
            <a:avLst/>
          </a:prstGeom>
          <a:solidFill>
            <a:schemeClr val="bg1">
              <a:alpha val="8117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5pPr>
            <a:lvl6pPr marL="25146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6pPr>
            <a:lvl7pPr marL="29718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7pPr>
            <a:lvl8pPr marL="34290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8pPr>
            <a:lvl9pPr marL="38862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9pPr>
          </a:lstStyle>
          <a:p>
            <a:pPr algn="ctr" rtl="1" eaLnBrk="1" hangingPunct="1">
              <a:spcBef>
                <a:spcPct val="50000"/>
              </a:spcBef>
              <a:defRPr/>
            </a:pPr>
            <a:endParaRPr lang="en-US" altLang="en-US"/>
          </a:p>
        </p:txBody>
      </p:sp>
      <p:pic>
        <p:nvPicPr>
          <p:cNvPr id="5" name="Picture 8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50DE0FF2-2159-4339-8B9E-06367CADE5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lum bright="-18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7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1700213"/>
            <a:ext cx="9144000" cy="781050"/>
          </a:xfrm>
        </p:spPr>
        <p:txBody>
          <a:bodyPr/>
          <a:lstStyle>
            <a:lvl1pPr>
              <a:defRPr sz="4400" b="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207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4546600"/>
            <a:ext cx="9144000" cy="7874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E7FD1B2-9C00-4A73-86DA-BAB085D566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0" y="6613525"/>
            <a:ext cx="2133600" cy="16827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CD408DB-CF4F-4927-AE22-048558D43D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AA16086-D8D8-4257-A95A-FF754ADCF3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613525"/>
            <a:ext cx="2133600" cy="16827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3A30F71A-1573-4BEF-84D2-99C12F344FF5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1403416"/>
      </p:ext>
    </p:extLst>
  </p:cSld>
  <p:clrMapOvr>
    <a:masterClrMapping/>
  </p:clrMapOvr>
  <p:transition spd="med">
    <p:fade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3001BE1-3CA4-4DEF-9178-30B3B981E3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A490157-A4D9-426C-87AD-093C5D10B1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A303864-EAAD-4A44-835E-EA8E9070F7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FDA31F-67E9-4083-B56A-CDE9DCF45C5E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2133263"/>
      </p:ext>
    </p:extLst>
  </p:cSld>
  <p:clrMapOvr>
    <a:masterClrMapping/>
  </p:clrMapOvr>
  <p:transition spd="med">
    <p:fade thruBlk="1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7F0DE80-4E63-4940-878D-0E85721F0B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0C095E7-219C-4D93-9667-D98B38B822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306A6C2-7750-4939-8240-B2F84238F4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CC7B85-08ED-4C70-A350-0C5178AEBA4E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1683116"/>
      </p:ext>
    </p:extLst>
  </p:cSld>
  <p:clrMapOvr>
    <a:masterClrMapping/>
  </p:clrMapOvr>
  <p:transition spd="med">
    <p:fade thruBlk="1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288" y="692150"/>
            <a:ext cx="4100512" cy="5867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692150"/>
            <a:ext cx="4100513" cy="5867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6DA0F58-1939-4739-94C0-15F477B999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87EDC98-18BF-4FBC-AD7D-22FBD3BD3B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62B46ADB-5321-4FD8-AD37-5BB36C985A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559539-ADED-4323-A86F-BBAAE6690A0B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3511087"/>
      </p:ext>
    </p:extLst>
  </p:cSld>
  <p:clrMapOvr>
    <a:masterClrMapping/>
  </p:clrMapOvr>
  <p:transition spd="med">
    <p:fade thruBlk="1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4D3ADB5-098C-46C0-A67D-A61BA534AA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98FCF7DD-6F4F-498F-A6E8-0098D03946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59113E9D-A764-4E90-AF74-40074C7396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8BEDA9-1109-49C7-8DE0-F7DF5CD0F39D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7713437"/>
      </p:ext>
    </p:extLst>
  </p:cSld>
  <p:clrMapOvr>
    <a:masterClrMapping/>
  </p:clrMapOvr>
  <p:transition spd="med">
    <p:fade thruBlk="1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164EFB8-68D8-4EE1-8D70-5AF655E837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34527C3-D112-49D4-94EC-1DEEF19A57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473F8B31-BC1B-4D3C-A903-2083D251AB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55FBDC-B6AC-442D-95AE-4130A4CE52C8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1274364"/>
      </p:ext>
    </p:extLst>
  </p:cSld>
  <p:clrMapOvr>
    <a:masterClrMapping/>
  </p:clrMapOvr>
  <p:transition spd="med">
    <p:fade thruBlk="1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771AF339-067E-4B16-8E88-F5EE24FE7E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60675C60-77D4-404F-8C44-2276201948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16D27E2E-055E-4EC2-9DC4-EED1E5339A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E3768D-A6FF-4CC7-9197-2796D0DA56ED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6095786"/>
      </p:ext>
    </p:extLst>
  </p:cSld>
  <p:clrMapOvr>
    <a:masterClrMapping/>
  </p:clrMapOvr>
  <p:transition spd="med">
    <p:fade thruBlk="1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9C43923-EF93-4B5B-A8FB-995C0B7B28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0522A48-1F1D-47D8-9C1F-2309678374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3E203C38-3C55-4A24-8D67-4DADC27431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74607B-2A93-450E-A4A5-DE6C7DCBEEBB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0366381"/>
      </p:ext>
    </p:extLst>
  </p:cSld>
  <p:clrMapOvr>
    <a:masterClrMapping/>
  </p:clrMapOvr>
  <p:transition spd="med">
    <p:fade thruBlk="1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CB733E3-AF0F-4B4F-B41D-C63EC88DAB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127B316-45D6-47A5-BE39-4B588D3B06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96B6EE6-D706-463E-8438-97B0185E66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6DE966-6491-403A-88F9-250DFB64B3AB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1060090"/>
      </p:ext>
    </p:extLst>
  </p:cSld>
  <p:clrMapOvr>
    <a:masterClrMapping/>
  </p:clrMapOvr>
  <p:transition spd="med">
    <p:fade thruBlk="1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470E95C-BAEA-4843-8B68-D2D7B15613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92E0710-DF3B-4D15-8DCF-0F91C5AAC1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847362DF-9410-4B0F-A012-D7EE90BE3B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F9B187-830E-42F2-A442-01CD7B3E7B4C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0171530"/>
      </p:ext>
    </p:extLst>
  </p:cSld>
  <p:clrMapOvr>
    <a:masterClrMapping/>
  </p:clrMapOvr>
  <p:transition spd="med">
    <p:fade thruBlk="1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15125" y="188913"/>
            <a:ext cx="2105025" cy="63706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5288" y="188913"/>
            <a:ext cx="6167437" cy="63706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FE6EB89-09F4-4C4A-B35C-A8030EB74C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050A124-9B41-4C5A-99D0-64CCE4DC92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C2C30BAC-4527-41AE-AA55-9D3F2FA273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A3D0B2-8337-41BC-BE72-B25D7F18B3A4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4159895"/>
      </p:ext>
    </p:extLst>
  </p:cSld>
  <p:clrMapOvr>
    <a:masterClrMapping/>
  </p:clrMapOvr>
  <p:transition spd="med">
    <p:fade thruBlk="1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_home"/>
          <p:cNvPicPr>
            <a:picLocks noChangeAspect="1" noChangeArrowheads="1"/>
          </p:cNvPicPr>
          <p:nvPr/>
        </p:nvPicPr>
        <p:blipFill>
          <a:blip r:embed="rId2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5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50826" y="188913"/>
            <a:ext cx="8642350" cy="6335712"/>
          </a:xfrm>
          <a:prstGeom prst="rect">
            <a:avLst/>
          </a:prstGeom>
          <a:solidFill>
            <a:schemeClr val="bg1">
              <a:alpha val="65881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endParaRPr lang="en-US" altLang="en-US" sz="3000"/>
          </a:p>
        </p:txBody>
      </p:sp>
      <p:pic>
        <p:nvPicPr>
          <p:cNvPr id="6" name="Picture 9" descr="MCj04325580000[1]">
            <a:hlinkClick r:id="" action="ppaction://hlinkshowjump?jump=endshow"/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378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258888" y="2924175"/>
            <a:ext cx="6400800" cy="1081088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203781" name="Rectangle 5"/>
          <p:cNvSpPr>
            <a:spLocks noGrp="1" noChangeArrowheads="1"/>
          </p:cNvSpPr>
          <p:nvPr>
            <p:ph type="ctrTitle"/>
          </p:nvPr>
        </p:nvSpPr>
        <p:spPr>
          <a:xfrm>
            <a:off x="611188" y="836613"/>
            <a:ext cx="7772400" cy="2087562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B09EA4-3DF1-4E73-819C-83217CC5D443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543076"/>
      </p:ext>
    </p:extLst>
  </p:cSld>
  <p:clrMapOvr>
    <a:masterClrMapping/>
  </p:clrMapOvr>
  <p:transition spd="med">
    <p:fade thruBlk="1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00DC47-DDDF-496D-B587-CD7003E145DC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3993485"/>
      </p:ext>
    </p:extLst>
  </p:cSld>
  <p:clrMapOvr>
    <a:masterClrMapping/>
  </p:clrMapOvr>
  <p:transition spd="med">
    <p:fade thruBlk="1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778196-0340-4413-97B7-FEF298A3D1C4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5339162"/>
      </p:ext>
    </p:extLst>
  </p:cSld>
  <p:clrMapOvr>
    <a:masterClrMapping/>
  </p:clrMapOvr>
  <p:transition spd="med">
    <p:fade thruBlk="1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89" y="908050"/>
            <a:ext cx="4281487" cy="56515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0B4506-58AA-4EDF-A46E-0149CE360F29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1883609"/>
      </p:ext>
    </p:extLst>
  </p:cSld>
  <p:clrMapOvr>
    <a:masterClrMapping/>
  </p:clrMapOvr>
  <p:transition spd="med">
    <p:fade thruBlk="1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31E3DB-4E1C-4983-9495-6CE03572CA3C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8187107"/>
      </p:ext>
    </p:extLst>
  </p:cSld>
  <p:clrMapOvr>
    <a:masterClrMapping/>
  </p:clrMapOvr>
  <p:transition spd="med">
    <p:fade thruBlk="1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5CFCB4-4695-4059-8E3F-94F03D553A73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9473173"/>
      </p:ext>
    </p:extLst>
  </p:cSld>
  <p:clrMapOvr>
    <a:masterClrMapping/>
  </p:clrMapOvr>
  <p:transition spd="med">
    <p:fade thruBlk="1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D2581F-E5D1-40ED-89DA-789B81E89A75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6454072"/>
      </p:ext>
    </p:extLst>
  </p:cSld>
  <p:clrMapOvr>
    <a:masterClrMapping/>
  </p:clrMapOvr>
  <p:transition spd="med">
    <p:fade thruBlk="1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A5FD80-3A2F-4B33-BBB8-FF58CDD1C52A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1351434"/>
      </p:ext>
    </p:extLst>
  </p:cSld>
  <p:clrMapOvr>
    <a:masterClrMapping/>
  </p:clrMapOvr>
  <p:transition spd="med">
    <p:fade thruBlk="1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87A635-214B-4881-A1E8-C5AC567A30DE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4493209"/>
      </p:ext>
    </p:extLst>
  </p:cSld>
  <p:clrMapOvr>
    <a:masterClrMapping/>
  </p:clrMapOvr>
  <p:transition spd="med">
    <p:fade thruBlk="1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AFD0BB-1800-4A7D-8ABB-222B12E50377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8021075"/>
      </p:ext>
    </p:extLst>
  </p:cSld>
  <p:clrMapOvr>
    <a:masterClrMapping/>
  </p:clrMapOvr>
  <p:transition spd="med">
    <p:fade thruBlk="1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15126" y="188915"/>
            <a:ext cx="2178050" cy="63706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9389" y="188915"/>
            <a:ext cx="6383337" cy="63706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2B0FD2-8C86-4292-A143-85F2C761E78B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9494472"/>
      </p:ext>
    </p:extLst>
  </p:cSld>
  <p:clrMapOvr>
    <a:masterClrMapping/>
  </p:clrMapOvr>
  <p:transition spd="med">
    <p:fade thruBlk="1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_home">
            <a:extLst>
              <a:ext uri="{FF2B5EF4-FFF2-40B4-BE49-F238E27FC236}">
                <a16:creationId xmlns:a16="http://schemas.microsoft.com/office/drawing/2014/main" id="{36202647-58F4-41E1-999B-EF0B962F78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75239D2C-A956-495A-8CA5-722EEFBC5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88913"/>
            <a:ext cx="8642350" cy="6335712"/>
          </a:xfrm>
          <a:prstGeom prst="rect">
            <a:avLst/>
          </a:prstGeom>
          <a:solidFill>
            <a:schemeClr val="bg1">
              <a:alpha val="65881"/>
            </a:schemeClr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5pPr>
            <a:lvl6pPr marL="25146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6pPr>
            <a:lvl7pPr marL="29718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7pPr>
            <a:lvl8pPr marL="34290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8pPr>
            <a:lvl9pPr marL="38862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9pPr>
          </a:lstStyle>
          <a:p>
            <a:pPr algn="ctr" rtl="1" eaLnBrk="1" hangingPunct="1">
              <a:spcBef>
                <a:spcPct val="50000"/>
              </a:spcBef>
              <a:defRPr/>
            </a:pPr>
            <a:endParaRPr lang="en-US" altLang="en-US"/>
          </a:p>
        </p:txBody>
      </p:sp>
      <p:pic>
        <p:nvPicPr>
          <p:cNvPr id="6" name="Picture 9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60B43155-7EA0-4BBB-B6C9-9CEA699C81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378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258888" y="2924175"/>
            <a:ext cx="6400800" cy="1081088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203781" name="Rectangle 5"/>
          <p:cNvSpPr>
            <a:spLocks noGrp="1" noChangeArrowheads="1"/>
          </p:cNvSpPr>
          <p:nvPr>
            <p:ph type="ctrTitle"/>
          </p:nvPr>
        </p:nvSpPr>
        <p:spPr>
          <a:xfrm>
            <a:off x="611188" y="836613"/>
            <a:ext cx="7772400" cy="208756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CD8EA4-B1DD-4ED5-8AE8-C780659D65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871B1B-E005-4248-8B8F-CBBC0899CB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C81FF3-111F-4F44-A722-321969964B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F06300-A758-4708-BA63-446263092B41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2764749"/>
      </p:ext>
    </p:extLst>
  </p:cSld>
  <p:clrMapOvr>
    <a:masterClrMapping/>
  </p:clrMapOvr>
  <p:transition spd="med">
    <p:fade thruBlk="1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97838B6-DC0A-4ACF-AC66-A990E0D08F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E781DC1-84B4-45A5-B519-6AB7EA11B7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C2B045F-09BB-49A3-9976-A4117E6234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4F5E51-AC0C-402C-9AED-B27B32C4B46A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8664700"/>
      </p:ext>
    </p:extLst>
  </p:cSld>
  <p:clrMapOvr>
    <a:masterClrMapping/>
  </p:clrMapOvr>
  <p:transition spd="med">
    <p:fade thruBlk="1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70D5B56-0709-4AE8-AD9A-A26143412A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8A90EE4-7BD5-4106-B252-9DCC1A29C5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D7B6C95-9D3A-4255-B638-074027E652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2E65E8-E00A-41E3-A0E4-ACEB05A7B68C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2401447"/>
      </p:ext>
    </p:extLst>
  </p:cSld>
  <p:clrMapOvr>
    <a:masterClrMapping/>
  </p:clrMapOvr>
  <p:transition spd="med">
    <p:fade thruBlk="1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C76E526-BD0B-4476-BF30-77A68C3EB9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42EC412-00F3-4C77-BBF3-AB365C65CE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A03F4B3B-7A26-407F-B9B6-DA23250611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7B10A6-41F8-4CB9-A240-B2C13F9CDE47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0251382"/>
      </p:ext>
    </p:extLst>
  </p:cSld>
  <p:clrMapOvr>
    <a:masterClrMapping/>
  </p:clrMapOvr>
  <p:transition spd="med">
    <p:fade thruBlk="1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25D0ED0-0CE2-4C7A-9A2A-311D4F0B75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EDB271FD-C618-4A4D-ACD6-492598EF4D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3C97B899-F28F-42C4-97A7-75E4DF57B4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081C53-64A1-4464-98E1-35E9E818932E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7805361"/>
      </p:ext>
    </p:extLst>
  </p:cSld>
  <p:clrMapOvr>
    <a:masterClrMapping/>
  </p:clrMapOvr>
  <p:transition spd="med">
    <p:fade thruBlk="1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51115C2-A892-410A-91F0-B3CE31928E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AFD390A-7B8C-4254-ADC9-4021F82179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997B6B2-6159-4A8A-9341-B161F9A2D0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60CE7E-4D7C-476F-806C-416F94E5AD59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1706985"/>
      </p:ext>
    </p:extLst>
  </p:cSld>
  <p:clrMapOvr>
    <a:masterClrMapping/>
  </p:clrMapOvr>
  <p:transition spd="med">
    <p:fade thruBlk="1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A13BCCFD-9290-469C-AD6F-5FF688167C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AAEACCBC-AA97-4077-A96E-458F524DEE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55AB3719-A10A-4F85-90A5-7AFB8E6504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82328-34F0-4F3C-9819-405FCAE82177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0673042"/>
      </p:ext>
    </p:extLst>
  </p:cSld>
  <p:clrMapOvr>
    <a:masterClrMapping/>
  </p:clrMapOvr>
  <p:transition spd="med">
    <p:fade thruBlk="1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943B76D-6C35-483B-AF07-29666B1F50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EE257A9-0422-4AF4-A621-3EF65FEECB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6F796318-507C-4D9F-BFC2-56932684D2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CEEC5A-DC79-4D78-87A1-B7772752D0F1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6294849"/>
      </p:ext>
    </p:extLst>
  </p:cSld>
  <p:clrMapOvr>
    <a:masterClrMapping/>
  </p:clrMapOvr>
  <p:transition spd="med">
    <p:fade thruBlk="1"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33A2610-F44A-41A8-9379-708B16ACB1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12F543A-DE75-4156-B1EE-C269E173B3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3920510-837D-4C17-9470-531771547D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36F06E-F68F-44C5-A20A-4EB66C59669B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8476907"/>
      </p:ext>
    </p:extLst>
  </p:cSld>
  <p:clrMapOvr>
    <a:masterClrMapping/>
  </p:clrMapOvr>
  <p:transition spd="med">
    <p:fade thruBlk="1"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60E634D-20D2-47A3-A184-23F90BF87E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1EAB376-5600-4644-8B19-43AA3C4D91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A29909C-F26C-4D5D-826A-6C6B3E59F0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D89FA4-0E1E-47BF-8C70-C21781A887C0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0160727"/>
      </p:ext>
    </p:extLst>
  </p:cSld>
  <p:clrMapOvr>
    <a:masterClrMapping/>
  </p:clrMapOvr>
  <p:transition spd="med">
    <p:fade thruBlk="1"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15125" y="188913"/>
            <a:ext cx="2178050" cy="63706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9388" y="188913"/>
            <a:ext cx="6383337" cy="63706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338B9A2-C773-4EF8-9156-5CC4E7E001D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C079738-5966-409A-B6D8-92AFFDFD81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FF38235D-CFCD-421C-8C73-B897DB71BD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5D79E8-0617-4C37-93B3-D912306BE5F1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432938"/>
      </p:ext>
    </p:extLst>
  </p:cSld>
  <p:clrMapOvr>
    <a:masterClrMapping/>
  </p:clrMapOvr>
  <p:transition spd="med">
    <p:fade thruBlk="1"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179388" y="188913"/>
            <a:ext cx="8713787" cy="63706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C15A2A2-A090-4754-A5AA-BD9A2B67A1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7FABFF7-720C-411C-AFD3-85A19D7303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906BAFB-609E-4D0F-B0C9-DAFC8A15FC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CC9CAC-E33C-4B8E-AEDC-5EBBFE7AB106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5414140"/>
      </p:ext>
    </p:extLst>
  </p:cSld>
  <p:clrMapOvr>
    <a:masterClrMapping/>
  </p:clrMapOvr>
  <p:transition spd="med">
    <p:fade thruBlk="1"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188913"/>
            <a:ext cx="8353425" cy="7191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179388" y="908050"/>
            <a:ext cx="8713787" cy="56515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05486B8-04FD-4F3D-9F8F-3A45700213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8B7AED7-F2A7-42B4-845E-D09F14C115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457196E9-9A41-444A-AC64-9BF5D58D43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6122C4-E7D0-40A7-A01B-747587DC4901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730134"/>
      </p:ext>
    </p:extLst>
  </p:cSld>
  <p:clrMapOvr>
    <a:masterClrMapping/>
  </p:clrMapOvr>
  <p:transition spd="med">
    <p:fade thruBlk="1"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_home">
            <a:extLst>
              <a:ext uri="{FF2B5EF4-FFF2-40B4-BE49-F238E27FC236}">
                <a16:creationId xmlns:a16="http://schemas.microsoft.com/office/drawing/2014/main" id="{9FCE1F95-68AC-43FE-98C5-F16E6D499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C4CE520A-C70C-4742-B0C5-FBBCC4F0A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88913"/>
            <a:ext cx="8642350" cy="6335712"/>
          </a:xfrm>
          <a:prstGeom prst="rect">
            <a:avLst/>
          </a:prstGeom>
          <a:solidFill>
            <a:schemeClr val="bg1">
              <a:alpha val="65881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5pPr>
            <a:lvl6pPr marL="25146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6pPr>
            <a:lvl7pPr marL="29718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7pPr>
            <a:lvl8pPr marL="34290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8pPr>
            <a:lvl9pPr marL="38862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9pPr>
          </a:lstStyle>
          <a:p>
            <a:pPr algn="ctr" rtl="1" eaLnBrk="1" hangingPunct="1">
              <a:spcBef>
                <a:spcPct val="50000"/>
              </a:spcBef>
              <a:defRPr/>
            </a:pPr>
            <a:endParaRPr lang="en-US" altLang="en-US"/>
          </a:p>
        </p:txBody>
      </p:sp>
      <p:pic>
        <p:nvPicPr>
          <p:cNvPr id="6" name="Picture 9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9A2E31D5-C6DA-42EC-909A-972F6F8A3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378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258888" y="2924175"/>
            <a:ext cx="6400800" cy="1081088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203781" name="Rectangle 5"/>
          <p:cNvSpPr>
            <a:spLocks noGrp="1" noChangeArrowheads="1"/>
          </p:cNvSpPr>
          <p:nvPr>
            <p:ph type="ctrTitle"/>
          </p:nvPr>
        </p:nvSpPr>
        <p:spPr>
          <a:xfrm>
            <a:off x="611188" y="836613"/>
            <a:ext cx="7772400" cy="208756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D09729-6C37-44E0-9071-55EE259C23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D122FE-C577-466B-9907-9B742E361B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09BEC5-3AAB-4311-B859-0415ABCA96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6BBF382F-F236-47DE-827D-66282532F019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2976286"/>
      </p:ext>
    </p:extLst>
  </p:cSld>
  <p:clrMapOvr>
    <a:masterClrMapping/>
  </p:clrMapOvr>
  <p:transition spd="med">
    <p:fade thruBlk="1"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E8F3A85-CDED-41DF-9823-603E20970F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6857896-F9EB-49FB-B7D3-E1B6222A722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6AE32A90-0672-4CE5-A318-4A9514E40D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E91ACE-541A-4669-B9E6-BEC3BE14EA31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3084145"/>
      </p:ext>
    </p:extLst>
  </p:cSld>
  <p:clrMapOvr>
    <a:masterClrMapping/>
  </p:clrMapOvr>
  <p:transition spd="med">
    <p:fade thruBlk="1"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2760085-E41C-4E6F-B182-B6F02F0276E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5D6374E-CF1C-4A72-BB66-643AF601AB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E1A87122-5FF9-4DD5-BA18-8DE96862FC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5A6068-301A-4E14-943C-C7B2CF5E3FED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8458510"/>
      </p:ext>
    </p:extLst>
  </p:cSld>
  <p:clrMapOvr>
    <a:masterClrMapping/>
  </p:clrMapOvr>
  <p:transition spd="med">
    <p:fade thruBlk="1"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2DF657F-237B-4799-867D-AFF2F5CD62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6AD89B0-372A-4D7C-A65D-9904B024AA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9F0BD87C-C955-4550-AEA6-C0DF58C800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EA65D8-59E4-4D51-A563-6CE84C310CBA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6656944"/>
      </p:ext>
    </p:extLst>
  </p:cSld>
  <p:clrMapOvr>
    <a:masterClrMapping/>
  </p:clrMapOvr>
  <p:transition spd="med">
    <p:fade thruBlk="1"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7359E179-1D4D-4405-86E2-77CACFBB60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FA4D7CE7-CB21-4B79-9E9A-9B2BB068BF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DB62EFDC-1EBC-4BC7-8882-F20EE8FF23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F30F77-80C1-445C-8CCC-64ECB3424C1C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068014"/>
      </p:ext>
    </p:extLst>
  </p:cSld>
  <p:clrMapOvr>
    <a:masterClrMapping/>
  </p:clrMapOvr>
  <p:transition spd="med">
    <p:fade thruBlk="1"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42CDE1D-D740-45AB-B637-A947E02005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D126B27-77C0-4494-87D2-208669D811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21EF484C-04BD-4EAB-B083-A5E062B9DD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ADC4E9-111D-4B16-8660-2CE38A3FAF77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4711200"/>
      </p:ext>
    </p:extLst>
  </p:cSld>
  <p:clrMapOvr>
    <a:masterClrMapping/>
  </p:clrMapOvr>
  <p:transition spd="med">
    <p:fade thruBlk="1"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1CD690C7-FA7F-4B39-95AD-6DB37A1087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D831D23E-C208-4AE7-B429-6A9A481B43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41EB67E5-9967-4F39-9815-D28D36787A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957D47-B09E-4173-B2AE-2CE48ECF772F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6874131"/>
      </p:ext>
    </p:extLst>
  </p:cSld>
  <p:clrMapOvr>
    <a:masterClrMapping/>
  </p:clrMapOvr>
  <p:transition spd="med">
    <p:fade thruBlk="1"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C70504D-5EEC-47DA-A04F-E045A0598E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AA8EE54-788F-4979-80DC-99F482B4BB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AAF131FF-E80B-49EC-B68D-186D7FCCA3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5FCE07-3CA2-4D0D-8D62-E337E17230FC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3919475"/>
      </p:ext>
    </p:extLst>
  </p:cSld>
  <p:clrMapOvr>
    <a:masterClrMapping/>
  </p:clrMapOvr>
  <p:transition spd="med">
    <p:fade thruBlk="1"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CB67F8E-DBAA-49A3-9C13-F37D5B593F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77D6E32-8FC7-4B3B-AF36-3CEA2CE7FE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7A6DB69B-0886-4910-869B-78ED64256C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A239C4-0ADF-4086-90EE-78DAB29D944F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4330107"/>
      </p:ext>
    </p:extLst>
  </p:cSld>
  <p:clrMapOvr>
    <a:masterClrMapping/>
  </p:clrMapOvr>
  <p:transition spd="med">
    <p:fade thruBlk="1"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DD9F170-78A7-4C5C-8E9B-078B1EA8C3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22386AA-5300-4F59-908E-1E8CEF1599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8DAE87C8-28F2-47E6-920F-BBB8D57E71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78EB72-B5FC-42E9-BF9E-61E6FD427F60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8849375"/>
      </p:ext>
    </p:extLst>
  </p:cSld>
  <p:clrMapOvr>
    <a:masterClrMapping/>
  </p:clrMapOvr>
  <p:transition spd="med">
    <p:fade thruBlk="1"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15125" y="188913"/>
            <a:ext cx="2178050" cy="63706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9388" y="188913"/>
            <a:ext cx="6383337" cy="63706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026E127-B9FC-454F-9A91-B7113B02DF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8763C07-85D9-4A68-9D5F-F938E21533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D10E8DA0-91AA-486E-A251-7426AF1A45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C0AF2A-18C6-498D-AD89-43BEB7BF8715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388716"/>
      </p:ext>
    </p:extLst>
  </p:cSld>
  <p:clrMapOvr>
    <a:masterClrMapping/>
  </p:clrMapOvr>
  <p:transition spd="med">
    <p:fade thruBlk="1"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_home">
            <a:extLst>
              <a:ext uri="{FF2B5EF4-FFF2-40B4-BE49-F238E27FC236}">
                <a16:creationId xmlns:a16="http://schemas.microsoft.com/office/drawing/2014/main" id="{B5331B05-AD85-4170-AC11-F69331579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A5802731-FA56-40B5-B4B3-AEBACF4C6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88913"/>
            <a:ext cx="8642350" cy="6335712"/>
          </a:xfrm>
          <a:prstGeom prst="rect">
            <a:avLst/>
          </a:prstGeom>
          <a:solidFill>
            <a:schemeClr val="bg1">
              <a:alpha val="65881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5pPr>
            <a:lvl6pPr marL="25146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6pPr>
            <a:lvl7pPr marL="29718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7pPr>
            <a:lvl8pPr marL="34290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8pPr>
            <a:lvl9pPr marL="38862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9pPr>
          </a:lstStyle>
          <a:p>
            <a:pPr algn="ctr" rtl="1" eaLnBrk="1" hangingPunct="1">
              <a:spcBef>
                <a:spcPct val="50000"/>
              </a:spcBef>
              <a:defRPr/>
            </a:pPr>
            <a:endParaRPr lang="en-US" altLang="en-US"/>
          </a:p>
        </p:txBody>
      </p:sp>
      <p:pic>
        <p:nvPicPr>
          <p:cNvPr id="6" name="Picture 9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28AAFDA9-52A1-494F-8150-1BA28CE248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378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258888" y="2924175"/>
            <a:ext cx="6400800" cy="1081088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203781" name="Rectangle 5"/>
          <p:cNvSpPr>
            <a:spLocks noGrp="1" noChangeArrowheads="1"/>
          </p:cNvSpPr>
          <p:nvPr>
            <p:ph type="ctrTitle"/>
          </p:nvPr>
        </p:nvSpPr>
        <p:spPr>
          <a:xfrm>
            <a:off x="611188" y="836613"/>
            <a:ext cx="7772400" cy="208756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0EBB0A-C51E-4DF1-AE07-8759E9B698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F0F9A4-9DAB-4DDD-A37C-F28DC95267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7B4760-84E6-41BD-903F-0C2827E025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985BBD8B-99D0-4C27-96AF-544045127CC8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7324424"/>
      </p:ext>
    </p:extLst>
  </p:cSld>
  <p:clrMapOvr>
    <a:masterClrMapping/>
  </p:clrMapOvr>
  <p:transition spd="med">
    <p:fade thruBlk="1"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6B1EBFF-7770-492D-9540-9A83FC003D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096CCB2-74F4-4138-B57D-595A683C08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FB16E709-9A41-4280-8CC4-137F4A273E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91DDC8-8E77-4251-990F-055E5F1E30A1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1130061"/>
      </p:ext>
    </p:extLst>
  </p:cSld>
  <p:clrMapOvr>
    <a:masterClrMapping/>
  </p:clrMapOvr>
  <p:transition spd="med">
    <p:fade thruBlk="1"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FB0F899-4436-4D04-B045-C16499D0B9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AB1CD6E-D3E4-42A2-90CD-2AE371DCBB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C63E6494-6074-4CAA-A471-2A1BE9A5A3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87086D-30D4-4672-926F-3D95321FBB03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594274"/>
      </p:ext>
    </p:extLst>
  </p:cSld>
  <p:clrMapOvr>
    <a:masterClrMapping/>
  </p:clrMapOvr>
  <p:transition spd="med">
    <p:fade thruBlk="1"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D3745B8-92AF-4217-AAAF-AD62EA3A1E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DBE261F-9268-4CAB-8C22-83190AE926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59093E3A-3307-412F-A15E-B98EEA1506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401CB7-E14D-469E-9FDF-5DD196DD762E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1881691"/>
      </p:ext>
    </p:extLst>
  </p:cSld>
  <p:clrMapOvr>
    <a:masterClrMapping/>
  </p:clrMapOvr>
  <p:transition spd="med">
    <p:fade thruBlk="1"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DC68554-5AD4-4395-A092-7661E499D1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773112C8-AC6D-4A1D-8ECD-F798A40825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80F903CF-5643-48C5-B460-FDB8F6E5A1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A89667-B0D7-464C-9F53-D8CF6127F86D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1918897"/>
      </p:ext>
    </p:extLst>
  </p:cSld>
  <p:clrMapOvr>
    <a:masterClrMapping/>
  </p:clrMapOvr>
  <p:transition spd="med">
    <p:fade thruBlk="1"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3BDC44A-92DC-4B44-8A04-2366373045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09E53D0-F9CA-4A7A-8BAB-7131E7297C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56619BD5-202F-4D9C-82F4-83F31CD120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D920C7-EE34-4748-A02E-4A6DC97ED62E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7795768"/>
      </p:ext>
    </p:extLst>
  </p:cSld>
  <p:clrMapOvr>
    <a:masterClrMapping/>
  </p:clrMapOvr>
  <p:transition spd="med">
    <p:fade thruBlk="1"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B44DD069-395A-4A5F-9462-728A7A268E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D9EAF2BC-6E12-4535-A43D-10A3BAC6E5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2A1E0900-9D8F-444C-9F9C-B4B5AECE7E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09AF96-774F-4307-87B3-73AF6052873B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5561486"/>
      </p:ext>
    </p:extLst>
  </p:cSld>
  <p:clrMapOvr>
    <a:masterClrMapping/>
  </p:clrMapOvr>
  <p:transition spd="med">
    <p:fade thruBlk="1"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76AFBCF-41BC-4142-88A6-5F7409B091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EB0C9C2-77D7-4616-8A89-4A80A2049A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D2CC3659-074A-4C00-9468-1C374190A3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4FAB18-6B04-475D-BBAD-2A752573BD4B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9543419"/>
      </p:ext>
    </p:extLst>
  </p:cSld>
  <p:clrMapOvr>
    <a:masterClrMapping/>
  </p:clrMapOvr>
  <p:transition spd="med">
    <p:fade thruBlk="1"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4A15071-A9EC-4945-B4EA-6B97E0F197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D1F6C15-174F-4E01-9FF3-608ADDE7EA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1D4579E8-343A-4833-838B-DF7470C483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14CBAD-2CB5-4132-952E-99DC3F95D4DF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0223097"/>
      </p:ext>
    </p:extLst>
  </p:cSld>
  <p:clrMapOvr>
    <a:masterClrMapping/>
  </p:clrMapOvr>
  <p:transition spd="med">
    <p:fade thruBlk="1"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FE35D0B-C5C3-4D7F-9245-0F4E1C47FD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B3027D0-E426-446C-85E5-441ABD6E1D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08F29CD-EAEB-43D2-9421-DFCDF75D3A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5CEFBD-C0DD-4960-A481-EB252B483FDC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9074525"/>
      </p:ext>
    </p:extLst>
  </p:cSld>
  <p:clrMapOvr>
    <a:masterClrMapping/>
  </p:clrMapOvr>
  <p:transition spd="med">
    <p:fade thruBlk="1"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15125" y="188913"/>
            <a:ext cx="2178050" cy="63706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9388" y="188913"/>
            <a:ext cx="6383337" cy="63706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5F041B1-0332-4CA0-8AEA-376B30303C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061DF5A-D3B3-4BCF-A19E-D3AFD81141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C23EF98-D9F1-43E5-8543-B75DCFE6DA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D31897-5CD5-43DC-8B6A-FBFC94E74869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2488914"/>
      </p:ext>
    </p:extLst>
  </p:cSld>
  <p:clrMapOvr>
    <a:masterClrMapping/>
  </p:clrMapOvr>
  <p:transition spd="med"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8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37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>
            <a:extLst>
              <a:ext uri="{FF2B5EF4-FFF2-40B4-BE49-F238E27FC236}">
                <a16:creationId xmlns:a16="http://schemas.microsoft.com/office/drawing/2014/main" id="{4B76C3D9-42FF-46B6-9F35-C11DD6B7ADE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1" hangingPunct="1">
              <a:defRPr sz="12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39971" name="Rectangle 3">
            <a:extLst>
              <a:ext uri="{FF2B5EF4-FFF2-40B4-BE49-F238E27FC236}">
                <a16:creationId xmlns:a16="http://schemas.microsoft.com/office/drawing/2014/main" id="{69EB9237-3FBE-4EBE-8EF5-85A21E4DA33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000000"/>
                </a:solidFill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6F36E6E0-A09B-415C-8B2B-C4C33B2B7865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2052" name="Group 4">
            <a:extLst>
              <a:ext uri="{FF2B5EF4-FFF2-40B4-BE49-F238E27FC236}">
                <a16:creationId xmlns:a16="http://schemas.microsoft.com/office/drawing/2014/main" id="{9A9E1AA8-798B-4195-B1C4-33DB1EFFE580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>
              <a:extLst>
                <a:ext uri="{FF2B5EF4-FFF2-40B4-BE49-F238E27FC236}">
                  <a16:creationId xmlns:a16="http://schemas.microsoft.com/office/drawing/2014/main" id="{35DD1E48-C962-4D51-AF97-0C49ECD83B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033" name="Rectangle 6">
              <a:extLst>
                <a:ext uri="{FF2B5EF4-FFF2-40B4-BE49-F238E27FC236}">
                  <a16:creationId xmlns:a16="http://schemas.microsoft.com/office/drawing/2014/main" id="{A12B4835-1E1E-4B16-ABE8-EB5AE25D84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034" name="Rectangle 7">
              <a:extLst>
                <a:ext uri="{FF2B5EF4-FFF2-40B4-BE49-F238E27FC236}">
                  <a16:creationId xmlns:a16="http://schemas.microsoft.com/office/drawing/2014/main" id="{05BA3A46-A52B-4619-8E68-A543B99201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rgbClr val="666699"/>
                </a:solidFill>
              </a:endParaRPr>
            </a:p>
          </p:txBody>
        </p:sp>
        <p:sp>
          <p:nvSpPr>
            <p:cNvPr id="1035" name="Rectangle 8">
              <a:extLst>
                <a:ext uri="{FF2B5EF4-FFF2-40B4-BE49-F238E27FC236}">
                  <a16:creationId xmlns:a16="http://schemas.microsoft.com/office/drawing/2014/main" id="{743A6082-C772-4CB7-96B3-6896081A9C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rgbClr val="666699"/>
                </a:solidFill>
              </a:endParaRPr>
            </a:p>
          </p:txBody>
        </p:sp>
        <p:sp>
          <p:nvSpPr>
            <p:cNvPr id="1036" name="Rectangle 9">
              <a:extLst>
                <a:ext uri="{FF2B5EF4-FFF2-40B4-BE49-F238E27FC236}">
                  <a16:creationId xmlns:a16="http://schemas.microsoft.com/office/drawing/2014/main" id="{0A75F9AE-2E58-43AC-B7A1-674679B4EB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rgbClr val="9999CC"/>
                </a:solidFill>
              </a:endParaRPr>
            </a:p>
          </p:txBody>
        </p:sp>
        <p:sp>
          <p:nvSpPr>
            <p:cNvPr id="1037" name="Rectangle 10">
              <a:extLst>
                <a:ext uri="{FF2B5EF4-FFF2-40B4-BE49-F238E27FC236}">
                  <a16:creationId xmlns:a16="http://schemas.microsoft.com/office/drawing/2014/main" id="{DBE163F1-2E3F-460F-8A7B-134363635D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rgbClr val="666699"/>
                </a:solidFill>
              </a:endParaRPr>
            </a:p>
          </p:txBody>
        </p:sp>
        <p:sp>
          <p:nvSpPr>
            <p:cNvPr id="1038" name="Rectangle 11">
              <a:extLst>
                <a:ext uri="{FF2B5EF4-FFF2-40B4-BE49-F238E27FC236}">
                  <a16:creationId xmlns:a16="http://schemas.microsoft.com/office/drawing/2014/main" id="{1B1A36D5-9E03-4787-8764-E9304CD347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039" name="Rectangle 12">
              <a:extLst>
                <a:ext uri="{FF2B5EF4-FFF2-40B4-BE49-F238E27FC236}">
                  <a16:creationId xmlns:a16="http://schemas.microsoft.com/office/drawing/2014/main" id="{095E3105-8C9C-402F-954A-8CE67F359D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rgbClr val="9999CC"/>
                </a:solidFill>
              </a:endParaRPr>
            </a:p>
          </p:txBody>
        </p:sp>
        <p:sp>
          <p:nvSpPr>
            <p:cNvPr id="1040" name="Rectangle 13">
              <a:extLst>
                <a:ext uri="{FF2B5EF4-FFF2-40B4-BE49-F238E27FC236}">
                  <a16:creationId xmlns:a16="http://schemas.microsoft.com/office/drawing/2014/main" id="{DB4B5BEE-5E02-4081-8986-3C57A62BB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rgbClr val="9999CC"/>
                </a:solidFill>
              </a:endParaRPr>
            </a:p>
          </p:txBody>
        </p:sp>
      </p:grpSp>
      <p:sp>
        <p:nvSpPr>
          <p:cNvPr id="2053" name="Rectangle 14">
            <a:extLst>
              <a:ext uri="{FF2B5EF4-FFF2-40B4-BE49-F238E27FC236}">
                <a16:creationId xmlns:a16="http://schemas.microsoft.com/office/drawing/2014/main" id="{4BCEDAC8-48D6-4363-B761-B00A8129EF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he-IL" altLang="en-US"/>
              <a:t>לחץ כדי לערוך סגנון כותרת של תבנית בסיס</a:t>
            </a:r>
          </a:p>
        </p:txBody>
      </p:sp>
      <p:sp>
        <p:nvSpPr>
          <p:cNvPr id="2054" name="Rectangle 15">
            <a:extLst>
              <a:ext uri="{FF2B5EF4-FFF2-40B4-BE49-F238E27FC236}">
                <a16:creationId xmlns:a16="http://schemas.microsoft.com/office/drawing/2014/main" id="{8AA504DE-23B5-4E2D-8B25-F7B454AE1F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e-IL" altLang="en-US"/>
              <a:t>לחץ כדי לערוך סגנונות טקסט של תבנית בסיס</a:t>
            </a:r>
          </a:p>
          <a:p>
            <a:pPr lvl="1"/>
            <a:r>
              <a:rPr lang="he-IL" altLang="en-US"/>
              <a:t>רמה שנייה</a:t>
            </a:r>
          </a:p>
          <a:p>
            <a:pPr lvl="2"/>
            <a:r>
              <a:rPr lang="he-IL" altLang="en-US"/>
              <a:t>רמה שלישית</a:t>
            </a:r>
          </a:p>
          <a:p>
            <a:pPr lvl="3"/>
            <a:r>
              <a:rPr lang="he-IL" altLang="en-US"/>
              <a:t>רמה רביעית</a:t>
            </a:r>
          </a:p>
          <a:p>
            <a:pPr lvl="4"/>
            <a:r>
              <a:rPr lang="he-IL" altLang="en-US"/>
              <a:t>רמה חמישית</a:t>
            </a:r>
          </a:p>
        </p:txBody>
      </p:sp>
      <p:sp>
        <p:nvSpPr>
          <p:cNvPr id="339984" name="Rectangle 16">
            <a:extLst>
              <a:ext uri="{FF2B5EF4-FFF2-40B4-BE49-F238E27FC236}">
                <a16:creationId xmlns:a16="http://schemas.microsoft.com/office/drawing/2014/main" id="{29BE367D-8434-4198-8DEC-490E612DE01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hangingPunct="1">
              <a:defRPr sz="12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39" r:id="rId2"/>
    <p:sldLayoutId id="2147483840" r:id="rId3"/>
    <p:sldLayoutId id="2147483841" r:id="rId4"/>
    <p:sldLayoutId id="2147483842" r:id="rId5"/>
    <p:sldLayoutId id="2147483843" r:id="rId6"/>
    <p:sldLayoutId id="2147483844" r:id="rId7"/>
    <p:sldLayoutId id="2147483845" r:id="rId8"/>
    <p:sldLayoutId id="2147483846" r:id="rId9"/>
    <p:sldLayoutId id="2147483847" r:id="rId10"/>
    <p:sldLayoutId id="2147483848" r:id="rId11"/>
    <p:sldLayoutId id="2147483849" r:id="rId12"/>
    <p:sldLayoutId id="2147483850" r:id="rId13"/>
  </p:sldLayoutIdLst>
  <p:hf hdr="0" ftr="0" dt="0"/>
  <p:txStyles>
    <p:titleStyle>
      <a:lvl1pPr algn="l" rtl="1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1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2pPr>
      <a:lvl3pPr algn="l" rtl="1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3pPr>
      <a:lvl4pPr algn="l" rtl="1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4pPr>
      <a:lvl5pPr algn="l" rtl="1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5pPr>
      <a:lvl6pPr marL="457200" algn="l" rtl="1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6pPr>
      <a:lvl7pPr marL="914400" algn="l" rtl="1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7pPr>
      <a:lvl8pPr marL="1371600" algn="l" rtl="1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8pPr>
      <a:lvl9pPr marL="1828800" algn="l" rtl="1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983BC3F-A72F-44E2-9BA9-981B28EBF6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5288" y="115888"/>
            <a:ext cx="8353425" cy="6626225"/>
          </a:xfrm>
          <a:prstGeom prst="rect">
            <a:avLst/>
          </a:prstGeom>
          <a:solidFill>
            <a:schemeClr val="bg1">
              <a:alpha val="74901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5pPr>
            <a:lvl6pPr marL="25146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6pPr>
            <a:lvl7pPr marL="29718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7pPr>
            <a:lvl8pPr marL="34290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8pPr>
            <a:lvl9pPr marL="38862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9pPr>
          </a:lstStyle>
          <a:p>
            <a:pPr algn="ctr" rtl="1" eaLnBrk="1" hangingPunct="1">
              <a:spcBef>
                <a:spcPct val="50000"/>
              </a:spcBef>
              <a:defRPr/>
            </a:pPr>
            <a:endParaRPr lang="en-US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9F610B5D-16F4-4FDC-81F3-036F122EBB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692150"/>
            <a:ext cx="8353425" cy="586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9EFF6525-D7C5-465A-B603-8A5B708C47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4213" y="188913"/>
            <a:ext cx="8135937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6853" name="Rectangle 5">
            <a:extLst>
              <a:ext uri="{FF2B5EF4-FFF2-40B4-BE49-F238E27FC236}">
                <a16:creationId xmlns:a16="http://schemas.microsoft.com/office/drawing/2014/main" id="{CAC9C123-4846-43C0-827B-2A335C0E823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584950"/>
            <a:ext cx="2133600" cy="19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hangingPunct="1">
              <a:spcBef>
                <a:spcPct val="0"/>
              </a:spcBef>
              <a:defRPr sz="1000" b="0">
                <a:solidFill>
                  <a:srgbClr val="000000"/>
                </a:solidFill>
                <a:latin typeface="Tahoma" pitchFamily="34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6854" name="Rectangle 6">
            <a:extLst>
              <a:ext uri="{FF2B5EF4-FFF2-40B4-BE49-F238E27FC236}">
                <a16:creationId xmlns:a16="http://schemas.microsoft.com/office/drawing/2014/main" id="{C3860D68-3BDA-4037-A2F8-FD830473C85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613525"/>
            <a:ext cx="28956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1" hangingPunct="1">
              <a:spcBef>
                <a:spcPct val="0"/>
              </a:spcBef>
              <a:defRPr sz="1000" b="0">
                <a:solidFill>
                  <a:srgbClr val="000000"/>
                </a:solidFill>
                <a:latin typeface="Tahoma" pitchFamily="34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6855" name="Rectangle 7">
            <a:extLst>
              <a:ext uri="{FF2B5EF4-FFF2-40B4-BE49-F238E27FC236}">
                <a16:creationId xmlns:a16="http://schemas.microsoft.com/office/drawing/2014/main" id="{BD51B911-A0A7-4ED2-89A0-92D94233459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613525"/>
            <a:ext cx="21336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b="0">
                <a:solidFill>
                  <a:srgbClr val="000000"/>
                </a:solidFill>
                <a:latin typeface="Tahoma" panose="020B0604030504040204" pitchFamily="34" charset="0"/>
              </a:defRPr>
            </a:lvl1pPr>
          </a:lstStyle>
          <a:p>
            <a:fld id="{F0297884-4F62-4B10-BB02-1C7BF993B046}" type="slidenum">
              <a:rPr lang="he-IL" altLang="en-US"/>
              <a:pPr/>
              <a:t>‹#›</a:t>
            </a:fld>
            <a:endParaRPr lang="en-US" altLang="en-US"/>
          </a:p>
        </p:txBody>
      </p:sp>
      <p:pic>
        <p:nvPicPr>
          <p:cNvPr id="3080" name="Picture 8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CA89F204-9C4A-4CFF-92EB-66207E0F94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lum bright="-18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27550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  <p:sldLayoutId id="2147483859" r:id="rId6"/>
    <p:sldLayoutId id="2147483860" r:id="rId7"/>
    <p:sldLayoutId id="2147483861" r:id="rId8"/>
    <p:sldLayoutId id="2147483862" r:id="rId9"/>
    <p:sldLayoutId id="2147483863" r:id="rId10"/>
    <p:sldLayoutId id="2147483864" r:id="rId11"/>
  </p:sldLayoutIdLst>
  <p:transition spd="med">
    <p:fade thruBlk="1"/>
  </p:transition>
  <p:hf hdr="0" ft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Arial Black" pitchFamily="34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Arial Black" pitchFamily="34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Arial Black" pitchFamily="34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Arial Black" pitchFamily="34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Arial Black" pitchFamily="34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Arial Black" pitchFamily="34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Arial Black" pitchFamily="34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Arial Black" pitchFamily="34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v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800" b="1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FFFFFF"/>
            </a:gs>
            <a:gs pos="100000">
              <a:srgbClr val="9999FF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0" descr="image_home"/>
          <p:cNvPicPr>
            <a:picLocks noChangeAspect="1" noChangeArrowheads="1"/>
          </p:cNvPicPr>
          <p:nvPr/>
        </p:nvPicPr>
        <p:blipFill>
          <a:blip r:embed="rId13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5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ChangeArrowheads="1"/>
          </p:cNvSpPr>
          <p:nvPr/>
        </p:nvSpPr>
        <p:spPr bwMode="auto">
          <a:xfrm>
            <a:off x="179389" y="188913"/>
            <a:ext cx="8713787" cy="6335712"/>
          </a:xfrm>
          <a:prstGeom prst="rect">
            <a:avLst/>
          </a:prstGeom>
          <a:solidFill>
            <a:schemeClr val="bg1">
              <a:alpha val="9294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endParaRPr lang="en-US" altLang="en-US" sz="3000"/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9" y="908050"/>
            <a:ext cx="8713787" cy="565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53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188915"/>
            <a:ext cx="8353425" cy="71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5360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584950"/>
            <a:ext cx="2133600" cy="19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hangingPunct="1">
              <a:spcBef>
                <a:spcPct val="0"/>
              </a:spcBef>
              <a:defRPr sz="750" b="0">
                <a:solidFill>
                  <a:srgbClr val="000000"/>
                </a:solidFill>
                <a:latin typeface="Tahoma" pitchFamily="34" charset="0"/>
                <a:cs typeface="Arial" charset="0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15360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613527"/>
            <a:ext cx="28956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1" hangingPunct="1">
              <a:spcBef>
                <a:spcPct val="0"/>
              </a:spcBef>
              <a:defRPr sz="750" b="0">
                <a:solidFill>
                  <a:srgbClr val="000000"/>
                </a:solidFill>
                <a:latin typeface="Tahoma" pitchFamily="34" charset="0"/>
                <a:cs typeface="Arial" charset="0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15360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613527"/>
            <a:ext cx="21336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0" eaLnBrk="1" hangingPunct="1">
              <a:spcBef>
                <a:spcPct val="0"/>
              </a:spcBef>
              <a:defRPr sz="750" b="0">
                <a:solidFill>
                  <a:srgbClr val="000000"/>
                </a:solidFill>
                <a:latin typeface="Tahoma" panose="020B0604030504040204" pitchFamily="34" charset="0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fld id="{C9ABF485-3162-4834-85DC-F40864B772E4}" type="slidenum">
              <a:rPr lang="he-IL" altLang="en-US"/>
              <a:pPr fontAlgn="base">
                <a:spcAft>
                  <a:spcPct val="0"/>
                </a:spcAft>
                <a:defRPr/>
              </a:pPr>
              <a:t>‹#›</a:t>
            </a:fld>
            <a:endParaRPr lang="en-US" altLang="en-US"/>
          </a:p>
        </p:txBody>
      </p:sp>
      <p:pic>
        <p:nvPicPr>
          <p:cNvPr id="2057" name="Picture 8" descr="MCj04325580000[1]">
            <a:hlinkClick r:id="" action="ppaction://hlinkshowjump?jump=endshow"/>
          </p:cNvPr>
          <p:cNvPicPr>
            <a:picLocks noChangeAspect="1" noChangeArrowheads="1"/>
          </p:cNvPicPr>
          <p:nvPr/>
        </p:nvPicPr>
        <p:blipFill>
          <a:blip r:embed="rId1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80969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67" r:id="rId2"/>
    <p:sldLayoutId id="2147483868" r:id="rId3"/>
    <p:sldLayoutId id="2147483869" r:id="rId4"/>
    <p:sldLayoutId id="2147483870" r:id="rId5"/>
    <p:sldLayoutId id="2147483871" r:id="rId6"/>
    <p:sldLayoutId id="2147483872" r:id="rId7"/>
    <p:sldLayoutId id="2147483873" r:id="rId8"/>
    <p:sldLayoutId id="2147483874" r:id="rId9"/>
    <p:sldLayoutId id="2147483875" r:id="rId10"/>
    <p:sldLayoutId id="2147483876" r:id="rId11"/>
  </p:sldLayoutIdLst>
  <p:transition spd="med">
    <p:fade thruBlk="1"/>
  </p:transition>
  <p:hf hdr="0" ft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2700" b="1">
          <a:solidFill>
            <a:srgbClr val="990033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2700" b="1">
          <a:solidFill>
            <a:srgbClr val="990033"/>
          </a:solidFill>
          <a:latin typeface="Arial Black" pitchFamily="34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2700" b="1">
          <a:solidFill>
            <a:srgbClr val="990033"/>
          </a:solidFill>
          <a:latin typeface="Arial Black" pitchFamily="34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2700" b="1">
          <a:solidFill>
            <a:srgbClr val="990033"/>
          </a:solidFill>
          <a:latin typeface="Arial Black" pitchFamily="34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2700" b="1">
          <a:solidFill>
            <a:srgbClr val="990033"/>
          </a:solidFill>
          <a:latin typeface="Arial Black" pitchFamily="34" charset="0"/>
          <a:cs typeface="Arial" charset="0"/>
        </a:defRPr>
      </a:lvl5pPr>
      <a:lvl6pPr marL="342900" algn="ctr" rtl="1" fontAlgn="base">
        <a:spcBef>
          <a:spcPct val="0"/>
        </a:spcBef>
        <a:spcAft>
          <a:spcPct val="0"/>
        </a:spcAft>
        <a:defRPr sz="2700" b="1">
          <a:solidFill>
            <a:srgbClr val="990033"/>
          </a:solidFill>
          <a:latin typeface="Arial Black" pitchFamily="34" charset="0"/>
          <a:cs typeface="Arial" charset="0"/>
        </a:defRPr>
      </a:lvl6pPr>
      <a:lvl7pPr marL="685800" algn="ctr" rtl="1" fontAlgn="base">
        <a:spcBef>
          <a:spcPct val="0"/>
        </a:spcBef>
        <a:spcAft>
          <a:spcPct val="0"/>
        </a:spcAft>
        <a:defRPr sz="2700" b="1">
          <a:solidFill>
            <a:srgbClr val="990033"/>
          </a:solidFill>
          <a:latin typeface="Arial Black" pitchFamily="34" charset="0"/>
          <a:cs typeface="Arial" charset="0"/>
        </a:defRPr>
      </a:lvl7pPr>
      <a:lvl8pPr marL="1028700" algn="ctr" rtl="1" fontAlgn="base">
        <a:spcBef>
          <a:spcPct val="0"/>
        </a:spcBef>
        <a:spcAft>
          <a:spcPct val="0"/>
        </a:spcAft>
        <a:defRPr sz="2700" b="1">
          <a:solidFill>
            <a:srgbClr val="990033"/>
          </a:solidFill>
          <a:latin typeface="Arial Black" pitchFamily="34" charset="0"/>
          <a:cs typeface="Arial" charset="0"/>
        </a:defRPr>
      </a:lvl8pPr>
      <a:lvl9pPr marL="1371600" algn="ctr" rtl="1" fontAlgn="base">
        <a:spcBef>
          <a:spcPct val="0"/>
        </a:spcBef>
        <a:spcAft>
          <a:spcPct val="0"/>
        </a:spcAft>
        <a:defRPr sz="2700" b="1">
          <a:solidFill>
            <a:srgbClr val="990033"/>
          </a:solidFill>
          <a:latin typeface="Arial Black" pitchFamily="34" charset="0"/>
          <a:cs typeface="Arial" charset="0"/>
        </a:defRPr>
      </a:lvl9pPr>
    </p:titleStyle>
    <p:bodyStyle>
      <a:lvl1pPr marL="257175" indent="-257175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5"/>
        </a:buBlip>
        <a:defRPr sz="2400" b="1">
          <a:solidFill>
            <a:schemeClr val="accent2"/>
          </a:solidFill>
          <a:latin typeface="+mn-lt"/>
          <a:ea typeface="+mn-ea"/>
          <a:cs typeface="+mn-cs"/>
        </a:defRPr>
      </a:lvl1pPr>
      <a:lvl2pPr marL="557213" indent="-214313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5"/>
        </a:buBlip>
        <a:defRPr sz="2100" b="1">
          <a:solidFill>
            <a:schemeClr val="accent2"/>
          </a:solidFill>
          <a:latin typeface="+mn-lt"/>
          <a:cs typeface="+mn-cs"/>
        </a:defRPr>
      </a:lvl2pPr>
      <a:lvl3pPr marL="857250" indent="-17145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5"/>
        </a:buBlip>
        <a:defRPr sz="1800" b="1">
          <a:solidFill>
            <a:schemeClr val="accent2"/>
          </a:solidFill>
          <a:latin typeface="+mn-lt"/>
          <a:cs typeface="+mn-cs"/>
        </a:defRPr>
      </a:lvl3pPr>
      <a:lvl4pPr marL="1200150" indent="-17145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5"/>
        </a:buBlip>
        <a:defRPr sz="1500" b="1">
          <a:solidFill>
            <a:schemeClr val="accent2"/>
          </a:solidFill>
          <a:latin typeface="+mn-lt"/>
          <a:cs typeface="+mn-cs"/>
        </a:defRPr>
      </a:lvl4pPr>
      <a:lvl5pPr marL="1543050" indent="-17145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5"/>
        </a:buBlip>
        <a:defRPr sz="1200" b="1">
          <a:solidFill>
            <a:schemeClr val="accent2"/>
          </a:solidFill>
          <a:latin typeface="+mn-lt"/>
          <a:cs typeface="+mn-cs"/>
        </a:defRPr>
      </a:lvl5pPr>
      <a:lvl6pPr marL="1885950" indent="-171450" algn="r" rtl="1" fontAlgn="base">
        <a:spcBef>
          <a:spcPct val="20000"/>
        </a:spcBef>
        <a:spcAft>
          <a:spcPct val="0"/>
        </a:spcAft>
        <a:buSzPct val="70000"/>
        <a:buBlip>
          <a:blip r:embed="rId15"/>
        </a:buBlip>
        <a:defRPr sz="1200" b="1">
          <a:solidFill>
            <a:schemeClr val="accent2"/>
          </a:solidFill>
          <a:latin typeface="+mn-lt"/>
          <a:cs typeface="+mn-cs"/>
        </a:defRPr>
      </a:lvl6pPr>
      <a:lvl7pPr marL="2228850" indent="-171450" algn="r" rtl="1" fontAlgn="base">
        <a:spcBef>
          <a:spcPct val="20000"/>
        </a:spcBef>
        <a:spcAft>
          <a:spcPct val="0"/>
        </a:spcAft>
        <a:buSzPct val="70000"/>
        <a:buBlip>
          <a:blip r:embed="rId15"/>
        </a:buBlip>
        <a:defRPr sz="1200" b="1">
          <a:solidFill>
            <a:schemeClr val="accent2"/>
          </a:solidFill>
          <a:latin typeface="+mn-lt"/>
          <a:cs typeface="+mn-cs"/>
        </a:defRPr>
      </a:lvl7pPr>
      <a:lvl8pPr marL="2571750" indent="-171450" algn="r" rtl="1" fontAlgn="base">
        <a:spcBef>
          <a:spcPct val="20000"/>
        </a:spcBef>
        <a:spcAft>
          <a:spcPct val="0"/>
        </a:spcAft>
        <a:buSzPct val="70000"/>
        <a:buBlip>
          <a:blip r:embed="rId15"/>
        </a:buBlip>
        <a:defRPr sz="1200" b="1">
          <a:solidFill>
            <a:schemeClr val="accent2"/>
          </a:solidFill>
          <a:latin typeface="+mn-lt"/>
          <a:cs typeface="+mn-cs"/>
        </a:defRPr>
      </a:lvl8pPr>
      <a:lvl9pPr marL="2914650" indent="-171450" algn="r" rtl="1" fontAlgn="base">
        <a:spcBef>
          <a:spcPct val="20000"/>
        </a:spcBef>
        <a:spcAft>
          <a:spcPct val="0"/>
        </a:spcAft>
        <a:buSzPct val="70000"/>
        <a:buBlip>
          <a:blip r:embed="rId15"/>
        </a:buBlip>
        <a:defRPr sz="1200" b="1">
          <a:solidFill>
            <a:schemeClr val="accent2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FFFFFF"/>
            </a:gs>
            <a:gs pos="100000">
              <a:srgbClr val="9999FF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image_home">
            <a:extLst>
              <a:ext uri="{FF2B5EF4-FFF2-40B4-BE49-F238E27FC236}">
                <a16:creationId xmlns:a16="http://schemas.microsoft.com/office/drawing/2014/main" id="{B38D1629-B5DF-4ACE-AA01-9EA283623E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2">
            <a:extLst>
              <a:ext uri="{FF2B5EF4-FFF2-40B4-BE49-F238E27FC236}">
                <a16:creationId xmlns:a16="http://schemas.microsoft.com/office/drawing/2014/main" id="{1E4279C9-8777-499E-B115-335D4DEC0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88913"/>
            <a:ext cx="8713787" cy="6335712"/>
          </a:xfrm>
          <a:prstGeom prst="rect">
            <a:avLst/>
          </a:prstGeom>
          <a:solidFill>
            <a:schemeClr val="bg1">
              <a:alpha val="92940"/>
            </a:schemeClr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5pPr>
            <a:lvl6pPr marL="25146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6pPr>
            <a:lvl7pPr marL="29718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7pPr>
            <a:lvl8pPr marL="34290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8pPr>
            <a:lvl9pPr marL="38862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9pPr>
          </a:lstStyle>
          <a:p>
            <a:pPr algn="ctr" rtl="1" eaLnBrk="1" hangingPunct="1">
              <a:spcBef>
                <a:spcPct val="50000"/>
              </a:spcBef>
              <a:defRPr/>
            </a:pPr>
            <a:endParaRPr lang="en-US" altLang="en-US"/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B6A43746-9F32-427D-90CF-A86BBF5ECE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08050"/>
            <a:ext cx="8713787" cy="565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4">
            <a:extLst>
              <a:ext uri="{FF2B5EF4-FFF2-40B4-BE49-F238E27FC236}">
                <a16:creationId xmlns:a16="http://schemas.microsoft.com/office/drawing/2014/main" id="{34BA4B4E-B2FC-4A27-AE6E-6C9D2E532F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188913"/>
            <a:ext cx="8353425" cy="71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53605" name="Rectangle 5">
            <a:extLst>
              <a:ext uri="{FF2B5EF4-FFF2-40B4-BE49-F238E27FC236}">
                <a16:creationId xmlns:a16="http://schemas.microsoft.com/office/drawing/2014/main" id="{3A3F1678-BF99-45E4-AD5D-405E5C6DC26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584950"/>
            <a:ext cx="2133600" cy="1968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hangingPunct="1">
              <a:spcBef>
                <a:spcPct val="0"/>
              </a:spcBef>
              <a:defRPr sz="1000" b="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06" name="Rectangle 6">
            <a:extLst>
              <a:ext uri="{FF2B5EF4-FFF2-40B4-BE49-F238E27FC236}">
                <a16:creationId xmlns:a16="http://schemas.microsoft.com/office/drawing/2014/main" id="{4F369428-C086-4D0F-8477-E30DE28DCBB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613525"/>
            <a:ext cx="2895600" cy="1682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1" hangingPunct="1">
              <a:spcBef>
                <a:spcPct val="0"/>
              </a:spcBef>
              <a:defRPr sz="1000" b="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07" name="Rectangle 7">
            <a:extLst>
              <a:ext uri="{FF2B5EF4-FFF2-40B4-BE49-F238E27FC236}">
                <a16:creationId xmlns:a16="http://schemas.microsoft.com/office/drawing/2014/main" id="{879D17E1-C476-41CA-BC6E-0F26CFC86F3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613525"/>
            <a:ext cx="2133600" cy="1365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b="0">
                <a:solidFill>
                  <a:schemeClr val="tx1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36B69D22-94F2-4F8F-98C8-697BC8C05238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3" name="Picture 8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17E6F6EC-1900-44E1-B32F-6E020FF6E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2125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9" r:id="rId2"/>
    <p:sldLayoutId id="2147483880" r:id="rId3"/>
    <p:sldLayoutId id="2147483881" r:id="rId4"/>
    <p:sldLayoutId id="2147483882" r:id="rId5"/>
    <p:sldLayoutId id="2147483883" r:id="rId6"/>
    <p:sldLayoutId id="2147483884" r:id="rId7"/>
    <p:sldLayoutId id="2147483885" r:id="rId8"/>
    <p:sldLayoutId id="2147483886" r:id="rId9"/>
    <p:sldLayoutId id="2147483887" r:id="rId10"/>
    <p:sldLayoutId id="2147483888" r:id="rId11"/>
    <p:sldLayoutId id="2147483889" r:id="rId12"/>
    <p:sldLayoutId id="2147483890" r:id="rId13"/>
  </p:sldLayoutIdLst>
  <p:transition spd="med">
    <p:fade thruBlk="1"/>
  </p:transition>
  <p:hf hdr="0" ft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7"/>
        </a:buBlip>
        <a:defRPr sz="3200" b="1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7"/>
        </a:buBlip>
        <a:defRPr sz="2800" b="1">
          <a:solidFill>
            <a:schemeClr val="accent2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7"/>
        </a:buBlip>
        <a:defRPr sz="2400" b="1">
          <a:solidFill>
            <a:schemeClr val="accent2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1">
          <a:solidFill>
            <a:schemeClr val="accent2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7"/>
        </a:buBlip>
        <a:defRPr sz="1600" b="1">
          <a:solidFill>
            <a:schemeClr val="accent2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7"/>
        </a:buBlip>
        <a:defRPr sz="1600" b="1">
          <a:solidFill>
            <a:schemeClr val="accent2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7"/>
        </a:buBlip>
        <a:defRPr sz="1600" b="1">
          <a:solidFill>
            <a:schemeClr val="accent2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7"/>
        </a:buBlip>
        <a:defRPr sz="1600" b="1">
          <a:solidFill>
            <a:schemeClr val="accent2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7"/>
        </a:buBlip>
        <a:defRPr sz="1600" b="1">
          <a:solidFill>
            <a:schemeClr val="accent2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FFFFFF"/>
            </a:gs>
            <a:gs pos="100000">
              <a:srgbClr val="9999FF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image_home">
            <a:extLst>
              <a:ext uri="{FF2B5EF4-FFF2-40B4-BE49-F238E27FC236}">
                <a16:creationId xmlns:a16="http://schemas.microsoft.com/office/drawing/2014/main" id="{B0DAB8E1-BC89-4335-B271-63DDECBB8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>
            <a:extLst>
              <a:ext uri="{FF2B5EF4-FFF2-40B4-BE49-F238E27FC236}">
                <a16:creationId xmlns:a16="http://schemas.microsoft.com/office/drawing/2014/main" id="{7FEE548A-66B6-4E1F-AA8F-F238C0408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88913"/>
            <a:ext cx="8713787" cy="6335712"/>
          </a:xfrm>
          <a:prstGeom prst="rect">
            <a:avLst/>
          </a:prstGeom>
          <a:solidFill>
            <a:schemeClr val="bg1">
              <a:alpha val="9294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5pPr>
            <a:lvl6pPr marL="25146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6pPr>
            <a:lvl7pPr marL="29718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7pPr>
            <a:lvl8pPr marL="34290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8pPr>
            <a:lvl9pPr marL="38862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9pPr>
          </a:lstStyle>
          <a:p>
            <a:pPr algn="ctr" rtl="1" eaLnBrk="1" hangingPunct="1">
              <a:spcBef>
                <a:spcPct val="50000"/>
              </a:spcBef>
              <a:defRPr/>
            </a:pPr>
            <a:endParaRPr lang="en-US" altLang="en-US"/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B93D0282-52D9-4C7A-9918-52FC99D4F6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08050"/>
            <a:ext cx="8713787" cy="565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4">
            <a:extLst>
              <a:ext uri="{FF2B5EF4-FFF2-40B4-BE49-F238E27FC236}">
                <a16:creationId xmlns:a16="http://schemas.microsoft.com/office/drawing/2014/main" id="{D6F04914-1658-46D7-80E4-0ACD68853E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188913"/>
            <a:ext cx="8353425" cy="71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53605" name="Rectangle 5">
            <a:extLst>
              <a:ext uri="{FF2B5EF4-FFF2-40B4-BE49-F238E27FC236}">
                <a16:creationId xmlns:a16="http://schemas.microsoft.com/office/drawing/2014/main" id="{5BDC8000-29B3-4CAA-8FF4-5A29192F300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584950"/>
            <a:ext cx="2133600" cy="19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hangingPunct="1">
              <a:spcBef>
                <a:spcPct val="0"/>
              </a:spcBef>
              <a:defRPr sz="1000" b="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06" name="Rectangle 6">
            <a:extLst>
              <a:ext uri="{FF2B5EF4-FFF2-40B4-BE49-F238E27FC236}">
                <a16:creationId xmlns:a16="http://schemas.microsoft.com/office/drawing/2014/main" id="{6F725283-EF52-4881-9188-ECDC7F05413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613525"/>
            <a:ext cx="28956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1" hangingPunct="1">
              <a:spcBef>
                <a:spcPct val="0"/>
              </a:spcBef>
              <a:defRPr sz="1000" b="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07" name="Rectangle 7">
            <a:extLst>
              <a:ext uri="{FF2B5EF4-FFF2-40B4-BE49-F238E27FC236}">
                <a16:creationId xmlns:a16="http://schemas.microsoft.com/office/drawing/2014/main" id="{57C6EE51-8995-4B2B-AFEB-B8108A35011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613525"/>
            <a:ext cx="21336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b="0">
                <a:solidFill>
                  <a:schemeClr val="tx1"/>
                </a:solidFill>
                <a:latin typeface="Tahoma" panose="020B0604030504040204" pitchFamily="34" charset="0"/>
              </a:defRPr>
            </a:lvl1pPr>
          </a:lstStyle>
          <a:p>
            <a:fld id="{CF3E1478-1B36-4D3D-8E3C-D01313112EAA}" type="slidenum">
              <a:rPr lang="he-IL" altLang="en-US"/>
              <a:pPr/>
              <a:t>‹#›</a:t>
            </a:fld>
            <a:endParaRPr lang="en-US" altLang="en-US"/>
          </a:p>
        </p:txBody>
      </p:sp>
      <p:pic>
        <p:nvPicPr>
          <p:cNvPr id="1033" name="Picture 8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1093C819-7713-4D46-85C4-3351232E84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6905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</p:sldLayoutIdLst>
  <p:transition spd="med">
    <p:fade thruBlk="1"/>
  </p:transition>
  <p:hf hdr="0" ft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5"/>
        </a:buBlip>
        <a:defRPr sz="3200" b="1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5"/>
        </a:buBlip>
        <a:defRPr sz="2800" b="1">
          <a:solidFill>
            <a:schemeClr val="accent2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5"/>
        </a:buBlip>
        <a:defRPr sz="2400" b="1">
          <a:solidFill>
            <a:schemeClr val="accent2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5"/>
        </a:buBlip>
        <a:defRPr sz="2000" b="1">
          <a:solidFill>
            <a:schemeClr val="accent2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5"/>
        </a:buBlip>
        <a:defRPr sz="1600" b="1">
          <a:solidFill>
            <a:schemeClr val="accent2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5"/>
        </a:buBlip>
        <a:defRPr sz="1600" b="1">
          <a:solidFill>
            <a:schemeClr val="accent2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5"/>
        </a:buBlip>
        <a:defRPr sz="1600" b="1">
          <a:solidFill>
            <a:schemeClr val="accent2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5"/>
        </a:buBlip>
        <a:defRPr sz="1600" b="1">
          <a:solidFill>
            <a:schemeClr val="accent2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5"/>
        </a:buBlip>
        <a:defRPr sz="1600" b="1">
          <a:solidFill>
            <a:schemeClr val="accent2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FFFFFF"/>
            </a:gs>
            <a:gs pos="100000">
              <a:srgbClr val="9999FF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image_home">
            <a:extLst>
              <a:ext uri="{FF2B5EF4-FFF2-40B4-BE49-F238E27FC236}">
                <a16:creationId xmlns:a16="http://schemas.microsoft.com/office/drawing/2014/main" id="{CF1CEE98-9E02-4224-9F53-FD483DA40D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>
            <a:extLst>
              <a:ext uri="{FF2B5EF4-FFF2-40B4-BE49-F238E27FC236}">
                <a16:creationId xmlns:a16="http://schemas.microsoft.com/office/drawing/2014/main" id="{062F1DB7-08ED-4F39-9750-917542BD0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88913"/>
            <a:ext cx="8713787" cy="6335712"/>
          </a:xfrm>
          <a:prstGeom prst="rect">
            <a:avLst/>
          </a:prstGeom>
          <a:solidFill>
            <a:schemeClr val="bg1">
              <a:alpha val="9294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5pPr>
            <a:lvl6pPr marL="25146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6pPr>
            <a:lvl7pPr marL="29718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7pPr>
            <a:lvl8pPr marL="34290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8pPr>
            <a:lvl9pPr marL="38862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9pPr>
          </a:lstStyle>
          <a:p>
            <a:pPr algn="ctr" rtl="1" eaLnBrk="1" hangingPunct="1">
              <a:spcBef>
                <a:spcPct val="50000"/>
              </a:spcBef>
              <a:defRPr/>
            </a:pPr>
            <a:endParaRPr lang="en-US" altLang="en-US"/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30BECA30-E100-4EE4-81B0-38CCB93E84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08050"/>
            <a:ext cx="8713787" cy="565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4">
            <a:extLst>
              <a:ext uri="{FF2B5EF4-FFF2-40B4-BE49-F238E27FC236}">
                <a16:creationId xmlns:a16="http://schemas.microsoft.com/office/drawing/2014/main" id="{04163140-AB63-46E4-B76B-E55520507C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188913"/>
            <a:ext cx="8353425" cy="71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53605" name="Rectangle 5">
            <a:extLst>
              <a:ext uri="{FF2B5EF4-FFF2-40B4-BE49-F238E27FC236}">
                <a16:creationId xmlns:a16="http://schemas.microsoft.com/office/drawing/2014/main" id="{C9735453-941D-498A-9B44-012AB010AC2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584950"/>
            <a:ext cx="2133600" cy="19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hangingPunct="1">
              <a:spcBef>
                <a:spcPct val="0"/>
              </a:spcBef>
              <a:defRPr sz="1000" b="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06" name="Rectangle 6">
            <a:extLst>
              <a:ext uri="{FF2B5EF4-FFF2-40B4-BE49-F238E27FC236}">
                <a16:creationId xmlns:a16="http://schemas.microsoft.com/office/drawing/2014/main" id="{4CFF9A5F-1547-4289-B40B-3D360792EB3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613525"/>
            <a:ext cx="28956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1" hangingPunct="1">
              <a:spcBef>
                <a:spcPct val="0"/>
              </a:spcBef>
              <a:defRPr sz="1000" b="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07" name="Rectangle 7">
            <a:extLst>
              <a:ext uri="{FF2B5EF4-FFF2-40B4-BE49-F238E27FC236}">
                <a16:creationId xmlns:a16="http://schemas.microsoft.com/office/drawing/2014/main" id="{4B90CB67-FF59-41D6-9F28-51264D3BE5F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613525"/>
            <a:ext cx="21336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b="0">
                <a:solidFill>
                  <a:schemeClr val="tx1"/>
                </a:solidFill>
                <a:latin typeface="Tahoma" panose="020B0604030504040204" pitchFamily="34" charset="0"/>
              </a:defRPr>
            </a:lvl1pPr>
          </a:lstStyle>
          <a:p>
            <a:fld id="{FEEE3CF2-A36A-4618-B5CC-74B5C76D2C9D}" type="slidenum">
              <a:rPr lang="he-IL" altLang="en-US"/>
              <a:pPr/>
              <a:t>‹#›</a:t>
            </a:fld>
            <a:endParaRPr lang="en-US" altLang="en-US"/>
          </a:p>
        </p:txBody>
      </p:sp>
      <p:pic>
        <p:nvPicPr>
          <p:cNvPr id="1033" name="Picture 8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825F1D14-A2CE-4726-980F-FD4D794A35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0563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5" r:id="rId2"/>
    <p:sldLayoutId id="2147483906" r:id="rId3"/>
    <p:sldLayoutId id="2147483907" r:id="rId4"/>
    <p:sldLayoutId id="2147483908" r:id="rId5"/>
    <p:sldLayoutId id="2147483909" r:id="rId6"/>
    <p:sldLayoutId id="2147483910" r:id="rId7"/>
    <p:sldLayoutId id="2147483911" r:id="rId8"/>
    <p:sldLayoutId id="2147483912" r:id="rId9"/>
    <p:sldLayoutId id="2147483913" r:id="rId10"/>
    <p:sldLayoutId id="2147483914" r:id="rId11"/>
  </p:sldLayoutIdLst>
  <p:transition spd="med">
    <p:fade thruBlk="1"/>
  </p:transition>
  <p:hf hdr="0" ft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5"/>
        </a:buBlip>
        <a:defRPr sz="3200" b="1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5"/>
        </a:buBlip>
        <a:defRPr sz="2800" b="1">
          <a:solidFill>
            <a:schemeClr val="accent2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5"/>
        </a:buBlip>
        <a:defRPr sz="2400" b="1">
          <a:solidFill>
            <a:schemeClr val="accent2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5"/>
        </a:buBlip>
        <a:defRPr sz="2000" b="1">
          <a:solidFill>
            <a:schemeClr val="accent2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5"/>
        </a:buBlip>
        <a:defRPr sz="1600" b="1">
          <a:solidFill>
            <a:schemeClr val="accent2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5"/>
        </a:buBlip>
        <a:defRPr sz="1600" b="1">
          <a:solidFill>
            <a:schemeClr val="accent2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5"/>
        </a:buBlip>
        <a:defRPr sz="1600" b="1">
          <a:solidFill>
            <a:schemeClr val="accent2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5"/>
        </a:buBlip>
        <a:defRPr sz="1600" b="1">
          <a:solidFill>
            <a:schemeClr val="accent2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5"/>
        </a:buBlip>
        <a:defRPr sz="1600" b="1">
          <a:solidFill>
            <a:schemeClr val="accent2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1.xml"/><Relationship Id="rId5" Type="http://schemas.openxmlformats.org/officeDocument/2006/relationships/image" Target="../media/image8.png"/><Relationship Id="rId4" Type="http://schemas.openxmlformats.org/officeDocument/2006/relationships/hyperlink" Target="feedback2.avi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0FC2684-733E-44EA-B475-6D9CE531FC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 dirty="0"/>
              <a:t>משוב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3CD5A5-AB73-4757-8CFF-E854B08F2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DD0B73-E53D-4B67-8686-C4F34E79C713}" type="slidenum">
              <a:rPr lang="he-IL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7265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6CE1A-9854-4A35-80F7-BA274D2F2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188913"/>
            <a:ext cx="8353425" cy="719137"/>
          </a:xfrm>
        </p:spPr>
        <p:txBody>
          <a:bodyPr wrap="square" anchor="ctr">
            <a:normAutofit/>
          </a:bodyPr>
          <a:lstStyle/>
          <a:p>
            <a:r>
              <a:rPr lang="he-IL" dirty="0"/>
              <a:t>משוב</a:t>
            </a:r>
            <a:endParaRPr lang="en-US" dirty="0"/>
          </a:p>
        </p:txBody>
      </p:sp>
      <p:pic>
        <p:nvPicPr>
          <p:cNvPr id="1028" name="Picture 4" descr="רנה שני סרטים 054-8007997 - Publicações | Facebook">
            <a:extLst>
              <a:ext uri="{FF2B5EF4-FFF2-40B4-BE49-F238E27FC236}">
                <a16:creationId xmlns:a16="http://schemas.microsoft.com/office/drawing/2014/main" id="{3B2022FE-616D-40E2-A3AB-DE8CE07299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3161723"/>
            <a:ext cx="4279900" cy="3696277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613BC-5567-47C0-BE00-D643A97C65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-281925" y="1154430"/>
            <a:ext cx="8353425" cy="5651500"/>
          </a:xfrm>
        </p:spPr>
        <p:txBody>
          <a:bodyPr wrap="square" anchor="t">
            <a:normAutofit/>
          </a:bodyPr>
          <a:lstStyle/>
          <a:p>
            <a:r>
              <a:rPr lang="he-IL" dirty="0"/>
              <a:t>היבטים מהסרטון שכדאי לי לאמץ</a:t>
            </a:r>
          </a:p>
          <a:p>
            <a:r>
              <a:rPr lang="he-IL" dirty="0"/>
              <a:t>היבטים מהסרטון שאעדיף </a:t>
            </a:r>
            <a:r>
              <a:rPr lang="he-IL" u="sng" dirty="0"/>
              <a:t>לוותר</a:t>
            </a:r>
            <a:r>
              <a:rPr lang="he-IL" dirty="0"/>
              <a:t> עליהם</a:t>
            </a:r>
          </a:p>
          <a:p>
            <a:r>
              <a:rPr lang="he-IL" dirty="0"/>
              <a:t>היבטים שלא מופיעים בסרטון וכדאי להוסיף לדעתי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E6295-1CB3-4A74-BE9B-C0BA14755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6613525"/>
            <a:ext cx="2133600" cy="136525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1E91ACE-541A-4669-B9E6-BEC3BE14EA31}" type="slidenum">
              <a:rPr lang="he-IL" altLang="en-US" sz="300" smtClean="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US" altLang="en-US" sz="300"/>
          </a:p>
        </p:txBody>
      </p:sp>
    </p:spTree>
    <p:extLst>
      <p:ext uri="{BB962C8B-B14F-4D97-AF65-F5344CB8AC3E}">
        <p14:creationId xmlns:p14="http://schemas.microsoft.com/office/powerpoint/2010/main" val="1154416411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2A7F6-1DE5-4AD7-9E4D-8119A0BCA0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4BC6280-DD39-4B20-8D77-EEF86718F910}" type="slidenum">
              <a:rPr lang="he-IL" altLang="en-US" smtClean="0"/>
              <a:pPr>
                <a:defRPr/>
              </a:pPr>
              <a:t>3</a:t>
            </a:fld>
            <a:endParaRPr lang="en-US" altLang="en-US"/>
          </a:p>
        </p:txBody>
      </p:sp>
      <p:pic>
        <p:nvPicPr>
          <p:cNvPr id="1026" name="Picture 2" descr="Discussion Complex Like a Puzzle - Pictured As Word Discussion on a Puzzle  Pieces To Show that Discussion Can Be Difficult and Stock Illustration -  Illustration of demanding, complicated: 164222140">
            <a:extLst>
              <a:ext uri="{FF2B5EF4-FFF2-40B4-BE49-F238E27FC236}">
                <a16:creationId xmlns:a16="http://schemas.microsoft.com/office/drawing/2014/main" id="{7CA578EB-CB7F-4078-8C43-DD10857897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637755"/>
            <a:ext cx="6397302" cy="3582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6998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>
            <a:extLst>
              <a:ext uri="{FF2B5EF4-FFF2-40B4-BE49-F238E27FC236}">
                <a16:creationId xmlns:a16="http://schemas.microsoft.com/office/drawing/2014/main" id="{71F341DC-C572-445C-8EA0-0B1FA9605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7F754D-9C76-4A95-91A6-4907C76F6840}" type="slidenum">
              <a:rPr kumimoji="0" lang="he-IL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8F540531-2AAF-4120-921D-1D0E9BC74A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FAST FEEDBACK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C250A2A9-1710-4AEF-934D-8CF572AB00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buFont typeface="Wingdings" panose="05000000000000000000" pitchFamily="2" charset="2"/>
              <a:buNone/>
            </a:pPr>
            <a:endParaRPr lang="he-IL" altLang="en-US"/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/>
              <a:t>Frequent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/>
              <a:t>Accurate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/>
              <a:t>Specific</a:t>
            </a:r>
            <a:endParaRPr lang="he-IL" altLang="en-US"/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/>
              <a:t>Timely</a:t>
            </a:r>
          </a:p>
          <a:p>
            <a:pPr algn="l"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algn="l" eaLnBrk="1" hangingPunct="1">
              <a:buFont typeface="Wingdings" panose="05000000000000000000" pitchFamily="2" charset="2"/>
              <a:buNone/>
            </a:pPr>
            <a:endParaRPr lang="en-US" altLang="en-US"/>
          </a:p>
        </p:txBody>
      </p:sp>
      <p:pic>
        <p:nvPicPr>
          <p:cNvPr id="13317" name="Picture 4">
            <a:hlinkClick r:id="rId4" action="ppaction://hlinkfile"/>
            <a:extLst>
              <a:ext uri="{FF2B5EF4-FFF2-40B4-BE49-F238E27FC236}">
                <a16:creationId xmlns:a16="http://schemas.microsoft.com/office/drawing/2014/main" id="{91F7426C-4BF8-4325-B981-0067098D3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4005263"/>
            <a:ext cx="3144837" cy="2519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>
            <a:extLst>
              <a:ext uri="{FF2B5EF4-FFF2-40B4-BE49-F238E27FC236}">
                <a16:creationId xmlns:a16="http://schemas.microsoft.com/office/drawing/2014/main" id="{A181DA33-7310-49AF-B05C-F58F1EFB5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2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2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BE29E89-562B-4E3B-BE3D-198FC90B1199}" type="slidenum">
              <a:rPr kumimoji="0" lang="he-IL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5363" name="Picture 2">
            <a:extLst>
              <a:ext uri="{FF2B5EF4-FFF2-40B4-BE49-F238E27FC236}">
                <a16:creationId xmlns:a16="http://schemas.microsoft.com/office/drawing/2014/main" id="{AE1D8BC8-0D1B-4105-A537-0D6B3EE62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675" y="3213100"/>
            <a:ext cx="2200275" cy="2076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364" name="Text Box 3">
            <a:extLst>
              <a:ext uri="{FF2B5EF4-FFF2-40B4-BE49-F238E27FC236}">
                <a16:creationId xmlns:a16="http://schemas.microsoft.com/office/drawing/2014/main" id="{24338338-5E41-4AFA-9571-2FBE6EDAC2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1844675"/>
            <a:ext cx="5976938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2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2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מטרת המשוב: למוד ושפור ולא פגיעה</a:t>
            </a:r>
            <a:endParaRPr kumimoji="0" lang="en-US" altLang="en-US" sz="4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>
            <a:extLst>
              <a:ext uri="{FF2B5EF4-FFF2-40B4-BE49-F238E27FC236}">
                <a16:creationId xmlns:a16="http://schemas.microsoft.com/office/drawing/2014/main" id="{C19E20DF-C09C-4CDD-BC44-BE265021F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2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2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17BE72-4391-4561-BE02-5534DF3E9434}" type="slidenum">
              <a:rPr kumimoji="0" lang="he-IL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6D635B72-30EA-47DE-A9D0-106B73E0E2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e-IL" altLang="en-US" sz="3200"/>
              <a:t>עקרונות מתן משוב (1)</a:t>
            </a:r>
            <a:endParaRPr lang="en-US" altLang="en-US" sz="3200"/>
          </a:p>
        </p:txBody>
      </p:sp>
      <p:sp>
        <p:nvSpPr>
          <p:cNvPr id="475139" name="Rectangle 3">
            <a:extLst>
              <a:ext uri="{FF2B5EF4-FFF2-40B4-BE49-F238E27FC236}">
                <a16:creationId xmlns:a16="http://schemas.microsoft.com/office/drawing/2014/main" id="{3290D395-EAE1-4DF8-AC0C-B3FA6A69FE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838200"/>
            <a:ext cx="8839200" cy="6019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he-IL" altLang="en-US" sz="2000"/>
              <a:t>מתן המשוב בזמן מתאים, אווירה חיובית </a:t>
            </a:r>
          </a:p>
          <a:p>
            <a:pPr eaLnBrk="1" hangingPunct="1">
              <a:lnSpc>
                <a:spcPct val="80000"/>
              </a:lnSpc>
            </a:pPr>
            <a:r>
              <a:rPr lang="he-IL" altLang="en-US" sz="2000"/>
              <a:t>כנות ואותנטיות - אמון</a:t>
            </a:r>
          </a:p>
          <a:p>
            <a:pPr eaLnBrk="1" hangingPunct="1">
              <a:lnSpc>
                <a:spcPct val="80000"/>
              </a:lnSpc>
            </a:pPr>
            <a:r>
              <a:rPr lang="he-IL" altLang="en-US" sz="2000"/>
              <a:t>הגדרת מטרת המשוב</a:t>
            </a:r>
          </a:p>
          <a:p>
            <a:pPr lvl="1" eaLnBrk="1" hangingPunct="1">
              <a:lnSpc>
                <a:spcPct val="80000"/>
              </a:lnSpc>
            </a:pPr>
            <a:r>
              <a:rPr lang="he-IL" altLang="en-US" sz="1800"/>
              <a:t>הפחתת התנגדויות חששות ואי הבנות</a:t>
            </a:r>
          </a:p>
          <a:p>
            <a:pPr eaLnBrk="1" hangingPunct="1">
              <a:lnSpc>
                <a:spcPct val="80000"/>
              </a:lnSpc>
            </a:pPr>
            <a:r>
              <a:rPr lang="he-IL" altLang="en-US" sz="2000"/>
              <a:t> ישיר – מופנה באופן ישיר אל האדם עצמו.</a:t>
            </a:r>
          </a:p>
          <a:p>
            <a:pPr eaLnBrk="1" hangingPunct="1">
              <a:lnSpc>
                <a:spcPct val="80000"/>
              </a:lnSpc>
            </a:pPr>
            <a:r>
              <a:rPr lang="he-IL" altLang="en-US" sz="2000"/>
              <a:t> אישי – מנומק באופן אישי מדוע לנותן המשוב חשוב שהמצב ישתנה.</a:t>
            </a:r>
          </a:p>
          <a:p>
            <a:pPr eaLnBrk="1" hangingPunct="1">
              <a:lnSpc>
                <a:spcPct val="80000"/>
              </a:lnSpc>
            </a:pPr>
            <a:r>
              <a:rPr lang="he-IL" altLang="en-US" sz="2000"/>
              <a:t>מיידי – ניתן סמוך לארוע.</a:t>
            </a:r>
          </a:p>
          <a:p>
            <a:pPr eaLnBrk="1" hangingPunct="1">
              <a:lnSpc>
                <a:spcPct val="80000"/>
              </a:lnSpc>
            </a:pPr>
            <a:r>
              <a:rPr lang="he-IL" altLang="en-US" sz="2000"/>
              <a:t>מובן – מנוסח באופן ברור.</a:t>
            </a:r>
          </a:p>
          <a:p>
            <a:pPr eaLnBrk="1" hangingPunct="1">
              <a:lnSpc>
                <a:spcPct val="80000"/>
              </a:lnSpc>
            </a:pPr>
            <a:r>
              <a:rPr lang="he-IL" altLang="en-US" sz="2000"/>
              <a:t>ספציפי – מתייחס להתנהגות מסויימת ולא לתכונה.</a:t>
            </a:r>
          </a:p>
          <a:p>
            <a:pPr eaLnBrk="1" hangingPunct="1">
              <a:lnSpc>
                <a:spcPct val="80000"/>
              </a:lnSpc>
            </a:pPr>
            <a:r>
              <a:rPr lang="he-IL" altLang="en-US" sz="2000"/>
              <a:t>ניסוח תיאורי- תאור עובדות תוצאות, השלכות, והתנהגות (לא תכונות אופי!)</a:t>
            </a:r>
          </a:p>
          <a:p>
            <a:pPr lvl="1" eaLnBrk="1" hangingPunct="1">
              <a:lnSpc>
                <a:spcPct val="80000"/>
              </a:lnSpc>
            </a:pPr>
            <a:r>
              <a:rPr lang="he-IL" altLang="en-US" sz="1800"/>
              <a:t>ללא שיפוט אישי וללא "פרשנות" לגבי סיבות ההתנהגות תאור התנהגויות ולא תכונות אופי</a:t>
            </a:r>
          </a:p>
          <a:p>
            <a:pPr eaLnBrk="1" hangingPunct="1">
              <a:lnSpc>
                <a:spcPct val="80000"/>
              </a:lnSpc>
            </a:pPr>
            <a:r>
              <a:rPr lang="he-IL" altLang="en-US" sz="2000"/>
              <a:t>ניסוח - לא תובע ומאשים, חומר למחשבה.</a:t>
            </a:r>
          </a:p>
          <a:p>
            <a:pPr eaLnBrk="1" hangingPunct="1">
              <a:lnSpc>
                <a:spcPct val="80000"/>
              </a:lnSpc>
            </a:pPr>
            <a:r>
              <a:rPr lang="he-IL" altLang="en-US" sz="2000"/>
              <a:t> מינון מתאים בין החיובי לשלילי. </a:t>
            </a:r>
          </a:p>
          <a:p>
            <a:pPr lvl="1" eaLnBrk="1" hangingPunct="1">
              <a:lnSpc>
                <a:spcPct val="80000"/>
              </a:lnSpc>
            </a:pPr>
            <a:r>
              <a:rPr lang="he-IL" altLang="en-US" sz="1800"/>
              <a:t>למשוב חיובי השפעה רבה יותר. צריך להתייחס גם לצדדים שרוצים לעודד.</a:t>
            </a:r>
          </a:p>
          <a:p>
            <a:pPr lvl="1" eaLnBrk="1" hangingPunct="1">
              <a:lnSpc>
                <a:spcPct val="80000"/>
              </a:lnSpc>
            </a:pPr>
            <a:r>
              <a:rPr lang="he-IL" altLang="en-US" sz="1800"/>
              <a:t>"שיטת הסנדוויץ"?</a:t>
            </a:r>
          </a:p>
          <a:p>
            <a:pPr lvl="1" eaLnBrk="1" hangingPunct="1">
              <a:lnSpc>
                <a:spcPct val="80000"/>
              </a:lnSpc>
            </a:pPr>
            <a:r>
              <a:rPr lang="he-IL" altLang="en-US" sz="1800"/>
              <a:t>חוזקות- פסיכולוגיה חיובית</a:t>
            </a:r>
          </a:p>
          <a:p>
            <a:pPr eaLnBrk="1" hangingPunct="1">
              <a:lnSpc>
                <a:spcPct val="80000"/>
              </a:lnSpc>
            </a:pPr>
            <a:r>
              <a:rPr lang="he-IL" altLang="en-US" sz="2000"/>
              <a:t>שימוש במשפטי "אני" והמנעות ממשפטי "אתה"</a:t>
            </a:r>
          </a:p>
          <a:p>
            <a:pPr eaLnBrk="1" hangingPunct="1">
              <a:lnSpc>
                <a:spcPct val="80000"/>
              </a:lnSpc>
            </a:pPr>
            <a:r>
              <a:rPr lang="he-IL" altLang="en-US" sz="2000"/>
              <a:t>התאמת סגנון המסר לסגנון הנמען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he-IL" altLang="en-US" sz="200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000"/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5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5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75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5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75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75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75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75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751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751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751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751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751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751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7513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7513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7513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7513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5139" grpId="0" build="p" bldLvl="2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>
            <a:extLst>
              <a:ext uri="{FF2B5EF4-FFF2-40B4-BE49-F238E27FC236}">
                <a16:creationId xmlns:a16="http://schemas.microsoft.com/office/drawing/2014/main" id="{1500A352-0D71-4D9A-A45E-BB8E831FA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2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2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AE4471-914E-484B-8E61-A30962930134}" type="slidenum">
              <a:rPr kumimoji="0" lang="he-IL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127E2874-B1AC-44D5-AD82-A633F80AB4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e-IL" altLang="en-US" sz="3200"/>
              <a:t>עקרונות מתן משוב (2)</a:t>
            </a:r>
            <a:endParaRPr lang="en-US" altLang="en-US" sz="3200"/>
          </a:p>
        </p:txBody>
      </p:sp>
      <p:sp>
        <p:nvSpPr>
          <p:cNvPr id="657411" name="Rectangle 3">
            <a:extLst>
              <a:ext uri="{FF2B5EF4-FFF2-40B4-BE49-F238E27FC236}">
                <a16:creationId xmlns:a16="http://schemas.microsoft.com/office/drawing/2014/main" id="{E1CAAA8D-A9BB-43F1-BC35-919939C3CA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838200"/>
            <a:ext cx="8839200" cy="6019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he-IL" altLang="en-US" sz="2400"/>
              <a:t>ניתן ב"מנות קצובות" </a:t>
            </a:r>
          </a:p>
          <a:p>
            <a:pPr lvl="1" eaLnBrk="1" hangingPunct="1">
              <a:lnSpc>
                <a:spcPct val="90000"/>
              </a:lnSpc>
            </a:pPr>
            <a:r>
              <a:rPr lang="he-IL" altLang="en-US" sz="2000"/>
              <a:t>התנהגות אחת/ שתיים מרכזיות</a:t>
            </a:r>
          </a:p>
          <a:p>
            <a:pPr lvl="1" eaLnBrk="1" hangingPunct="1">
              <a:lnSpc>
                <a:spcPct val="90000"/>
              </a:lnSpc>
            </a:pPr>
            <a:r>
              <a:rPr lang="he-IL" altLang="en-US" sz="2000"/>
              <a:t>מותאם למה שהאדם מסוגל "לעכל" בפעם אחת</a:t>
            </a:r>
          </a:p>
          <a:p>
            <a:pPr lvl="1" eaLnBrk="1" hangingPunct="1">
              <a:lnSpc>
                <a:spcPct val="90000"/>
              </a:lnSpc>
            </a:pPr>
            <a:r>
              <a:rPr lang="he-IL" altLang="en-US" sz="2000"/>
              <a:t>נתינת "זמן עיכול" וזמן למימוש הנקודות שהוזכרו במשוב</a:t>
            </a:r>
          </a:p>
          <a:p>
            <a:pPr lvl="1" eaLnBrk="1" hangingPunct="1">
              <a:lnSpc>
                <a:spcPct val="90000"/>
              </a:lnSpc>
            </a:pPr>
            <a:r>
              <a:rPr lang="he-IL" altLang="en-US" sz="2000"/>
              <a:t>פסק זמן סביר בין משובים (חצי שנה)</a:t>
            </a:r>
          </a:p>
          <a:p>
            <a:pPr eaLnBrk="1" hangingPunct="1">
              <a:lnSpc>
                <a:spcPct val="90000"/>
              </a:lnSpc>
            </a:pPr>
            <a:r>
              <a:rPr lang="he-IL" altLang="en-US" sz="2400"/>
              <a:t>בדיקת הבנת מקבל המשוב את עיקרי המשוב.</a:t>
            </a:r>
          </a:p>
          <a:p>
            <a:pPr eaLnBrk="1" hangingPunct="1">
              <a:lnSpc>
                <a:spcPct val="90000"/>
              </a:lnSpc>
            </a:pPr>
            <a:r>
              <a:rPr lang="he-IL" altLang="en-US" sz="2400"/>
              <a:t>משוב צריך להיות ניתן ליישום.</a:t>
            </a:r>
            <a:r>
              <a:rPr lang="en-US" altLang="en-US" sz="2400"/>
              <a:t> </a:t>
            </a:r>
            <a:r>
              <a:rPr lang="he-IL" altLang="en-US" sz="2400"/>
              <a:t>יש לספק אלטרנטיבות פעולה.</a:t>
            </a:r>
          </a:p>
          <a:p>
            <a:pPr lvl="1" eaLnBrk="1" hangingPunct="1">
              <a:lnSpc>
                <a:spcPct val="90000"/>
              </a:lnSpc>
            </a:pPr>
            <a:r>
              <a:rPr lang="he-IL" altLang="en-US" sz="2000"/>
              <a:t>קביעת </a:t>
            </a:r>
            <a:r>
              <a:rPr lang="en-US" altLang="en-US" sz="2000"/>
              <a:t>SMART</a:t>
            </a:r>
            <a:endParaRPr lang="he-IL" altLang="en-US" sz="2000"/>
          </a:p>
          <a:p>
            <a:pPr lvl="1" eaLnBrk="1" hangingPunct="1">
              <a:lnSpc>
                <a:spcPct val="90000"/>
              </a:lnSpc>
            </a:pPr>
            <a:r>
              <a:rPr lang="he-IL" altLang="en-US" sz="2000"/>
              <a:t>תרגום יעדים לתכנית עבודה קונקרטית</a:t>
            </a:r>
          </a:p>
          <a:p>
            <a:pPr lvl="1" eaLnBrk="1" hangingPunct="1">
              <a:lnSpc>
                <a:spcPct val="90000"/>
              </a:lnSpc>
            </a:pPr>
            <a:r>
              <a:rPr lang="he-IL" altLang="en-US" sz="2000"/>
              <a:t>הצעות פתרון/ייעול מצד העובד – מחויבות למטרה.</a:t>
            </a:r>
          </a:p>
          <a:p>
            <a:pPr eaLnBrk="1" hangingPunct="1">
              <a:lnSpc>
                <a:spcPct val="90000"/>
              </a:lnSpc>
            </a:pPr>
            <a:r>
              <a:rPr lang="he-IL" altLang="en-US" sz="2400"/>
              <a:t> בדיקה אפקטיבית – לא מספיקה הסכמת מקבל המשוב לנאמר אלא צריך לבחון את ההתנהגות בפועל.</a:t>
            </a:r>
          </a:p>
          <a:p>
            <a:pPr lvl="1" eaLnBrk="1" hangingPunct="1">
              <a:lnSpc>
                <a:spcPct val="90000"/>
              </a:lnSpc>
            </a:pPr>
            <a:r>
              <a:rPr lang="he-IL" altLang="en-US" sz="2000"/>
              <a:t>מעקב אחר מימוש היבטי המשוב</a:t>
            </a:r>
          </a:p>
          <a:p>
            <a:pPr eaLnBrk="1" hangingPunct="1">
              <a:lnSpc>
                <a:spcPct val="90000"/>
              </a:lnSpc>
            </a:pPr>
            <a:r>
              <a:rPr lang="he-IL" altLang="en-US" sz="2400"/>
              <a:t>תהליך דו סטרי. נותן המשוב צריך להיות פתוח לקבל משוב בעצמו...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he-IL" altLang="en-US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400"/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5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5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5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5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5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5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5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5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5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57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574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574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7411" grpId="0" build="p" bldLvl="2"/>
    </p:bldLst>
  </p:timing>
</p:sld>
</file>

<file path=ppt/theme/theme1.xml><?xml version="1.0" encoding="utf-8"?>
<a:theme xmlns:a="http://schemas.openxmlformats.org/drawingml/2006/main" name="1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01090301">
  <a:themeElements>
    <a:clrScheme name="0109030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1090301">
      <a:majorFont>
        <a:latin typeface="Arial Black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0109030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2">
        <a:dk1>
          <a:srgbClr val="777777"/>
        </a:dk1>
        <a:lt1>
          <a:srgbClr val="969696"/>
        </a:lt1>
        <a:dk2>
          <a:srgbClr val="686B5D"/>
        </a:dk2>
        <a:lt2>
          <a:srgbClr val="4E4E44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7F7F7F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01090301">
  <a:themeElements>
    <a:clrScheme name="0109030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1090301">
      <a:majorFont>
        <a:latin typeface="Arial Black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0109030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2">
        <a:dk1>
          <a:srgbClr val="777777"/>
        </a:dk1>
        <a:lt1>
          <a:srgbClr val="969696"/>
        </a:lt1>
        <a:dk2>
          <a:srgbClr val="686B5D"/>
        </a:dk2>
        <a:lt2>
          <a:srgbClr val="4E4E44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7F7F7F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2_01090301">
  <a:themeElements>
    <a:clrScheme name="0109030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1090301">
      <a:majorFont>
        <a:latin typeface="Arial Black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0109030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2">
        <a:dk1>
          <a:srgbClr val="777777"/>
        </a:dk1>
        <a:lt1>
          <a:srgbClr val="969696"/>
        </a:lt1>
        <a:dk2>
          <a:srgbClr val="686B5D"/>
        </a:dk2>
        <a:lt2>
          <a:srgbClr val="4E4E44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7F7F7F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4_01090301">
  <a:themeElements>
    <a:clrScheme name="0109030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1090301">
      <a:majorFont>
        <a:latin typeface="Arial Black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0109030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2">
        <a:dk1>
          <a:srgbClr val="777777"/>
        </a:dk1>
        <a:lt1>
          <a:srgbClr val="969696"/>
        </a:lt1>
        <a:dk2>
          <a:srgbClr val="686B5D"/>
        </a:dk2>
        <a:lt2>
          <a:srgbClr val="4E4E44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7F7F7F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_01090301">
  <a:themeElements>
    <a:clrScheme name="0109030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1090301">
      <a:majorFont>
        <a:latin typeface="Arial Black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0109030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2">
        <a:dk1>
          <a:srgbClr val="777777"/>
        </a:dk1>
        <a:lt1>
          <a:srgbClr val="969696"/>
        </a:lt1>
        <a:dk2>
          <a:srgbClr val="686B5D"/>
        </a:dk2>
        <a:lt2>
          <a:srgbClr val="4E4E44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7F7F7F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</TotalTime>
  <Words>302</Words>
  <Application>Microsoft Office PowerPoint</Application>
  <PresentationFormat>On-screen Show (4:3)</PresentationFormat>
  <Paragraphs>53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7</vt:i4>
      </vt:variant>
    </vt:vector>
  </HeadingPairs>
  <TitlesOfParts>
    <vt:vector size="18" baseType="lpstr">
      <vt:lpstr>Arial</vt:lpstr>
      <vt:lpstr>Arial Black</vt:lpstr>
      <vt:lpstr>Tahoma</vt:lpstr>
      <vt:lpstr>Times New Roman</vt:lpstr>
      <vt:lpstr>Wingdings</vt:lpstr>
      <vt:lpstr>1_Pixel</vt:lpstr>
      <vt:lpstr>4_01090301</vt:lpstr>
      <vt:lpstr>01090301</vt:lpstr>
      <vt:lpstr>12_01090301</vt:lpstr>
      <vt:lpstr>14_01090301</vt:lpstr>
      <vt:lpstr>1_01090301</vt:lpstr>
      <vt:lpstr>PowerPoint Presentation</vt:lpstr>
      <vt:lpstr>משוב</vt:lpstr>
      <vt:lpstr>PowerPoint Presentation</vt:lpstr>
      <vt:lpstr>FAST FEEDBACK</vt:lpstr>
      <vt:lpstr>PowerPoint Presentation</vt:lpstr>
      <vt:lpstr>עקרונות מתן משוב (1)</vt:lpstr>
      <vt:lpstr>עקרונות מתן משוב (2)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Sharon Barkan</dc:creator>
  <cp:lastModifiedBy>Gonen Barkan</cp:lastModifiedBy>
  <cp:revision>24</cp:revision>
  <dcterms:created xsi:type="dcterms:W3CDTF">2020-11-19T21:02:16Z</dcterms:created>
  <dcterms:modified xsi:type="dcterms:W3CDTF">2026-01-08T07:46:31Z</dcterms:modified>
</cp:coreProperties>
</file>